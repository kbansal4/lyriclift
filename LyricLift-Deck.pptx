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23"/>
  </p:notesMasterIdLst>
  <p:sldIdLst>
    <p:sldId id="256" r:id="rId2"/>
    <p:sldId id="257" r:id="rId3"/>
    <p:sldId id="275" r:id="rId4"/>
    <p:sldId id="277" r:id="rId5"/>
    <p:sldId id="258" r:id="rId6"/>
    <p:sldId id="259" r:id="rId7"/>
    <p:sldId id="260" r:id="rId8"/>
    <p:sldId id="273" r:id="rId9"/>
    <p:sldId id="276" r:id="rId10"/>
    <p:sldId id="261" r:id="rId11"/>
    <p:sldId id="262" r:id="rId12"/>
    <p:sldId id="263" r:id="rId13"/>
    <p:sldId id="264" r:id="rId14"/>
    <p:sldId id="274" r:id="rId15"/>
    <p:sldId id="265" r:id="rId16"/>
    <p:sldId id="266" r:id="rId17"/>
    <p:sldId id="267" r:id="rId18"/>
    <p:sldId id="268" r:id="rId19"/>
    <p:sldId id="269" r:id="rId20"/>
    <p:sldId id="270" r:id="rId21"/>
    <p:sldId id="271" r:id="rId22"/>
  </p:sldIdLst>
  <p:sldSz cx="9144000" cy="5143500" type="screen16x9"/>
  <p:notesSz cx="6858000" cy="9144000"/>
  <p:embeddedFontLst>
    <p:embeddedFont>
      <p:font typeface="Anaheim" pitchFamily="2" charset="77"/>
      <p:regular r:id="rId24"/>
      <p:bold r:id="rId25"/>
    </p:embeddedFont>
    <p:embeddedFont>
      <p:font typeface="Anaheim Medium" pitchFamily="2" charset="77"/>
      <p:regular r:id="rId26"/>
      <p:bold r:id="rId27"/>
    </p:embeddedFont>
    <p:embeddedFont>
      <p:font typeface="Anaheim SemiBold" pitchFamily="2" charset="77"/>
      <p:regular r:id="rId28"/>
      <p:bold r:id="rId29"/>
    </p:embeddedFont>
    <p:embeddedFont>
      <p:font typeface="Arimo" panose="020B0604020202020204" pitchFamily="34" charset="0"/>
      <p:regular r:id="rId30"/>
      <p:bold r:id="rId31"/>
      <p:italic r:id="rId32"/>
      <p:boldItalic r:id="rId33"/>
    </p:embeddedFont>
    <p:embeddedFont>
      <p:font typeface="Bebas Neue" panose="020B0606020202050201" pitchFamily="34" charset="77"/>
      <p:regular r:id="rId34"/>
    </p:embeddedFont>
    <p:embeddedFont>
      <p:font typeface="Poppins" pitchFamily="2" charset="77"/>
      <p:regular r:id="rId35"/>
      <p:bold r:id="rId36"/>
      <p:italic r:id="rId37"/>
      <p:boldItalic r:id="rId38"/>
    </p:embeddedFont>
    <p:embeddedFont>
      <p:font typeface="Poppins ExtraBold" panose="020B0604020202020204" pitchFamily="34" charset="0"/>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1B4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19F22C7-4A8A-4A3F-95C8-0602544A5ABA}">
  <a:tblStyle styleId="{919F22C7-4A8A-4A3F-95C8-0602544A5ABA}"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07"/>
    <p:restoredTop sz="87943"/>
  </p:normalViewPr>
  <p:slideViewPr>
    <p:cSldViewPr snapToGrid="0">
      <p:cViewPr varScale="1">
        <p:scale>
          <a:sx n="265" d="100"/>
          <a:sy n="265" d="100"/>
        </p:scale>
        <p:origin x="144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6"/>
        <p:cNvGrpSpPr/>
        <p:nvPr/>
      </p:nvGrpSpPr>
      <p:grpSpPr>
        <a:xfrm>
          <a:off x="0" y="0"/>
          <a:ext cx="0" cy="0"/>
          <a:chOff x="0" y="0"/>
          <a:chExt cx="0" cy="0"/>
        </a:xfrm>
      </p:grpSpPr>
      <p:sp>
        <p:nvSpPr>
          <p:cNvPr id="2837" name="Google Shape;283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Brief statement on the problem we are solving: analyzing song lyrics, understanding their sentiment, and providing music production recommendations.Add context before next slide , audience</a:t>
            </a:r>
            <a:endParaRPr/>
          </a:p>
        </p:txBody>
      </p:sp>
      <p:sp>
        <p:nvSpPr>
          <p:cNvPr id="2838" name="Google Shape;283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9"/>
        <p:cNvGrpSpPr/>
        <p:nvPr/>
      </p:nvGrpSpPr>
      <p:grpSpPr>
        <a:xfrm>
          <a:off x="0" y="0"/>
          <a:ext cx="0" cy="0"/>
          <a:chOff x="0" y="0"/>
          <a:chExt cx="0" cy="0"/>
        </a:xfrm>
      </p:grpSpPr>
      <p:sp>
        <p:nvSpPr>
          <p:cNvPr id="2850" name="Google Shape;2850;g30b217fa235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"We analyzed over 10,000 songs from 2000 to 2019 and developed a tool that provides song production recommendations based on sentiment analysis and similarity to existing tracks."</a:t>
            </a:r>
            <a:endParaRPr/>
          </a:p>
        </p:txBody>
      </p:sp>
      <p:sp>
        <p:nvSpPr>
          <p:cNvPr id="2851" name="Google Shape;2851;g30b217fa23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1">
          <a:extLst>
            <a:ext uri="{FF2B5EF4-FFF2-40B4-BE49-F238E27FC236}">
              <a16:creationId xmlns:a16="http://schemas.microsoft.com/office/drawing/2014/main" id="{95D2C264-1648-C102-539A-D638842C10E1}"/>
            </a:ext>
          </a:extLst>
        </p:cNvPr>
        <p:cNvGrpSpPr/>
        <p:nvPr/>
      </p:nvGrpSpPr>
      <p:grpSpPr>
        <a:xfrm>
          <a:off x="0" y="0"/>
          <a:ext cx="0" cy="0"/>
          <a:chOff x="0" y="0"/>
          <a:chExt cx="0" cy="0"/>
        </a:xfrm>
      </p:grpSpPr>
      <p:sp>
        <p:nvSpPr>
          <p:cNvPr id="3142" name="Google Shape;3142;p6:notes">
            <a:extLst>
              <a:ext uri="{FF2B5EF4-FFF2-40B4-BE49-F238E27FC236}">
                <a16:creationId xmlns:a16="http://schemas.microsoft.com/office/drawing/2014/main" id="{18FBAE5E-EF24-7278-9C70-EE3268BEC0F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LyricLift leverages text analytics to analyze song lyrics and attributes, generating insights that helps artists make informed production choices in under 2.5 seconds</a:t>
            </a:r>
            <a:endParaRPr dirty="0"/>
          </a:p>
        </p:txBody>
      </p:sp>
      <p:sp>
        <p:nvSpPr>
          <p:cNvPr id="3143" name="Google Shape;3143;p6:notes">
            <a:extLst>
              <a:ext uri="{FF2B5EF4-FFF2-40B4-BE49-F238E27FC236}">
                <a16:creationId xmlns:a16="http://schemas.microsoft.com/office/drawing/2014/main" id="{9C201E45-895D-2D7E-A335-7BF6C2709D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22480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1">
          <a:extLst>
            <a:ext uri="{FF2B5EF4-FFF2-40B4-BE49-F238E27FC236}">
              <a16:creationId xmlns:a16="http://schemas.microsoft.com/office/drawing/2014/main" id="{358CD1BC-A663-D7BB-1333-4D3BE672F015}"/>
            </a:ext>
          </a:extLst>
        </p:cNvPr>
        <p:cNvGrpSpPr/>
        <p:nvPr/>
      </p:nvGrpSpPr>
      <p:grpSpPr>
        <a:xfrm>
          <a:off x="0" y="0"/>
          <a:ext cx="0" cy="0"/>
          <a:chOff x="0" y="0"/>
          <a:chExt cx="0" cy="0"/>
        </a:xfrm>
      </p:grpSpPr>
      <p:sp>
        <p:nvSpPr>
          <p:cNvPr id="3142" name="Google Shape;3142;p6:notes">
            <a:extLst>
              <a:ext uri="{FF2B5EF4-FFF2-40B4-BE49-F238E27FC236}">
                <a16:creationId xmlns:a16="http://schemas.microsoft.com/office/drawing/2014/main" id="{2C620969-7AF9-1A54-F7F1-0C69CD927C4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LyricLift leverages text analytics to analyze song lyrics and attributes, generating insights that helps artists make informed production choices in under 2.5 seconds</a:t>
            </a:r>
            <a:endParaRPr dirty="0"/>
          </a:p>
        </p:txBody>
      </p:sp>
      <p:sp>
        <p:nvSpPr>
          <p:cNvPr id="3143" name="Google Shape;3143;p6:notes">
            <a:extLst>
              <a:ext uri="{FF2B5EF4-FFF2-40B4-BE49-F238E27FC236}">
                <a16:creationId xmlns:a16="http://schemas.microsoft.com/office/drawing/2014/main" id="{297338C3-394C-8EA5-2FFE-1C8B2D2E7E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7898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2"/>
        <p:cNvGrpSpPr/>
        <p:nvPr/>
      </p:nvGrpSpPr>
      <p:grpSpPr>
        <a:xfrm>
          <a:off x="0" y="0"/>
          <a:ext cx="0" cy="0"/>
          <a:chOff x="0" y="0"/>
          <a:chExt cx="0" cy="0"/>
        </a:xfrm>
      </p:grpSpPr>
      <p:sp>
        <p:nvSpPr>
          <p:cNvPr id="2973" name="Google Shape;297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74" name="Google Shape;297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6"/>
        <p:cNvGrpSpPr/>
        <p:nvPr/>
      </p:nvGrpSpPr>
      <p:grpSpPr>
        <a:xfrm>
          <a:off x="0" y="0"/>
          <a:ext cx="0" cy="0"/>
          <a:chOff x="0" y="0"/>
          <a:chExt cx="0" cy="0"/>
        </a:xfrm>
      </p:grpSpPr>
      <p:sp>
        <p:nvSpPr>
          <p:cNvPr id="2987" name="Google Shape;2987;g30b3917e01f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8" name="Google Shape;2988;g30b3917e01f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Filtered , Artist name, track name, genre, release date, and track length for each song, </a:t>
            </a:r>
            <a:r>
              <a:rPr lang="en" sz="1500" b="1" dirty="0">
                <a:solidFill>
                  <a:srgbClr val="1C343C"/>
                </a:solidFill>
                <a:latin typeface="Anaheim"/>
                <a:ea typeface="Anaheim"/>
                <a:cs typeface="Anaheim"/>
                <a:sym typeface="Anaheim"/>
              </a:rPr>
              <a:t>Production metrics on a 0 to 1 scale </a:t>
            </a:r>
          </a:p>
          <a:p>
            <a:pPr marL="0" lvl="0" indent="0" algn="l" rtl="0">
              <a:spcBef>
                <a:spcPts val="0"/>
              </a:spcBef>
              <a:spcAft>
                <a:spcPts val="0"/>
              </a:spcAft>
              <a:buNone/>
            </a:pPr>
            <a:endParaRPr lang="en" sz="1500" b="1" dirty="0">
              <a:solidFill>
                <a:srgbClr val="1C343C"/>
              </a:solidFill>
              <a:latin typeface="Anaheim"/>
              <a:sym typeface="Anaheim"/>
            </a:endParaRPr>
          </a:p>
          <a:p>
            <a:pPr marL="0" lvl="0" indent="0" algn="l" rtl="0">
              <a:spcBef>
                <a:spcPts val="0"/>
              </a:spcBef>
              <a:spcAft>
                <a:spcPts val="0"/>
              </a:spcAft>
              <a:buNone/>
            </a:pPr>
            <a:r>
              <a:rPr lang="en-US" sz="1500" b="1" dirty="0">
                <a:solidFill>
                  <a:srgbClr val="1C343C"/>
                </a:solidFill>
                <a:latin typeface="Anaheim"/>
                <a:sym typeface="Anaheim"/>
              </a:rPr>
              <a:t>T</a:t>
            </a:r>
            <a:r>
              <a:rPr lang="en" sz="1500" b="1" dirty="0" err="1">
                <a:solidFill>
                  <a:srgbClr val="1C343C"/>
                </a:solidFill>
                <a:latin typeface="Anaheim"/>
                <a:sym typeface="Anaheim"/>
              </a:rPr>
              <a:t>alk</a:t>
            </a:r>
            <a:r>
              <a:rPr lang="en" sz="1500" b="1" dirty="0">
                <a:solidFill>
                  <a:srgbClr val="1C343C"/>
                </a:solidFill>
                <a:latin typeface="Anaheim"/>
                <a:sym typeface="Anaheim"/>
              </a:rPr>
              <a:t> about project plan</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1"/>
        <p:cNvGrpSpPr/>
        <p:nvPr/>
      </p:nvGrpSpPr>
      <p:grpSpPr>
        <a:xfrm>
          <a:off x="0" y="0"/>
          <a:ext cx="0" cy="0"/>
          <a:chOff x="0" y="0"/>
          <a:chExt cx="0" cy="0"/>
        </a:xfrm>
      </p:grpSpPr>
      <p:sp>
        <p:nvSpPr>
          <p:cNvPr id="3142" name="Google Shape;314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Used sentiment analysis (VADER) and cosine similarity to provide recommendations. Cosine similarity allowed us to compare text based on the similarity of content, rather than the length or order of lyrics in an efficient manner</a:t>
            </a:r>
            <a:endParaRPr dirty="0"/>
          </a:p>
          <a:p>
            <a:pPr marL="0" lvl="0" indent="0" algn="l" rtl="0">
              <a:spcBef>
                <a:spcPts val="0"/>
              </a:spcBef>
              <a:spcAft>
                <a:spcPts val="0"/>
              </a:spcAft>
              <a:buSzPts val="1100"/>
              <a:buNone/>
            </a:pPr>
            <a:r>
              <a:rPr lang="en" dirty="0"/>
              <a:t>Tailored metric recommendations based on top 5 similar songs with matching sentiment.</a:t>
            </a:r>
            <a:endParaRPr dirty="0"/>
          </a:p>
          <a:p>
            <a:pPr marL="0" lvl="0" indent="0" algn="l" rtl="0">
              <a:spcBef>
                <a:spcPts val="0"/>
              </a:spcBef>
              <a:spcAft>
                <a:spcPts val="0"/>
              </a:spcAft>
              <a:buSzPts val="1100"/>
              <a:buNone/>
            </a:pPr>
            <a:r>
              <a:rPr lang="en" dirty="0"/>
              <a:t>Used Word 2 </a:t>
            </a:r>
            <a:r>
              <a:rPr lang="en" dirty="0" err="1"/>
              <a:t>Vec</a:t>
            </a:r>
            <a:endParaRPr dirty="0"/>
          </a:p>
        </p:txBody>
      </p:sp>
      <p:sp>
        <p:nvSpPr>
          <p:cNvPr id="3143" name="Google Shape;314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1">
          <a:extLst>
            <a:ext uri="{FF2B5EF4-FFF2-40B4-BE49-F238E27FC236}">
              <a16:creationId xmlns:a16="http://schemas.microsoft.com/office/drawing/2014/main" id="{DCA9E6A2-9400-C104-02F3-53F78BA3B21D}"/>
            </a:ext>
          </a:extLst>
        </p:cNvPr>
        <p:cNvGrpSpPr/>
        <p:nvPr/>
      </p:nvGrpSpPr>
      <p:grpSpPr>
        <a:xfrm>
          <a:off x="0" y="0"/>
          <a:ext cx="0" cy="0"/>
          <a:chOff x="0" y="0"/>
          <a:chExt cx="0" cy="0"/>
        </a:xfrm>
      </p:grpSpPr>
      <p:sp>
        <p:nvSpPr>
          <p:cNvPr id="3142" name="Google Shape;3142;p6:notes">
            <a:extLst>
              <a:ext uri="{FF2B5EF4-FFF2-40B4-BE49-F238E27FC236}">
                <a16:creationId xmlns:a16="http://schemas.microsoft.com/office/drawing/2014/main" id="{4F6005F5-3A3C-DB5D-E19A-00840D7158B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71450" lvl="0" indent="-171450" algn="l" rtl="0">
              <a:spcBef>
                <a:spcPts val="0"/>
              </a:spcBef>
              <a:spcAft>
                <a:spcPts val="0"/>
              </a:spcAft>
              <a:buClr>
                <a:schemeClr val="dk1"/>
              </a:buClr>
              <a:buSzPts val="1100"/>
            </a:pPr>
            <a:r>
              <a:rPr lang="en-US" dirty="0"/>
              <a:t>Our team for this project consisted of 3 people initially, but was 2 after one teammate got a concussion. My other teammate and I would set up meetings twice a week to discuss our findings and progress over the 3-week span of the project. Dividing tasks between us two was easy as our meetings had open discussion and we had clear expectations of what we wanted to achieve with this project. We would evenly split up work through each process by writing out what was necessary to have complete code. From there, we volunteered for tasks and sent each other updated code for each other to review. This system between the two of us worked well with the strong communication. However, that’s not to say there weren’t times where we disagreed. We had different thoughts regarding which machine learning model to use for similar song recommendations. My teammate suggested we move forward with BERT while I preferred Word2Vec. In order to make a decision we could both agree on, we worked together to code both models and examine the differences. We saw that Word2Vec was much quicker we considered and we also noticed that the recommendations Word2Vec was providing were still accurate. We tested a few songs during this working session and saw that both BERT and Word2Vec’s suggested similar songs seemed reasonable. This made the decision to move forward with Word2Vec easy.</a:t>
            </a:r>
          </a:p>
          <a:p>
            <a:pPr marL="171450" lvl="0" indent="-171450" algn="l" rtl="0">
              <a:spcBef>
                <a:spcPts val="0"/>
              </a:spcBef>
              <a:spcAft>
                <a:spcPts val="0"/>
              </a:spcAft>
              <a:buClr>
                <a:schemeClr val="dk1"/>
              </a:buClr>
              <a:buSzPts val="1100"/>
            </a:pPr>
            <a:endParaRPr lang="en-US" dirty="0"/>
          </a:p>
          <a:p>
            <a:pPr marL="171450" lvl="0" indent="-171450" algn="l" rtl="0">
              <a:spcBef>
                <a:spcPts val="0"/>
              </a:spcBef>
              <a:spcAft>
                <a:spcPts val="0"/>
              </a:spcAft>
              <a:buClr>
                <a:schemeClr val="dk1"/>
              </a:buClr>
              <a:buSzPts val="1100"/>
            </a:pPr>
            <a:endParaRPr lang="en-US" dirty="0"/>
          </a:p>
          <a:p>
            <a:pPr marL="171450" lvl="0" indent="-171450" algn="l" rtl="0">
              <a:spcBef>
                <a:spcPts val="0"/>
              </a:spcBef>
              <a:spcAft>
                <a:spcPts val="0"/>
              </a:spcAft>
              <a:buClr>
                <a:schemeClr val="dk1"/>
              </a:buClr>
              <a:buSzPts val="1100"/>
            </a:pPr>
            <a:r>
              <a:rPr lang="en-US" dirty="0"/>
              <a:t>Filtered and cleaned data to only include songs from 2000-2019 and removed any missing rows. The data contained popular songs as far back as 1950. Due to changes in music over time, this could lead to inaccuracies in results. Removed rows with missing metrics or lyrics to prevent errors or inaccuracies. </a:t>
            </a:r>
          </a:p>
          <a:p>
            <a:pPr marL="171450" lvl="0" indent="-171450" algn="l" rtl="0">
              <a:spcBef>
                <a:spcPts val="0"/>
              </a:spcBef>
              <a:spcAft>
                <a:spcPts val="0"/>
              </a:spcAft>
              <a:buClr>
                <a:schemeClr val="dk1"/>
              </a:buClr>
              <a:buSzPts val="1100"/>
            </a:pPr>
            <a:r>
              <a:rPr lang="en-US" dirty="0"/>
              <a:t>Tokenized song lyrics so that Word2Vec can learn the relationships between words based on the context they are used in and measure lyrical similarity effectively</a:t>
            </a:r>
          </a:p>
          <a:p>
            <a:pPr marL="171450" lvl="0" indent="-171450" algn="l" rtl="0">
              <a:spcBef>
                <a:spcPts val="0"/>
              </a:spcBef>
              <a:spcAft>
                <a:spcPts val="0"/>
              </a:spcAft>
              <a:buClr>
                <a:schemeClr val="dk1"/>
              </a:buClr>
              <a:buSzPts val="1100"/>
            </a:pPr>
            <a:r>
              <a:rPr lang="en-US" dirty="0"/>
              <a:t>VADER was used for sentiment analysis, specifically for the overall song sentiment rating (very positive, positive, neutral, negative, and very negative). This helps the songwriter understand if their lyrics are giving off a different emotion than intended.</a:t>
            </a:r>
          </a:p>
          <a:p>
            <a:pPr marL="171450" lvl="0" indent="-171450" algn="l" rtl="0">
              <a:spcBef>
                <a:spcPts val="0"/>
              </a:spcBef>
              <a:spcAft>
                <a:spcPts val="0"/>
              </a:spcAft>
              <a:buClr>
                <a:schemeClr val="dk1"/>
              </a:buClr>
              <a:buSzPts val="1100"/>
            </a:pPr>
            <a:r>
              <a:rPr lang="en-US" dirty="0"/>
              <a:t>Optimized the classification thresholds for the sentiment ratings. For example, a rating greater than 0.75 was marked as very positive. This was determined by testing with songs that I already knew. I would test songs across different ranges of emotions and tune the ranges to make sure output was consistent. This reduced misclassification errors and improved accuracy of LyricLift.</a:t>
            </a:r>
          </a:p>
          <a:p>
            <a:pPr marL="171450" lvl="0" indent="-171450" algn="l" rtl="0">
              <a:spcBef>
                <a:spcPts val="0"/>
              </a:spcBef>
              <a:spcAft>
                <a:spcPts val="0"/>
              </a:spcAft>
              <a:buClr>
                <a:schemeClr val="dk1"/>
              </a:buClr>
              <a:buSzPts val="1100"/>
            </a:pPr>
            <a:r>
              <a:rPr lang="en-US" dirty="0"/>
              <a:t>Benchmarked similarity results by testing our completed model with many songs. Tested different machine learning models we were considering to see which provided most accurate song recommendations. I would listen to the suggested songs and analyzed the pros and cons of the models to determine which was most suitable.</a:t>
            </a:r>
          </a:p>
          <a:p>
            <a:pPr marL="171450" lvl="0" indent="-171450" algn="l" rtl="0">
              <a:spcBef>
                <a:spcPts val="0"/>
              </a:spcBef>
              <a:spcAft>
                <a:spcPts val="0"/>
              </a:spcAft>
              <a:buClr>
                <a:schemeClr val="dk1"/>
              </a:buClr>
              <a:buSzPts val="1100"/>
            </a:pPr>
            <a:endParaRPr dirty="0"/>
          </a:p>
        </p:txBody>
      </p:sp>
      <p:sp>
        <p:nvSpPr>
          <p:cNvPr id="3143" name="Google Shape;3143;p6:notes">
            <a:extLst>
              <a:ext uri="{FF2B5EF4-FFF2-40B4-BE49-F238E27FC236}">
                <a16:creationId xmlns:a16="http://schemas.microsoft.com/office/drawing/2014/main" id="{91025B5C-4B37-D714-0934-D4D81ED4B1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183274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1">
          <a:extLst>
            <a:ext uri="{FF2B5EF4-FFF2-40B4-BE49-F238E27FC236}">
              <a16:creationId xmlns:a16="http://schemas.microsoft.com/office/drawing/2014/main" id="{9740F9E5-C342-F383-4AD2-8BAB5339539F}"/>
            </a:ext>
          </a:extLst>
        </p:cNvPr>
        <p:cNvGrpSpPr/>
        <p:nvPr/>
      </p:nvGrpSpPr>
      <p:grpSpPr>
        <a:xfrm>
          <a:off x="0" y="0"/>
          <a:ext cx="0" cy="0"/>
          <a:chOff x="0" y="0"/>
          <a:chExt cx="0" cy="0"/>
        </a:xfrm>
      </p:grpSpPr>
      <p:sp>
        <p:nvSpPr>
          <p:cNvPr id="3142" name="Google Shape;3142;p6:notes">
            <a:extLst>
              <a:ext uri="{FF2B5EF4-FFF2-40B4-BE49-F238E27FC236}">
                <a16:creationId xmlns:a16="http://schemas.microsoft.com/office/drawing/2014/main" id="{01738668-07BE-5A27-1486-622C0D70DC1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71450" lvl="0" indent="-171450" algn="l" rtl="0">
              <a:spcBef>
                <a:spcPts val="0"/>
              </a:spcBef>
              <a:spcAft>
                <a:spcPts val="0"/>
              </a:spcAft>
              <a:buClr>
                <a:schemeClr val="dk1"/>
              </a:buClr>
              <a:buSzPts val="1100"/>
            </a:pPr>
            <a:r>
              <a:rPr lang="en-US" dirty="0"/>
              <a:t>Together our team determined which attributes in the dataset would be most important to our users. The data contained metrics rating how strong or weak the lyrics represented certain topics, certain emotions, and more. After discussion we determined that </a:t>
            </a:r>
            <a:r>
              <a:rPr lang="en-US" dirty="0" err="1"/>
              <a:t>acousticness</a:t>
            </a:r>
            <a:r>
              <a:rPr lang="en-US" dirty="0"/>
              <a:t>, danceability, loudness, and energy made the most sense from a production standpoint and would require less changes in the lyrics themselves compared to evaluating sentiment based on other metrics.</a:t>
            </a:r>
          </a:p>
          <a:p>
            <a:pPr marL="171450" lvl="0" indent="-171450" algn="l" rtl="0">
              <a:spcBef>
                <a:spcPts val="0"/>
              </a:spcBef>
              <a:spcAft>
                <a:spcPts val="0"/>
              </a:spcAft>
              <a:buClr>
                <a:schemeClr val="dk1"/>
              </a:buClr>
              <a:buSzPts val="1100"/>
            </a:pPr>
            <a:r>
              <a:rPr lang="en-US" dirty="0"/>
              <a:t>Our team created Word2Vec, TF-IDF, and BERT models. TF-IDF was found to be our weakest model as it lacked the ability to recognize how words relate to each other, important in song lyrics. BERT appeared quite accurate in results and could capture the meaning behind words, but required greater computational power and would run slowly. Efficiency was a factor our team wanted to prioritize to make this a useful tool. Word2Vec appeared to be the best between the three because not only did it have a deeper semantic understanding of the lyrics, but it ran quickly too.</a:t>
            </a:r>
          </a:p>
          <a:p>
            <a:pPr marL="171450" lvl="0" indent="-171450" algn="l" rtl="0">
              <a:spcBef>
                <a:spcPts val="0"/>
              </a:spcBef>
              <a:spcAft>
                <a:spcPts val="0"/>
              </a:spcAft>
              <a:buClr>
                <a:schemeClr val="dk1"/>
              </a:buClr>
              <a:buSzPts val="1100"/>
            </a:pPr>
            <a:r>
              <a:rPr lang="en-US" dirty="0"/>
              <a:t>Our discussed how we could present the findings to users in a useful way. For example, providing a recommendation of 0.6 danceability means little on its own. Adding a descriptor such as "Your track should have moderate danceability. Aim for a balanced rhythm and groove without being overpowering. Consider using relaxed beats, subtle bass lines, and soft syncopation.” allows producers to implement this recommendation</a:t>
            </a:r>
            <a:endParaRPr dirty="0"/>
          </a:p>
        </p:txBody>
      </p:sp>
      <p:sp>
        <p:nvSpPr>
          <p:cNvPr id="3143" name="Google Shape;3143;p6:notes">
            <a:extLst>
              <a:ext uri="{FF2B5EF4-FFF2-40B4-BE49-F238E27FC236}">
                <a16:creationId xmlns:a16="http://schemas.microsoft.com/office/drawing/2014/main" id="{57CB34EB-6216-5EC2-82DE-1786DC1485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46604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6"/>
        <p:cNvGrpSpPr/>
        <p:nvPr/>
      </p:nvGrpSpPr>
      <p:grpSpPr>
        <a:xfrm>
          <a:off x="0" y="0"/>
          <a:ext cx="0" cy="0"/>
          <a:chOff x="0" y="0"/>
          <a:chExt cx="0" cy="0"/>
        </a:xfrm>
      </p:grpSpPr>
      <p:sp>
        <p:nvSpPr>
          <p:cNvPr id="3167" name="Google Shape;3167;g30be298c629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t>Let’s walkthrough an example case using </a:t>
            </a:r>
            <a:r>
              <a:rPr lang="en" dirty="0" err="1"/>
              <a:t>LyricLift</a:t>
            </a:r>
            <a:r>
              <a:rPr lang="en" dirty="0"/>
              <a:t>.  Pretend we’re in 2019. Our friend the </a:t>
            </a:r>
            <a:r>
              <a:rPr lang="en" dirty="0" err="1"/>
              <a:t>weeknd</a:t>
            </a:r>
            <a:r>
              <a:rPr lang="en" dirty="0"/>
              <a:t> just finished writing the lyrics to a song he plans to release called Blinding Lights. However, he’s having some trouble figuring out what direction to take production in. That’s where we come in, we’ll make sure his new song is a hit!</a:t>
            </a:r>
            <a:endParaRPr dirty="0"/>
          </a:p>
        </p:txBody>
      </p:sp>
      <p:sp>
        <p:nvSpPr>
          <p:cNvPr id="3168" name="Google Shape;3168;g30be298c629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5"/>
        <p:cNvGrpSpPr/>
        <p:nvPr/>
      </p:nvGrpSpPr>
      <p:grpSpPr>
        <a:xfrm>
          <a:off x="0" y="0"/>
          <a:ext cx="0" cy="0"/>
          <a:chOff x="0" y="0"/>
          <a:chExt cx="0" cy="0"/>
        </a:xfrm>
      </p:grpSpPr>
      <p:sp>
        <p:nvSpPr>
          <p:cNvPr id="3296" name="Google Shape;329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t>First, he needs to enter the lyrics to his song. Here, we have the lyrics of Blinding Lights.</a:t>
            </a:r>
            <a:endParaRPr dirty="0"/>
          </a:p>
        </p:txBody>
      </p:sp>
      <p:sp>
        <p:nvSpPr>
          <p:cNvPr id="3297" name="Google Shape;329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4"/>
        <p:cNvGrpSpPr/>
        <p:nvPr/>
      </p:nvGrpSpPr>
      <p:grpSpPr>
        <a:xfrm>
          <a:off x="0" y="0"/>
          <a:ext cx="0" cy="0"/>
          <a:chOff x="0" y="0"/>
          <a:chExt cx="0" cy="0"/>
        </a:xfrm>
      </p:grpSpPr>
      <p:sp>
        <p:nvSpPr>
          <p:cNvPr id="3425" name="Google Shape;3425;g30b7e24f6e5_0_5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6" name="Google Shape;3426;g30b7e24f6e5_0_5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After just a couple seconds, the top 5 most similar songs to Blinding Lights are presented. These are ranked by how similar they are in lyrics. Songwriters such as The Weeknd can refer to this to gain inspiration and refine their work as well as ensure that the lyrics align with the mood and genre they aim to achieve.</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3"/>
        <p:cNvGrpSpPr/>
        <p:nvPr/>
      </p:nvGrpSpPr>
      <p:grpSpPr>
        <a:xfrm>
          <a:off x="0" y="0"/>
          <a:ext cx="0" cy="0"/>
          <a:chOff x="0" y="0"/>
          <a:chExt cx="0" cy="0"/>
        </a:xfrm>
      </p:grpSpPr>
      <p:sp>
        <p:nvSpPr>
          <p:cNvPr id="3434" name="Google Shape;3434;g30ba88e3667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5" name="Google Shape;3435;g30ba88e3667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Lastly, the Weeknd is presented with the recommended production metrics for his song. The scores for each metric ranges from 0 to 10 and are the average of these metrics from the top 5 songs. Based upon the score, a tailored recommendation is provided. A loudness of 7.8 means that the Weeknd should have high loudness in his song with strong dynamics and loud instrumentation. While an </a:t>
            </a:r>
            <a:r>
              <a:rPr lang="en-US" dirty="0" err="1"/>
              <a:t>acousticness</a:t>
            </a:r>
            <a:r>
              <a:rPr lang="en-US" dirty="0"/>
              <a:t> of 2.0 means that the song should have more electronic elements over acoustic ones. Now if we return to 2024, we can see that the Weeknd did follow our recommendations and get himself that hit song!</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1">
          <a:extLst>
            <a:ext uri="{FF2B5EF4-FFF2-40B4-BE49-F238E27FC236}">
              <a16:creationId xmlns:a16="http://schemas.microsoft.com/office/drawing/2014/main" id="{D5D72EEE-BE75-F350-7363-528B6B10DB58}"/>
            </a:ext>
          </a:extLst>
        </p:cNvPr>
        <p:cNvGrpSpPr/>
        <p:nvPr/>
      </p:nvGrpSpPr>
      <p:grpSpPr>
        <a:xfrm>
          <a:off x="0" y="0"/>
          <a:ext cx="0" cy="0"/>
          <a:chOff x="0" y="0"/>
          <a:chExt cx="0" cy="0"/>
        </a:xfrm>
      </p:grpSpPr>
      <p:sp>
        <p:nvSpPr>
          <p:cNvPr id="3142" name="Google Shape;3142;p6:notes">
            <a:extLst>
              <a:ext uri="{FF2B5EF4-FFF2-40B4-BE49-F238E27FC236}">
                <a16:creationId xmlns:a16="http://schemas.microsoft.com/office/drawing/2014/main" id="{566ED186-191F-A4F0-9825-3098626D886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Incorporating music genre would allow for context to lyric changes, revealing whether specific genres led to more thematic shifts</a:t>
            </a:r>
            <a:endParaRPr dirty="0"/>
          </a:p>
        </p:txBody>
      </p:sp>
      <p:sp>
        <p:nvSpPr>
          <p:cNvPr id="3143" name="Google Shape;3143;p6:notes">
            <a:extLst>
              <a:ext uri="{FF2B5EF4-FFF2-40B4-BE49-F238E27FC236}">
                <a16:creationId xmlns:a16="http://schemas.microsoft.com/office/drawing/2014/main" id="{AF30E5CC-FDB1-2E2F-B03C-5255985430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432656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2"/>
        <p:cNvGrpSpPr/>
        <p:nvPr/>
      </p:nvGrpSpPr>
      <p:grpSpPr>
        <a:xfrm>
          <a:off x="0" y="0"/>
          <a:ext cx="0" cy="0"/>
          <a:chOff x="0" y="0"/>
          <a:chExt cx="0" cy="0"/>
        </a:xfrm>
      </p:grpSpPr>
      <p:sp>
        <p:nvSpPr>
          <p:cNvPr id="3443" name="Google Shape;3443;g30bd69b35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4" name="Google Shape;3444;g30bd69b353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solidFill>
                  <a:schemeClr val="dk1"/>
                </a:solidFill>
              </a:rPr>
              <a:t>In conclusion, LyricLift is a valuable tool for songwriters to refine their work. It provides sentiment-based comparisons with similar tracks and offers production metric recommendations, ensuring songs are well-crafted and resonate with wider audiences. As for next steps, our team is interested in improving LyricLift by incorporating genre-specific analyses to account for specific slang and differences in how emotions are expressed. For example, rap music uses different slang than pop music and heavy metal songs express emotions different from Taylor Swift </a:t>
            </a:r>
            <a:r>
              <a:rPr lang="en-US">
                <a:solidFill>
                  <a:schemeClr val="dk1"/>
                </a:solidFill>
              </a:rPr>
              <a:t>songs. Additionally</a:t>
            </a:r>
            <a:r>
              <a:rPr lang="en-US" dirty="0">
                <a:solidFill>
                  <a:schemeClr val="dk1"/>
                </a:solidFill>
              </a:rPr>
              <a:t>, training the model to a music corpus would allow it to better understand the emotions behind each song and provide more precise results.</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7"/>
        <p:cNvGrpSpPr/>
        <p:nvPr/>
      </p:nvGrpSpPr>
      <p:grpSpPr>
        <a:xfrm>
          <a:off x="0" y="0"/>
          <a:ext cx="0" cy="0"/>
          <a:chOff x="0" y="0"/>
          <a:chExt cx="0" cy="0"/>
        </a:xfrm>
      </p:grpSpPr>
      <p:sp>
        <p:nvSpPr>
          <p:cNvPr id="3468" name="Google Shape;3468;g30b7e24f6e5_0_2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Thank you for your time, I’d like to open the floor to any questions.</a:t>
            </a:r>
            <a:endParaRPr dirty="0"/>
          </a:p>
        </p:txBody>
      </p:sp>
      <p:sp>
        <p:nvSpPr>
          <p:cNvPr id="3469" name="Google Shape;3469;g30b7e24f6e5_0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2"/>
        <p:cNvGrpSpPr/>
        <p:nvPr/>
      </p:nvGrpSpPr>
      <p:grpSpPr>
        <a:xfrm>
          <a:off x="0" y="0"/>
          <a:ext cx="0" cy="0"/>
          <a:chOff x="0" y="0"/>
          <a:chExt cx="0" cy="0"/>
        </a:xfrm>
      </p:grpSpPr>
      <p:sp>
        <p:nvSpPr>
          <p:cNvPr id="3473" name="Google Shape;3473;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74" name="Google Shape;347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7"/>
        <p:cNvGrpSpPr/>
        <p:nvPr/>
      </p:nvGrpSpPr>
      <p:grpSpPr>
        <a:xfrm>
          <a:off x="0" y="0"/>
          <a:ext cx="0" cy="0"/>
          <a:chOff x="0" y="0"/>
          <a:chExt cx="0" cy="0"/>
        </a:xfrm>
      </p:grpSpPr>
      <p:sp>
        <p:nvSpPr>
          <p:cNvPr id="3478" name="Google Shape;3478;g30be298c629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9" name="Google Shape;3479;g30be298c62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3"/>
        <p:cNvGrpSpPr/>
        <p:nvPr/>
      </p:nvGrpSpPr>
      <p:grpSpPr>
        <a:xfrm>
          <a:off x="0" y="0"/>
          <a:ext cx="0" cy="0"/>
          <a:chOff x="0" y="0"/>
          <a:chExt cx="0" cy="0"/>
        </a:xfrm>
      </p:grpSpPr>
      <p:sp>
        <p:nvSpPr>
          <p:cNvPr id="3484" name="Google Shape;3484;g30be298c629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5" name="Google Shape;3485;g30be298c629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9"/>
        <p:cNvGrpSpPr/>
        <p:nvPr/>
      </p:nvGrpSpPr>
      <p:grpSpPr>
        <a:xfrm>
          <a:off x="0" y="0"/>
          <a:ext cx="0" cy="0"/>
          <a:chOff x="0" y="0"/>
          <a:chExt cx="0" cy="0"/>
        </a:xfrm>
      </p:grpSpPr>
      <p:sp>
        <p:nvSpPr>
          <p:cNvPr id="3490" name="Google Shape;3490;g30be298c629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1" name="Google Shape;3491;g30be298c629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5"/>
        <p:cNvGrpSpPr/>
        <p:nvPr/>
      </p:nvGrpSpPr>
      <p:grpSpPr>
        <a:xfrm>
          <a:off x="0" y="0"/>
          <a:ext cx="0" cy="0"/>
          <a:chOff x="0" y="0"/>
          <a:chExt cx="0" cy="0"/>
        </a:xfrm>
      </p:grpSpPr>
      <p:sp>
        <p:nvSpPr>
          <p:cNvPr id="3496" name="Google Shape;3496;g30be298c629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7" name="Google Shape;3497;g30be298c629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143000" y="1264595"/>
            <a:ext cx="6858000" cy="2078412"/>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9000"/>
              <a:buFont typeface="Bebas Neue"/>
              <a:buNone/>
              <a:defRPr sz="6600" b="1">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143000" y="3412063"/>
            <a:ext cx="6858000" cy="351388"/>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600"/>
              <a:buNone/>
              <a:defRPr sz="1600">
                <a:solidFill>
                  <a:schemeClr val="dk1"/>
                </a:solidFill>
                <a:latin typeface="Arimo"/>
                <a:ea typeface="Arimo"/>
                <a:cs typeface="Arimo"/>
                <a:sym typeface="Arimo"/>
              </a:defRPr>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grpSp>
        <p:nvGrpSpPr>
          <p:cNvPr id="14" name="Google Shape;14;p2"/>
          <p:cNvGrpSpPr/>
          <p:nvPr/>
        </p:nvGrpSpPr>
        <p:grpSpPr>
          <a:xfrm>
            <a:off x="-450421" y="-383843"/>
            <a:ext cx="1507863" cy="1510278"/>
            <a:chOff x="39184" y="-151930"/>
            <a:chExt cx="1309806" cy="1311904"/>
          </a:xfrm>
        </p:grpSpPr>
        <p:sp>
          <p:nvSpPr>
            <p:cNvPr id="15" name="Google Shape;15;p2"/>
            <p:cNvSpPr/>
            <p:nvPr/>
          </p:nvSpPr>
          <p:spPr>
            <a:xfrm>
              <a:off x="1304909" y="544953"/>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 name="Google Shape;16;p2"/>
            <p:cNvSpPr/>
            <p:nvPr/>
          </p:nvSpPr>
          <p:spPr>
            <a:xfrm>
              <a:off x="1231442" y="614221"/>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 name="Google Shape;17;p2"/>
            <p:cNvSpPr/>
            <p:nvPr/>
          </p:nvSpPr>
          <p:spPr>
            <a:xfrm>
              <a:off x="1160075" y="685588"/>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 name="Google Shape;18;p2"/>
            <p:cNvSpPr/>
            <p:nvPr/>
          </p:nvSpPr>
          <p:spPr>
            <a:xfrm>
              <a:off x="1088707" y="756956"/>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 name="Google Shape;19;p2"/>
            <p:cNvSpPr/>
            <p:nvPr/>
          </p:nvSpPr>
          <p:spPr>
            <a:xfrm>
              <a:off x="1019439" y="828324"/>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 name="Google Shape;20;p2"/>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 name="Google Shape;21;p2"/>
            <p:cNvSpPr/>
            <p:nvPr/>
          </p:nvSpPr>
          <p:spPr>
            <a:xfrm>
              <a:off x="876704" y="968960"/>
              <a:ext cx="48279" cy="48279"/>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 name="Google Shape;22;p2"/>
            <p:cNvSpPr/>
            <p:nvPr/>
          </p:nvSpPr>
          <p:spPr>
            <a:xfrm>
              <a:off x="805336" y="1040328"/>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 name="Google Shape;23;p2"/>
            <p:cNvSpPr/>
            <p:nvPr/>
          </p:nvSpPr>
          <p:spPr>
            <a:xfrm>
              <a:off x="733969" y="1111695"/>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 name="Google Shape;24;p2"/>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 name="Google Shape;25;p2"/>
            <p:cNvSpPr/>
            <p:nvPr/>
          </p:nvSpPr>
          <p:spPr>
            <a:xfrm>
              <a:off x="1174769" y="557547"/>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 name="Google Shape;26;p2"/>
            <p:cNvSpPr/>
            <p:nvPr/>
          </p:nvSpPr>
          <p:spPr>
            <a:xfrm>
              <a:off x="1105499" y="628915"/>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 name="Google Shape;27;p2"/>
            <p:cNvSpPr/>
            <p:nvPr/>
          </p:nvSpPr>
          <p:spPr>
            <a:xfrm>
              <a:off x="1034132" y="700282"/>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 name="Google Shape;28;p2"/>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 name="Google Shape;29;p2"/>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 name="Google Shape;30;p2"/>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 name="Google Shape;31;p2"/>
            <p:cNvSpPr/>
            <p:nvPr/>
          </p:nvSpPr>
          <p:spPr>
            <a:xfrm>
              <a:off x="748662" y="983653"/>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 name="Google Shape;32;p2"/>
            <p:cNvSpPr/>
            <p:nvPr/>
          </p:nvSpPr>
          <p:spPr>
            <a:xfrm>
              <a:off x="677294" y="1052922"/>
              <a:ext cx="46179" cy="48279"/>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 name="Google Shape;33;p2"/>
            <p:cNvSpPr/>
            <p:nvPr/>
          </p:nvSpPr>
          <p:spPr>
            <a:xfrm>
              <a:off x="1187363" y="427407"/>
              <a:ext cx="48279"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 name="Google Shape;34;p2"/>
            <p:cNvSpPr/>
            <p:nvPr/>
          </p:nvSpPr>
          <p:spPr>
            <a:xfrm>
              <a:off x="1115995" y="498774"/>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 name="Google Shape;35;p2"/>
            <p:cNvSpPr/>
            <p:nvPr/>
          </p:nvSpPr>
          <p:spPr>
            <a:xfrm>
              <a:off x="1046726" y="572240"/>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 name="Google Shape;36;p2"/>
            <p:cNvSpPr/>
            <p:nvPr/>
          </p:nvSpPr>
          <p:spPr>
            <a:xfrm>
              <a:off x="975359" y="643608"/>
              <a:ext cx="44081" cy="419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7" name="Google Shape;37;p2"/>
            <p:cNvSpPr/>
            <p:nvPr/>
          </p:nvSpPr>
          <p:spPr>
            <a:xfrm>
              <a:off x="901893" y="710777"/>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8" name="Google Shape;38;p2"/>
            <p:cNvSpPr/>
            <p:nvPr/>
          </p:nvSpPr>
          <p:spPr>
            <a:xfrm>
              <a:off x="832623" y="782145"/>
              <a:ext cx="461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9" name="Google Shape;39;p2"/>
            <p:cNvSpPr/>
            <p:nvPr/>
          </p:nvSpPr>
          <p:spPr>
            <a:xfrm>
              <a:off x="761256" y="853512"/>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 name="Google Shape;40;p2"/>
            <p:cNvSpPr/>
            <p:nvPr/>
          </p:nvSpPr>
          <p:spPr>
            <a:xfrm>
              <a:off x="689888" y="924880"/>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 name="Google Shape;41;p2"/>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 name="Google Shape;42;p2"/>
            <p:cNvSpPr/>
            <p:nvPr/>
          </p:nvSpPr>
          <p:spPr>
            <a:xfrm>
              <a:off x="1128589" y="370732"/>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 name="Google Shape;43;p2"/>
            <p:cNvSpPr/>
            <p:nvPr/>
          </p:nvSpPr>
          <p:spPr>
            <a:xfrm>
              <a:off x="1057221" y="440001"/>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 name="Google Shape;44;p2"/>
            <p:cNvSpPr/>
            <p:nvPr/>
          </p:nvSpPr>
          <p:spPr>
            <a:xfrm>
              <a:off x="985854" y="511368"/>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 name="Google Shape;45;p2"/>
            <p:cNvSpPr/>
            <p:nvPr/>
          </p:nvSpPr>
          <p:spPr>
            <a:xfrm>
              <a:off x="916585" y="582736"/>
              <a:ext cx="46179" cy="48278"/>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6" name="Google Shape;46;p2"/>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 name="Google Shape;47;p2"/>
            <p:cNvSpPr/>
            <p:nvPr/>
          </p:nvSpPr>
          <p:spPr>
            <a:xfrm>
              <a:off x="775949" y="727570"/>
              <a:ext cx="44080" cy="419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 name="Google Shape;48;p2"/>
            <p:cNvSpPr/>
            <p:nvPr/>
          </p:nvSpPr>
          <p:spPr>
            <a:xfrm>
              <a:off x="702483" y="796839"/>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 name="Google Shape;49;p2"/>
            <p:cNvSpPr/>
            <p:nvPr/>
          </p:nvSpPr>
          <p:spPr>
            <a:xfrm>
              <a:off x="631115" y="866107"/>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 name="Google Shape;50;p2"/>
            <p:cNvSpPr/>
            <p:nvPr/>
          </p:nvSpPr>
          <p:spPr>
            <a:xfrm>
              <a:off x="559747" y="93747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1" name="Google Shape;51;p2"/>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 name="Google Shape;52;p2"/>
            <p:cNvSpPr/>
            <p:nvPr/>
          </p:nvSpPr>
          <p:spPr>
            <a:xfrm>
              <a:off x="1000547" y="383327"/>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 name="Google Shape;53;p2"/>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 name="Google Shape;54;p2"/>
            <p:cNvSpPr/>
            <p:nvPr/>
          </p:nvSpPr>
          <p:spPr>
            <a:xfrm>
              <a:off x="857812" y="523963"/>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5" name="Google Shape;55;p2"/>
            <p:cNvSpPr/>
            <p:nvPr/>
          </p:nvSpPr>
          <p:spPr>
            <a:xfrm>
              <a:off x="786444" y="595330"/>
              <a:ext cx="48278" cy="48278"/>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6" name="Google Shape;56;p2"/>
            <p:cNvSpPr/>
            <p:nvPr/>
          </p:nvSpPr>
          <p:spPr>
            <a:xfrm>
              <a:off x="717176" y="668797"/>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7" name="Google Shape;57;p2"/>
            <p:cNvSpPr/>
            <p:nvPr/>
          </p:nvSpPr>
          <p:spPr>
            <a:xfrm>
              <a:off x="647907" y="740164"/>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8" name="Google Shape;58;p2"/>
            <p:cNvSpPr/>
            <p:nvPr/>
          </p:nvSpPr>
          <p:spPr>
            <a:xfrm>
              <a:off x="574441" y="809433"/>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9" name="Google Shape;59;p2"/>
            <p:cNvSpPr/>
            <p:nvPr/>
          </p:nvSpPr>
          <p:spPr>
            <a:xfrm>
              <a:off x="503073" y="880800"/>
              <a:ext cx="48278" cy="461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0" name="Google Shape;60;p2"/>
            <p:cNvSpPr/>
            <p:nvPr/>
          </p:nvSpPr>
          <p:spPr>
            <a:xfrm>
              <a:off x="1013141" y="253186"/>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1" name="Google Shape;61;p2"/>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2" name="Google Shape;62;p2"/>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3" name="Google Shape;63;p2"/>
            <p:cNvSpPr/>
            <p:nvPr/>
          </p:nvSpPr>
          <p:spPr>
            <a:xfrm>
              <a:off x="799039" y="467288"/>
              <a:ext cx="48278"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4" name="Google Shape;64;p2"/>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5" name="Google Shape;65;p2"/>
            <p:cNvSpPr/>
            <p:nvPr/>
          </p:nvSpPr>
          <p:spPr>
            <a:xfrm>
              <a:off x="658403" y="60792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6" name="Google Shape;66;p2"/>
            <p:cNvSpPr/>
            <p:nvPr/>
          </p:nvSpPr>
          <p:spPr>
            <a:xfrm>
              <a:off x="587035" y="679292"/>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7" name="Google Shape;67;p2"/>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8" name="Google Shape;68;p2"/>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9" name="Google Shape;69;p2"/>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0" name="Google Shape;70;p2"/>
            <p:cNvSpPr/>
            <p:nvPr/>
          </p:nvSpPr>
          <p:spPr>
            <a:xfrm>
              <a:off x="885100" y="267879"/>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1" name="Google Shape;71;p2"/>
            <p:cNvSpPr/>
            <p:nvPr/>
          </p:nvSpPr>
          <p:spPr>
            <a:xfrm>
              <a:off x="813732" y="337148"/>
              <a:ext cx="46179"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2" name="Google Shape;72;p2"/>
            <p:cNvSpPr/>
            <p:nvPr/>
          </p:nvSpPr>
          <p:spPr>
            <a:xfrm>
              <a:off x="742364" y="408515"/>
              <a:ext cx="48278"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3" name="Google Shape;73;p2"/>
            <p:cNvSpPr/>
            <p:nvPr/>
          </p:nvSpPr>
          <p:spPr>
            <a:xfrm>
              <a:off x="670997" y="47988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4" name="Google Shape;74;p2"/>
            <p:cNvSpPr/>
            <p:nvPr/>
          </p:nvSpPr>
          <p:spPr>
            <a:xfrm>
              <a:off x="599629" y="55125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5" name="Google Shape;75;p2"/>
            <p:cNvSpPr/>
            <p:nvPr/>
          </p:nvSpPr>
          <p:spPr>
            <a:xfrm>
              <a:off x="528262" y="622618"/>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6" name="Google Shape;76;p2"/>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7" name="Google Shape;77;p2"/>
            <p:cNvSpPr/>
            <p:nvPr/>
          </p:nvSpPr>
          <p:spPr>
            <a:xfrm>
              <a:off x="389725" y="765353"/>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8" name="Google Shape;78;p2"/>
            <p:cNvSpPr/>
            <p:nvPr/>
          </p:nvSpPr>
          <p:spPr>
            <a:xfrm>
              <a:off x="899793" y="139837"/>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9" name="Google Shape;79;p2"/>
            <p:cNvSpPr/>
            <p:nvPr/>
          </p:nvSpPr>
          <p:spPr>
            <a:xfrm>
              <a:off x="828425" y="211205"/>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0" name="Google Shape;80;p2"/>
            <p:cNvSpPr/>
            <p:nvPr/>
          </p:nvSpPr>
          <p:spPr>
            <a:xfrm>
              <a:off x="754959" y="280473"/>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1" name="Google Shape;81;p2"/>
            <p:cNvSpPr/>
            <p:nvPr/>
          </p:nvSpPr>
          <p:spPr>
            <a:xfrm>
              <a:off x="683591" y="351841"/>
              <a:ext cx="48278"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2" name="Google Shape;82;p2"/>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3" name="Google Shape;83;p2"/>
            <p:cNvSpPr/>
            <p:nvPr/>
          </p:nvSpPr>
          <p:spPr>
            <a:xfrm>
              <a:off x="542955" y="492477"/>
              <a:ext cx="46179"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4" name="Google Shape;84;p2"/>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5" name="Google Shape;85;p2"/>
            <p:cNvSpPr/>
            <p:nvPr/>
          </p:nvSpPr>
          <p:spPr>
            <a:xfrm>
              <a:off x="400220" y="635212"/>
              <a:ext cx="48278" cy="48278"/>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6" name="Google Shape;86;p2"/>
            <p:cNvSpPr/>
            <p:nvPr/>
          </p:nvSpPr>
          <p:spPr>
            <a:xfrm>
              <a:off x="328852" y="70658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7" name="Google Shape;87;p2"/>
            <p:cNvSpPr/>
            <p:nvPr/>
          </p:nvSpPr>
          <p:spPr>
            <a:xfrm>
              <a:off x="841020" y="81064"/>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8" name="Google Shape;88;p2"/>
            <p:cNvSpPr/>
            <p:nvPr/>
          </p:nvSpPr>
          <p:spPr>
            <a:xfrm>
              <a:off x="767553" y="15033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9" name="Google Shape;89;p2"/>
            <p:cNvSpPr/>
            <p:nvPr/>
          </p:nvSpPr>
          <p:spPr>
            <a:xfrm>
              <a:off x="696185" y="22170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0" name="Google Shape;90;p2"/>
            <p:cNvSpPr/>
            <p:nvPr/>
          </p:nvSpPr>
          <p:spPr>
            <a:xfrm>
              <a:off x="626917" y="293068"/>
              <a:ext cx="46179"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1" name="Google Shape;91;p2"/>
            <p:cNvSpPr/>
            <p:nvPr/>
          </p:nvSpPr>
          <p:spPr>
            <a:xfrm>
              <a:off x="555549" y="36443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2" name="Google Shape;92;p2"/>
            <p:cNvSpPr/>
            <p:nvPr/>
          </p:nvSpPr>
          <p:spPr>
            <a:xfrm>
              <a:off x="484182" y="435803"/>
              <a:ext cx="48278"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3" name="Google Shape;93;p2"/>
            <p:cNvSpPr/>
            <p:nvPr/>
          </p:nvSpPr>
          <p:spPr>
            <a:xfrm>
              <a:off x="412814" y="507170"/>
              <a:ext cx="48278" cy="46179"/>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4" name="Google Shape;94;p2"/>
            <p:cNvSpPr/>
            <p:nvPr/>
          </p:nvSpPr>
          <p:spPr>
            <a:xfrm>
              <a:off x="341447" y="576439"/>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5" name="Google Shape;95;p2"/>
            <p:cNvSpPr/>
            <p:nvPr/>
          </p:nvSpPr>
          <p:spPr>
            <a:xfrm>
              <a:off x="270079" y="64780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 name="Google Shape;96;p2"/>
            <p:cNvSpPr/>
            <p:nvPr/>
          </p:nvSpPr>
          <p:spPr>
            <a:xfrm>
              <a:off x="782246" y="22291"/>
              <a:ext cx="46179"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7" name="Google Shape;97;p2"/>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8" name="Google Shape;98;p2"/>
            <p:cNvSpPr/>
            <p:nvPr/>
          </p:nvSpPr>
          <p:spPr>
            <a:xfrm>
              <a:off x="641610" y="167125"/>
              <a:ext cx="44080" cy="419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9" name="Google Shape;99;p2"/>
            <p:cNvSpPr/>
            <p:nvPr/>
          </p:nvSpPr>
          <p:spPr>
            <a:xfrm>
              <a:off x="570243" y="236393"/>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0" name="Google Shape;100;p2"/>
            <p:cNvSpPr/>
            <p:nvPr/>
          </p:nvSpPr>
          <p:spPr>
            <a:xfrm>
              <a:off x="496776" y="305662"/>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1" name="Google Shape;101;p2"/>
            <p:cNvSpPr/>
            <p:nvPr/>
          </p:nvSpPr>
          <p:spPr>
            <a:xfrm>
              <a:off x="425408" y="37703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 name="Google Shape;102;p2"/>
            <p:cNvSpPr/>
            <p:nvPr/>
          </p:nvSpPr>
          <p:spPr>
            <a:xfrm>
              <a:off x="356140" y="448397"/>
              <a:ext cx="46179"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3" name="Google Shape;103;p2"/>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4" name="Google Shape;104;p2"/>
            <p:cNvSpPr/>
            <p:nvPr/>
          </p:nvSpPr>
          <p:spPr>
            <a:xfrm>
              <a:off x="213405" y="591132"/>
              <a:ext cx="48278" cy="46179"/>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5" name="Google Shape;105;p2"/>
            <p:cNvSpPr/>
            <p:nvPr/>
          </p:nvSpPr>
          <p:spPr>
            <a:xfrm>
              <a:off x="723473" y="-36482"/>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6" name="Google Shape;106;p2"/>
            <p:cNvSpPr/>
            <p:nvPr/>
          </p:nvSpPr>
          <p:spPr>
            <a:xfrm>
              <a:off x="652105" y="3488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7" name="Google Shape;107;p2"/>
            <p:cNvSpPr/>
            <p:nvPr/>
          </p:nvSpPr>
          <p:spPr>
            <a:xfrm>
              <a:off x="582837" y="108352"/>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8" name="Google Shape;108;p2"/>
            <p:cNvSpPr/>
            <p:nvPr/>
          </p:nvSpPr>
          <p:spPr>
            <a:xfrm>
              <a:off x="511469" y="179719"/>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9" name="Google Shape;109;p2"/>
            <p:cNvSpPr/>
            <p:nvPr/>
          </p:nvSpPr>
          <p:spPr>
            <a:xfrm>
              <a:off x="440102" y="248988"/>
              <a:ext cx="46179" cy="46179"/>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0" name="Google Shape;110;p2"/>
            <p:cNvSpPr/>
            <p:nvPr/>
          </p:nvSpPr>
          <p:spPr>
            <a:xfrm>
              <a:off x="368734" y="31825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1" name="Google Shape;111;p2"/>
            <p:cNvSpPr/>
            <p:nvPr/>
          </p:nvSpPr>
          <p:spPr>
            <a:xfrm>
              <a:off x="297367" y="389624"/>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2" name="Google Shape;112;p2"/>
            <p:cNvSpPr/>
            <p:nvPr/>
          </p:nvSpPr>
          <p:spPr>
            <a:xfrm>
              <a:off x="225999" y="460991"/>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 name="Google Shape;113;p2"/>
            <p:cNvSpPr/>
            <p:nvPr/>
          </p:nvSpPr>
          <p:spPr>
            <a:xfrm>
              <a:off x="154631" y="532359"/>
              <a:ext cx="48278"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4" name="Google Shape;114;p2"/>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5" name="Google Shape;115;p2"/>
            <p:cNvSpPr/>
            <p:nvPr/>
          </p:nvSpPr>
          <p:spPr>
            <a:xfrm>
              <a:off x="593332" y="-23888"/>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6" name="Google Shape;116;p2"/>
            <p:cNvSpPr/>
            <p:nvPr/>
          </p:nvSpPr>
          <p:spPr>
            <a:xfrm>
              <a:off x="524064" y="47479"/>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7" name="Google Shape;117;p2"/>
            <p:cNvSpPr/>
            <p:nvPr/>
          </p:nvSpPr>
          <p:spPr>
            <a:xfrm>
              <a:off x="452696" y="118847"/>
              <a:ext cx="48278"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8" name="Google Shape;118;p2"/>
            <p:cNvSpPr/>
            <p:nvPr/>
          </p:nvSpPr>
          <p:spPr>
            <a:xfrm>
              <a:off x="381328" y="190214"/>
              <a:ext cx="48278"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9" name="Google Shape;119;p2"/>
            <p:cNvSpPr/>
            <p:nvPr/>
          </p:nvSpPr>
          <p:spPr>
            <a:xfrm>
              <a:off x="312060" y="263681"/>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0" name="Google Shape;120;p2"/>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1" name="Google Shape;121;p2"/>
            <p:cNvSpPr/>
            <p:nvPr/>
          </p:nvSpPr>
          <p:spPr>
            <a:xfrm>
              <a:off x="167226" y="404317"/>
              <a:ext cx="48278"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2" name="Google Shape;122;p2"/>
            <p:cNvSpPr/>
            <p:nvPr/>
          </p:nvSpPr>
          <p:spPr>
            <a:xfrm>
              <a:off x="97957" y="473586"/>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3" name="Google Shape;123;p2"/>
            <p:cNvSpPr/>
            <p:nvPr/>
          </p:nvSpPr>
          <p:spPr>
            <a:xfrm>
              <a:off x="608025" y="-151930"/>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4" name="Google Shape;124;p2"/>
            <p:cNvSpPr/>
            <p:nvPr/>
          </p:nvSpPr>
          <p:spPr>
            <a:xfrm>
              <a:off x="536658" y="-80562"/>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5" name="Google Shape;125;p2"/>
            <p:cNvSpPr/>
            <p:nvPr/>
          </p:nvSpPr>
          <p:spPr>
            <a:xfrm>
              <a:off x="465290" y="-9195"/>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6" name="Google Shape;126;p2"/>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7" name="Google Shape;127;p2"/>
            <p:cNvSpPr/>
            <p:nvPr/>
          </p:nvSpPr>
          <p:spPr>
            <a:xfrm>
              <a:off x="322555" y="131441"/>
              <a:ext cx="48278" cy="48278"/>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8" name="Google Shape;128;p2"/>
            <p:cNvSpPr/>
            <p:nvPr/>
          </p:nvSpPr>
          <p:spPr>
            <a:xfrm>
              <a:off x="255386" y="204908"/>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9" name="Google Shape;129;p2"/>
            <p:cNvSpPr/>
            <p:nvPr/>
          </p:nvSpPr>
          <p:spPr>
            <a:xfrm>
              <a:off x="184018" y="276275"/>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0" name="Google Shape;130;p2"/>
            <p:cNvSpPr/>
            <p:nvPr/>
          </p:nvSpPr>
          <p:spPr>
            <a:xfrm>
              <a:off x="110552" y="345544"/>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1" name="Google Shape;131;p2"/>
            <p:cNvSpPr/>
            <p:nvPr/>
          </p:nvSpPr>
          <p:spPr>
            <a:xfrm>
              <a:off x="39184" y="416911"/>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grpSp>
        <p:nvGrpSpPr>
          <p:cNvPr id="132" name="Google Shape;132;p2"/>
          <p:cNvGrpSpPr/>
          <p:nvPr/>
        </p:nvGrpSpPr>
        <p:grpSpPr>
          <a:xfrm flipH="1">
            <a:off x="8057475" y="4108380"/>
            <a:ext cx="1507863" cy="1510278"/>
            <a:chOff x="39184" y="-151930"/>
            <a:chExt cx="1309806" cy="1311904"/>
          </a:xfrm>
        </p:grpSpPr>
        <p:sp>
          <p:nvSpPr>
            <p:cNvPr id="133" name="Google Shape;133;p2"/>
            <p:cNvSpPr/>
            <p:nvPr/>
          </p:nvSpPr>
          <p:spPr>
            <a:xfrm>
              <a:off x="1304909" y="544953"/>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4" name="Google Shape;134;p2"/>
            <p:cNvSpPr/>
            <p:nvPr/>
          </p:nvSpPr>
          <p:spPr>
            <a:xfrm>
              <a:off x="1231442" y="614221"/>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5" name="Google Shape;135;p2"/>
            <p:cNvSpPr/>
            <p:nvPr/>
          </p:nvSpPr>
          <p:spPr>
            <a:xfrm>
              <a:off x="1160075" y="685588"/>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6" name="Google Shape;136;p2"/>
            <p:cNvSpPr/>
            <p:nvPr/>
          </p:nvSpPr>
          <p:spPr>
            <a:xfrm>
              <a:off x="1088707" y="756956"/>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 name="Google Shape;137;p2"/>
            <p:cNvSpPr/>
            <p:nvPr/>
          </p:nvSpPr>
          <p:spPr>
            <a:xfrm>
              <a:off x="1019439" y="828324"/>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 name="Google Shape;138;p2"/>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9" name="Google Shape;139;p2"/>
            <p:cNvSpPr/>
            <p:nvPr/>
          </p:nvSpPr>
          <p:spPr>
            <a:xfrm>
              <a:off x="876704" y="968960"/>
              <a:ext cx="48279" cy="48279"/>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0" name="Google Shape;140;p2"/>
            <p:cNvSpPr/>
            <p:nvPr/>
          </p:nvSpPr>
          <p:spPr>
            <a:xfrm>
              <a:off x="805336" y="1040328"/>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1" name="Google Shape;141;p2"/>
            <p:cNvSpPr/>
            <p:nvPr/>
          </p:nvSpPr>
          <p:spPr>
            <a:xfrm>
              <a:off x="733969" y="1111695"/>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2" name="Google Shape;142;p2"/>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3" name="Google Shape;143;p2"/>
            <p:cNvSpPr/>
            <p:nvPr/>
          </p:nvSpPr>
          <p:spPr>
            <a:xfrm>
              <a:off x="1174769" y="557547"/>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4" name="Google Shape;144;p2"/>
            <p:cNvSpPr/>
            <p:nvPr/>
          </p:nvSpPr>
          <p:spPr>
            <a:xfrm>
              <a:off x="1105499" y="628915"/>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5" name="Google Shape;145;p2"/>
            <p:cNvSpPr/>
            <p:nvPr/>
          </p:nvSpPr>
          <p:spPr>
            <a:xfrm>
              <a:off x="1034132" y="700282"/>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6" name="Google Shape;146;p2"/>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7" name="Google Shape;147;p2"/>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8" name="Google Shape;148;p2"/>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9" name="Google Shape;149;p2"/>
            <p:cNvSpPr/>
            <p:nvPr/>
          </p:nvSpPr>
          <p:spPr>
            <a:xfrm>
              <a:off x="748662" y="983653"/>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0" name="Google Shape;150;p2"/>
            <p:cNvSpPr/>
            <p:nvPr/>
          </p:nvSpPr>
          <p:spPr>
            <a:xfrm>
              <a:off x="677294" y="1052922"/>
              <a:ext cx="46179" cy="48279"/>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1" name="Google Shape;151;p2"/>
            <p:cNvSpPr/>
            <p:nvPr/>
          </p:nvSpPr>
          <p:spPr>
            <a:xfrm>
              <a:off x="1187363" y="427407"/>
              <a:ext cx="48279"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2" name="Google Shape;152;p2"/>
            <p:cNvSpPr/>
            <p:nvPr/>
          </p:nvSpPr>
          <p:spPr>
            <a:xfrm>
              <a:off x="1115995" y="498774"/>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3" name="Google Shape;153;p2"/>
            <p:cNvSpPr/>
            <p:nvPr/>
          </p:nvSpPr>
          <p:spPr>
            <a:xfrm>
              <a:off x="1046726" y="572240"/>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4" name="Google Shape;154;p2"/>
            <p:cNvSpPr/>
            <p:nvPr/>
          </p:nvSpPr>
          <p:spPr>
            <a:xfrm>
              <a:off x="975359" y="643608"/>
              <a:ext cx="44081"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5" name="Google Shape;155;p2"/>
            <p:cNvSpPr/>
            <p:nvPr/>
          </p:nvSpPr>
          <p:spPr>
            <a:xfrm>
              <a:off x="901893" y="710777"/>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6" name="Google Shape;156;p2"/>
            <p:cNvSpPr/>
            <p:nvPr/>
          </p:nvSpPr>
          <p:spPr>
            <a:xfrm>
              <a:off x="832623" y="782145"/>
              <a:ext cx="461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7" name="Google Shape;157;p2"/>
            <p:cNvSpPr/>
            <p:nvPr/>
          </p:nvSpPr>
          <p:spPr>
            <a:xfrm>
              <a:off x="761256" y="853512"/>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8" name="Google Shape;158;p2"/>
            <p:cNvSpPr/>
            <p:nvPr/>
          </p:nvSpPr>
          <p:spPr>
            <a:xfrm>
              <a:off x="689888" y="924880"/>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9" name="Google Shape;159;p2"/>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0" name="Google Shape;160;p2"/>
            <p:cNvSpPr/>
            <p:nvPr/>
          </p:nvSpPr>
          <p:spPr>
            <a:xfrm>
              <a:off x="1128589" y="370732"/>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1" name="Google Shape;161;p2"/>
            <p:cNvSpPr/>
            <p:nvPr/>
          </p:nvSpPr>
          <p:spPr>
            <a:xfrm>
              <a:off x="1057221" y="440001"/>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2" name="Google Shape;162;p2"/>
            <p:cNvSpPr/>
            <p:nvPr/>
          </p:nvSpPr>
          <p:spPr>
            <a:xfrm>
              <a:off x="985854" y="511368"/>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3" name="Google Shape;163;p2"/>
            <p:cNvSpPr/>
            <p:nvPr/>
          </p:nvSpPr>
          <p:spPr>
            <a:xfrm>
              <a:off x="916585" y="582736"/>
              <a:ext cx="46179" cy="48278"/>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4" name="Google Shape;164;p2"/>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5" name="Google Shape;165;p2"/>
            <p:cNvSpPr/>
            <p:nvPr/>
          </p:nvSpPr>
          <p:spPr>
            <a:xfrm>
              <a:off x="775949" y="727570"/>
              <a:ext cx="44080"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6" name="Google Shape;166;p2"/>
            <p:cNvSpPr/>
            <p:nvPr/>
          </p:nvSpPr>
          <p:spPr>
            <a:xfrm>
              <a:off x="702483" y="796839"/>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7" name="Google Shape;167;p2"/>
            <p:cNvSpPr/>
            <p:nvPr/>
          </p:nvSpPr>
          <p:spPr>
            <a:xfrm>
              <a:off x="631115" y="866107"/>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8" name="Google Shape;168;p2"/>
            <p:cNvSpPr/>
            <p:nvPr/>
          </p:nvSpPr>
          <p:spPr>
            <a:xfrm>
              <a:off x="559747" y="93747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9" name="Google Shape;169;p2"/>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0" name="Google Shape;170;p2"/>
            <p:cNvSpPr/>
            <p:nvPr/>
          </p:nvSpPr>
          <p:spPr>
            <a:xfrm>
              <a:off x="1000547" y="383327"/>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1" name="Google Shape;171;p2"/>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2" name="Google Shape;172;p2"/>
            <p:cNvSpPr/>
            <p:nvPr/>
          </p:nvSpPr>
          <p:spPr>
            <a:xfrm>
              <a:off x="857812" y="523963"/>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3" name="Google Shape;173;p2"/>
            <p:cNvSpPr/>
            <p:nvPr/>
          </p:nvSpPr>
          <p:spPr>
            <a:xfrm>
              <a:off x="786444" y="595330"/>
              <a:ext cx="48278" cy="48278"/>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4" name="Google Shape;174;p2"/>
            <p:cNvSpPr/>
            <p:nvPr/>
          </p:nvSpPr>
          <p:spPr>
            <a:xfrm>
              <a:off x="717176" y="668797"/>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5" name="Google Shape;175;p2"/>
            <p:cNvSpPr/>
            <p:nvPr/>
          </p:nvSpPr>
          <p:spPr>
            <a:xfrm>
              <a:off x="647907" y="740164"/>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6" name="Google Shape;176;p2"/>
            <p:cNvSpPr/>
            <p:nvPr/>
          </p:nvSpPr>
          <p:spPr>
            <a:xfrm>
              <a:off x="574441" y="809433"/>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7" name="Google Shape;177;p2"/>
            <p:cNvSpPr/>
            <p:nvPr/>
          </p:nvSpPr>
          <p:spPr>
            <a:xfrm>
              <a:off x="503073" y="880800"/>
              <a:ext cx="48278" cy="461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8" name="Google Shape;178;p2"/>
            <p:cNvSpPr/>
            <p:nvPr/>
          </p:nvSpPr>
          <p:spPr>
            <a:xfrm>
              <a:off x="1013141" y="253186"/>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9" name="Google Shape;179;p2"/>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0" name="Google Shape;180;p2"/>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1" name="Google Shape;181;p2"/>
            <p:cNvSpPr/>
            <p:nvPr/>
          </p:nvSpPr>
          <p:spPr>
            <a:xfrm>
              <a:off x="799039" y="467288"/>
              <a:ext cx="48278"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2" name="Google Shape;182;p2"/>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2"/>
            <p:cNvSpPr/>
            <p:nvPr/>
          </p:nvSpPr>
          <p:spPr>
            <a:xfrm>
              <a:off x="658403" y="60792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4" name="Google Shape;184;p2"/>
            <p:cNvSpPr/>
            <p:nvPr/>
          </p:nvSpPr>
          <p:spPr>
            <a:xfrm>
              <a:off x="587035" y="679292"/>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5" name="Google Shape;185;p2"/>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6" name="Google Shape;186;p2"/>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7" name="Google Shape;187;p2"/>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8" name="Google Shape;188;p2"/>
            <p:cNvSpPr/>
            <p:nvPr/>
          </p:nvSpPr>
          <p:spPr>
            <a:xfrm>
              <a:off x="885100" y="267879"/>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9" name="Google Shape;189;p2"/>
            <p:cNvSpPr/>
            <p:nvPr/>
          </p:nvSpPr>
          <p:spPr>
            <a:xfrm>
              <a:off x="813732" y="337148"/>
              <a:ext cx="46179"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2"/>
            <p:cNvSpPr/>
            <p:nvPr/>
          </p:nvSpPr>
          <p:spPr>
            <a:xfrm>
              <a:off x="742364" y="408515"/>
              <a:ext cx="48278"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1" name="Google Shape;191;p2"/>
            <p:cNvSpPr/>
            <p:nvPr/>
          </p:nvSpPr>
          <p:spPr>
            <a:xfrm>
              <a:off x="670997" y="47988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2" name="Google Shape;192;p2"/>
            <p:cNvSpPr/>
            <p:nvPr/>
          </p:nvSpPr>
          <p:spPr>
            <a:xfrm>
              <a:off x="599629" y="55125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3" name="Google Shape;193;p2"/>
            <p:cNvSpPr/>
            <p:nvPr/>
          </p:nvSpPr>
          <p:spPr>
            <a:xfrm>
              <a:off x="528262" y="622618"/>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4" name="Google Shape;194;p2"/>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5" name="Google Shape;195;p2"/>
            <p:cNvSpPr/>
            <p:nvPr/>
          </p:nvSpPr>
          <p:spPr>
            <a:xfrm>
              <a:off x="389725" y="765353"/>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6" name="Google Shape;196;p2"/>
            <p:cNvSpPr/>
            <p:nvPr/>
          </p:nvSpPr>
          <p:spPr>
            <a:xfrm>
              <a:off x="899793" y="139837"/>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7" name="Google Shape;197;p2"/>
            <p:cNvSpPr/>
            <p:nvPr/>
          </p:nvSpPr>
          <p:spPr>
            <a:xfrm>
              <a:off x="828425" y="211205"/>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8" name="Google Shape;198;p2"/>
            <p:cNvSpPr/>
            <p:nvPr/>
          </p:nvSpPr>
          <p:spPr>
            <a:xfrm>
              <a:off x="754959" y="280473"/>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9" name="Google Shape;199;p2"/>
            <p:cNvSpPr/>
            <p:nvPr/>
          </p:nvSpPr>
          <p:spPr>
            <a:xfrm>
              <a:off x="683591" y="351841"/>
              <a:ext cx="48278"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0" name="Google Shape;200;p2"/>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1" name="Google Shape;201;p2"/>
            <p:cNvSpPr/>
            <p:nvPr/>
          </p:nvSpPr>
          <p:spPr>
            <a:xfrm>
              <a:off x="542955" y="492477"/>
              <a:ext cx="46179"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2" name="Google Shape;202;p2"/>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3" name="Google Shape;203;p2"/>
            <p:cNvSpPr/>
            <p:nvPr/>
          </p:nvSpPr>
          <p:spPr>
            <a:xfrm>
              <a:off x="400220" y="635212"/>
              <a:ext cx="48278" cy="48278"/>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4" name="Google Shape;204;p2"/>
            <p:cNvSpPr/>
            <p:nvPr/>
          </p:nvSpPr>
          <p:spPr>
            <a:xfrm>
              <a:off x="328852" y="70658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5" name="Google Shape;205;p2"/>
            <p:cNvSpPr/>
            <p:nvPr/>
          </p:nvSpPr>
          <p:spPr>
            <a:xfrm>
              <a:off x="841020" y="81064"/>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6" name="Google Shape;206;p2"/>
            <p:cNvSpPr/>
            <p:nvPr/>
          </p:nvSpPr>
          <p:spPr>
            <a:xfrm>
              <a:off x="767553" y="15033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7" name="Google Shape;207;p2"/>
            <p:cNvSpPr/>
            <p:nvPr/>
          </p:nvSpPr>
          <p:spPr>
            <a:xfrm>
              <a:off x="696185" y="22170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8" name="Google Shape;208;p2"/>
            <p:cNvSpPr/>
            <p:nvPr/>
          </p:nvSpPr>
          <p:spPr>
            <a:xfrm>
              <a:off x="626917" y="293068"/>
              <a:ext cx="46179"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9" name="Google Shape;209;p2"/>
            <p:cNvSpPr/>
            <p:nvPr/>
          </p:nvSpPr>
          <p:spPr>
            <a:xfrm>
              <a:off x="555549" y="36443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0" name="Google Shape;210;p2"/>
            <p:cNvSpPr/>
            <p:nvPr/>
          </p:nvSpPr>
          <p:spPr>
            <a:xfrm>
              <a:off x="484182" y="435803"/>
              <a:ext cx="48278"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1" name="Google Shape;211;p2"/>
            <p:cNvSpPr/>
            <p:nvPr/>
          </p:nvSpPr>
          <p:spPr>
            <a:xfrm>
              <a:off x="412814" y="507170"/>
              <a:ext cx="48278" cy="46179"/>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2" name="Google Shape;212;p2"/>
            <p:cNvSpPr/>
            <p:nvPr/>
          </p:nvSpPr>
          <p:spPr>
            <a:xfrm>
              <a:off x="341447" y="576439"/>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3" name="Google Shape;213;p2"/>
            <p:cNvSpPr/>
            <p:nvPr/>
          </p:nvSpPr>
          <p:spPr>
            <a:xfrm>
              <a:off x="270079" y="64780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4" name="Google Shape;214;p2"/>
            <p:cNvSpPr/>
            <p:nvPr/>
          </p:nvSpPr>
          <p:spPr>
            <a:xfrm>
              <a:off x="782246" y="22291"/>
              <a:ext cx="46179"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5" name="Google Shape;215;p2"/>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6" name="Google Shape;216;p2"/>
            <p:cNvSpPr/>
            <p:nvPr/>
          </p:nvSpPr>
          <p:spPr>
            <a:xfrm>
              <a:off x="641610" y="167125"/>
              <a:ext cx="44080"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7" name="Google Shape;217;p2"/>
            <p:cNvSpPr/>
            <p:nvPr/>
          </p:nvSpPr>
          <p:spPr>
            <a:xfrm>
              <a:off x="570243" y="236393"/>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8" name="Google Shape;218;p2"/>
            <p:cNvSpPr/>
            <p:nvPr/>
          </p:nvSpPr>
          <p:spPr>
            <a:xfrm>
              <a:off x="496776" y="305662"/>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9" name="Google Shape;219;p2"/>
            <p:cNvSpPr/>
            <p:nvPr/>
          </p:nvSpPr>
          <p:spPr>
            <a:xfrm>
              <a:off x="425408" y="37703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0" name="Google Shape;220;p2"/>
            <p:cNvSpPr/>
            <p:nvPr/>
          </p:nvSpPr>
          <p:spPr>
            <a:xfrm>
              <a:off x="356140" y="448397"/>
              <a:ext cx="46179"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1" name="Google Shape;221;p2"/>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2" name="Google Shape;222;p2"/>
            <p:cNvSpPr/>
            <p:nvPr/>
          </p:nvSpPr>
          <p:spPr>
            <a:xfrm>
              <a:off x="213405" y="591132"/>
              <a:ext cx="48278" cy="46179"/>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3" name="Google Shape;223;p2"/>
            <p:cNvSpPr/>
            <p:nvPr/>
          </p:nvSpPr>
          <p:spPr>
            <a:xfrm>
              <a:off x="723473" y="-36482"/>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4" name="Google Shape;224;p2"/>
            <p:cNvSpPr/>
            <p:nvPr/>
          </p:nvSpPr>
          <p:spPr>
            <a:xfrm>
              <a:off x="652105" y="3488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5" name="Google Shape;225;p2"/>
            <p:cNvSpPr/>
            <p:nvPr/>
          </p:nvSpPr>
          <p:spPr>
            <a:xfrm>
              <a:off x="582837" y="108352"/>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6" name="Google Shape;226;p2"/>
            <p:cNvSpPr/>
            <p:nvPr/>
          </p:nvSpPr>
          <p:spPr>
            <a:xfrm>
              <a:off x="511469" y="179719"/>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7" name="Google Shape;227;p2"/>
            <p:cNvSpPr/>
            <p:nvPr/>
          </p:nvSpPr>
          <p:spPr>
            <a:xfrm>
              <a:off x="440102" y="248988"/>
              <a:ext cx="46179" cy="46179"/>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8" name="Google Shape;228;p2"/>
            <p:cNvSpPr/>
            <p:nvPr/>
          </p:nvSpPr>
          <p:spPr>
            <a:xfrm>
              <a:off x="368734" y="31825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9" name="Google Shape;229;p2"/>
            <p:cNvSpPr/>
            <p:nvPr/>
          </p:nvSpPr>
          <p:spPr>
            <a:xfrm>
              <a:off x="297367" y="389624"/>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0" name="Google Shape;230;p2"/>
            <p:cNvSpPr/>
            <p:nvPr/>
          </p:nvSpPr>
          <p:spPr>
            <a:xfrm>
              <a:off x="225999" y="460991"/>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1" name="Google Shape;231;p2"/>
            <p:cNvSpPr/>
            <p:nvPr/>
          </p:nvSpPr>
          <p:spPr>
            <a:xfrm>
              <a:off x="154631" y="532359"/>
              <a:ext cx="48278"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2" name="Google Shape;232;p2"/>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3" name="Google Shape;233;p2"/>
            <p:cNvSpPr/>
            <p:nvPr/>
          </p:nvSpPr>
          <p:spPr>
            <a:xfrm>
              <a:off x="593332" y="-23888"/>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4" name="Google Shape;234;p2"/>
            <p:cNvSpPr/>
            <p:nvPr/>
          </p:nvSpPr>
          <p:spPr>
            <a:xfrm>
              <a:off x="524064" y="47479"/>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5" name="Google Shape;235;p2"/>
            <p:cNvSpPr/>
            <p:nvPr/>
          </p:nvSpPr>
          <p:spPr>
            <a:xfrm>
              <a:off x="452696" y="118847"/>
              <a:ext cx="48278"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6" name="Google Shape;236;p2"/>
            <p:cNvSpPr/>
            <p:nvPr/>
          </p:nvSpPr>
          <p:spPr>
            <a:xfrm>
              <a:off x="381328" y="190214"/>
              <a:ext cx="48278"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7" name="Google Shape;237;p2"/>
            <p:cNvSpPr/>
            <p:nvPr/>
          </p:nvSpPr>
          <p:spPr>
            <a:xfrm>
              <a:off x="312060" y="263681"/>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8" name="Google Shape;238;p2"/>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9" name="Google Shape;239;p2"/>
            <p:cNvSpPr/>
            <p:nvPr/>
          </p:nvSpPr>
          <p:spPr>
            <a:xfrm>
              <a:off x="167226" y="404317"/>
              <a:ext cx="48278"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0" name="Google Shape;240;p2"/>
            <p:cNvSpPr/>
            <p:nvPr/>
          </p:nvSpPr>
          <p:spPr>
            <a:xfrm>
              <a:off x="97957" y="473586"/>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1" name="Google Shape;241;p2"/>
            <p:cNvSpPr/>
            <p:nvPr/>
          </p:nvSpPr>
          <p:spPr>
            <a:xfrm>
              <a:off x="608025" y="-151930"/>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2" name="Google Shape;242;p2"/>
            <p:cNvSpPr/>
            <p:nvPr/>
          </p:nvSpPr>
          <p:spPr>
            <a:xfrm>
              <a:off x="536658" y="-80562"/>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3" name="Google Shape;243;p2"/>
            <p:cNvSpPr/>
            <p:nvPr/>
          </p:nvSpPr>
          <p:spPr>
            <a:xfrm>
              <a:off x="465290" y="-9195"/>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4" name="Google Shape;244;p2"/>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5" name="Google Shape;245;p2"/>
            <p:cNvSpPr/>
            <p:nvPr/>
          </p:nvSpPr>
          <p:spPr>
            <a:xfrm>
              <a:off x="322555" y="131441"/>
              <a:ext cx="48278" cy="48278"/>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6" name="Google Shape;246;p2"/>
            <p:cNvSpPr/>
            <p:nvPr/>
          </p:nvSpPr>
          <p:spPr>
            <a:xfrm>
              <a:off x="255386" y="204908"/>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7" name="Google Shape;247;p2"/>
            <p:cNvSpPr/>
            <p:nvPr/>
          </p:nvSpPr>
          <p:spPr>
            <a:xfrm>
              <a:off x="184018" y="276275"/>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8" name="Google Shape;248;p2"/>
            <p:cNvSpPr/>
            <p:nvPr/>
          </p:nvSpPr>
          <p:spPr>
            <a:xfrm>
              <a:off x="110552" y="345544"/>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9" name="Google Shape;249;p2"/>
            <p:cNvSpPr/>
            <p:nvPr/>
          </p:nvSpPr>
          <p:spPr>
            <a:xfrm>
              <a:off x="39184" y="416911"/>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obj">
  <p:cSld name="OBJECT">
    <p:spTree>
      <p:nvGrpSpPr>
        <p:cNvPr id="1" name="Shape 250"/>
        <p:cNvGrpSpPr/>
        <p:nvPr/>
      </p:nvGrpSpPr>
      <p:grpSpPr>
        <a:xfrm>
          <a:off x="0" y="0"/>
          <a:ext cx="0" cy="0"/>
          <a:chOff x="0" y="0"/>
          <a:chExt cx="0" cy="0"/>
        </a:xfrm>
      </p:grpSpPr>
      <p:sp>
        <p:nvSpPr>
          <p:cNvPr id="251" name="Google Shape;251;p3"/>
          <p:cNvSpPr txBox="1">
            <a:spLocks noGrp="1"/>
          </p:cNvSpPr>
          <p:nvPr>
            <p:ph type="title"/>
          </p:nvPr>
        </p:nvSpPr>
        <p:spPr>
          <a:xfrm>
            <a:off x="723900" y="552449"/>
            <a:ext cx="7696200" cy="639388"/>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sz="3400" b="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2" name="Google Shape;252;p3"/>
          <p:cNvSpPr txBox="1">
            <a:spLocks noGrp="1"/>
          </p:cNvSpPr>
          <p:nvPr>
            <p:ph type="body" idx="1"/>
          </p:nvPr>
        </p:nvSpPr>
        <p:spPr>
          <a:xfrm>
            <a:off x="723900" y="1250612"/>
            <a:ext cx="7696200" cy="32310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solidFill>
                  <a:schemeClr val="dk1"/>
                </a:solidFill>
                <a:latin typeface="Arimo"/>
                <a:ea typeface="Arimo"/>
                <a:cs typeface="Arimo"/>
                <a:sym typeface="Arimo"/>
              </a:defRPr>
            </a:lvl1pPr>
            <a:lvl2pPr marL="914400" lvl="1" indent="-228600" algn="l">
              <a:lnSpc>
                <a:spcPct val="90000"/>
              </a:lnSpc>
              <a:spcBef>
                <a:spcPts val="375"/>
              </a:spcBef>
              <a:spcAft>
                <a:spcPts val="0"/>
              </a:spcAft>
              <a:buClr>
                <a:schemeClr val="dk1"/>
              </a:buClr>
              <a:buSzPts val="1200"/>
              <a:buNone/>
              <a:defRPr sz="1200"/>
            </a:lvl2pPr>
            <a:lvl3pPr marL="1371600" lvl="2" indent="-228600" algn="l">
              <a:lnSpc>
                <a:spcPct val="90000"/>
              </a:lnSpc>
              <a:spcBef>
                <a:spcPts val="375"/>
              </a:spcBef>
              <a:spcAft>
                <a:spcPts val="0"/>
              </a:spcAft>
              <a:buClr>
                <a:schemeClr val="dk1"/>
              </a:buClr>
              <a:buSzPts val="1200"/>
              <a:buNone/>
              <a:defRPr sz="1200"/>
            </a:lvl3pPr>
            <a:lvl4pPr marL="1828800" lvl="3" indent="-228600" algn="l">
              <a:lnSpc>
                <a:spcPct val="90000"/>
              </a:lnSpc>
              <a:spcBef>
                <a:spcPts val="375"/>
              </a:spcBef>
              <a:spcAft>
                <a:spcPts val="0"/>
              </a:spcAft>
              <a:buClr>
                <a:schemeClr val="dk1"/>
              </a:buClr>
              <a:buSzPts val="1200"/>
              <a:buNone/>
              <a:defRPr sz="1200"/>
            </a:lvl4pPr>
            <a:lvl5pPr marL="2286000" lvl="4" indent="-228600" algn="l">
              <a:lnSpc>
                <a:spcPct val="90000"/>
              </a:lnSpc>
              <a:spcBef>
                <a:spcPts val="375"/>
              </a:spcBef>
              <a:spcAft>
                <a:spcPts val="0"/>
              </a:spcAft>
              <a:buClr>
                <a:schemeClr val="dk1"/>
              </a:buClr>
              <a:buSzPts val="1200"/>
              <a:buNone/>
              <a:defRPr sz="12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53" name="Google Shape;253;p3"/>
          <p:cNvSpPr/>
          <p:nvPr/>
        </p:nvSpPr>
        <p:spPr>
          <a:xfrm>
            <a:off x="8403036" y="4402536"/>
            <a:ext cx="740964" cy="740964"/>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4" name="Google Shape;254;p3"/>
          <p:cNvSpPr/>
          <p:nvPr/>
        </p:nvSpPr>
        <p:spPr>
          <a:xfrm>
            <a:off x="-1093603" y="3011591"/>
            <a:ext cx="2187206" cy="2575530"/>
          </a:xfrm>
          <a:custGeom>
            <a:avLst/>
            <a:gdLst/>
            <a:ahLst/>
            <a:cxnLst/>
            <a:rect l="l" t="t" r="r" b="b"/>
            <a:pathLst>
              <a:path w="50016" h="58876" extrusionOk="0">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255" name="Google Shape;255;p3"/>
          <p:cNvGrpSpPr/>
          <p:nvPr/>
        </p:nvGrpSpPr>
        <p:grpSpPr>
          <a:xfrm>
            <a:off x="8335771" y="-708522"/>
            <a:ext cx="1507863" cy="1510278"/>
            <a:chOff x="39184" y="-151930"/>
            <a:chExt cx="1309806" cy="1311904"/>
          </a:xfrm>
        </p:grpSpPr>
        <p:sp>
          <p:nvSpPr>
            <p:cNvPr id="256" name="Google Shape;256;p3"/>
            <p:cNvSpPr/>
            <p:nvPr/>
          </p:nvSpPr>
          <p:spPr>
            <a:xfrm>
              <a:off x="1304909" y="544953"/>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7" name="Google Shape;257;p3"/>
            <p:cNvSpPr/>
            <p:nvPr/>
          </p:nvSpPr>
          <p:spPr>
            <a:xfrm>
              <a:off x="1231442" y="614221"/>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8" name="Google Shape;258;p3"/>
            <p:cNvSpPr/>
            <p:nvPr/>
          </p:nvSpPr>
          <p:spPr>
            <a:xfrm>
              <a:off x="1160075" y="685588"/>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9" name="Google Shape;259;p3"/>
            <p:cNvSpPr/>
            <p:nvPr/>
          </p:nvSpPr>
          <p:spPr>
            <a:xfrm>
              <a:off x="1088707" y="756956"/>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0" name="Google Shape;260;p3"/>
            <p:cNvSpPr/>
            <p:nvPr/>
          </p:nvSpPr>
          <p:spPr>
            <a:xfrm>
              <a:off x="1019439" y="828324"/>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1" name="Google Shape;261;p3"/>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2" name="Google Shape;262;p3"/>
            <p:cNvSpPr/>
            <p:nvPr/>
          </p:nvSpPr>
          <p:spPr>
            <a:xfrm>
              <a:off x="876704" y="968960"/>
              <a:ext cx="48279" cy="48279"/>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3" name="Google Shape;263;p3"/>
            <p:cNvSpPr/>
            <p:nvPr/>
          </p:nvSpPr>
          <p:spPr>
            <a:xfrm>
              <a:off x="805336" y="1040328"/>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4" name="Google Shape;264;p3"/>
            <p:cNvSpPr/>
            <p:nvPr/>
          </p:nvSpPr>
          <p:spPr>
            <a:xfrm>
              <a:off x="733969" y="1111695"/>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5" name="Google Shape;265;p3"/>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6" name="Google Shape;266;p3"/>
            <p:cNvSpPr/>
            <p:nvPr/>
          </p:nvSpPr>
          <p:spPr>
            <a:xfrm>
              <a:off x="1174769" y="557547"/>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7" name="Google Shape;267;p3"/>
            <p:cNvSpPr/>
            <p:nvPr/>
          </p:nvSpPr>
          <p:spPr>
            <a:xfrm>
              <a:off x="1105499" y="628915"/>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8" name="Google Shape;268;p3"/>
            <p:cNvSpPr/>
            <p:nvPr/>
          </p:nvSpPr>
          <p:spPr>
            <a:xfrm>
              <a:off x="1034132" y="700282"/>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9" name="Google Shape;269;p3"/>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0" name="Google Shape;270;p3"/>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1" name="Google Shape;271;p3"/>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2" name="Google Shape;272;p3"/>
            <p:cNvSpPr/>
            <p:nvPr/>
          </p:nvSpPr>
          <p:spPr>
            <a:xfrm>
              <a:off x="748662" y="983653"/>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3" name="Google Shape;273;p3"/>
            <p:cNvSpPr/>
            <p:nvPr/>
          </p:nvSpPr>
          <p:spPr>
            <a:xfrm>
              <a:off x="677294" y="1052922"/>
              <a:ext cx="46179" cy="48279"/>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4" name="Google Shape;274;p3"/>
            <p:cNvSpPr/>
            <p:nvPr/>
          </p:nvSpPr>
          <p:spPr>
            <a:xfrm>
              <a:off x="1187363" y="427407"/>
              <a:ext cx="48279"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5" name="Google Shape;275;p3"/>
            <p:cNvSpPr/>
            <p:nvPr/>
          </p:nvSpPr>
          <p:spPr>
            <a:xfrm>
              <a:off x="1115995" y="498774"/>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6" name="Google Shape;276;p3"/>
            <p:cNvSpPr/>
            <p:nvPr/>
          </p:nvSpPr>
          <p:spPr>
            <a:xfrm>
              <a:off x="1046726" y="572240"/>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7" name="Google Shape;277;p3"/>
            <p:cNvSpPr/>
            <p:nvPr/>
          </p:nvSpPr>
          <p:spPr>
            <a:xfrm>
              <a:off x="975359" y="643608"/>
              <a:ext cx="44081"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8" name="Google Shape;278;p3"/>
            <p:cNvSpPr/>
            <p:nvPr/>
          </p:nvSpPr>
          <p:spPr>
            <a:xfrm>
              <a:off x="901893" y="710777"/>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9" name="Google Shape;279;p3"/>
            <p:cNvSpPr/>
            <p:nvPr/>
          </p:nvSpPr>
          <p:spPr>
            <a:xfrm>
              <a:off x="832623" y="782145"/>
              <a:ext cx="461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0" name="Google Shape;280;p3"/>
            <p:cNvSpPr/>
            <p:nvPr/>
          </p:nvSpPr>
          <p:spPr>
            <a:xfrm>
              <a:off x="761256" y="853512"/>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1" name="Google Shape;281;p3"/>
            <p:cNvSpPr/>
            <p:nvPr/>
          </p:nvSpPr>
          <p:spPr>
            <a:xfrm>
              <a:off x="689888" y="924880"/>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2" name="Google Shape;282;p3"/>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3" name="Google Shape;283;p3"/>
            <p:cNvSpPr/>
            <p:nvPr/>
          </p:nvSpPr>
          <p:spPr>
            <a:xfrm>
              <a:off x="1128589" y="370732"/>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4" name="Google Shape;284;p3"/>
            <p:cNvSpPr/>
            <p:nvPr/>
          </p:nvSpPr>
          <p:spPr>
            <a:xfrm>
              <a:off x="1057221" y="440001"/>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5" name="Google Shape;285;p3"/>
            <p:cNvSpPr/>
            <p:nvPr/>
          </p:nvSpPr>
          <p:spPr>
            <a:xfrm>
              <a:off x="985854" y="511368"/>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6" name="Google Shape;286;p3"/>
            <p:cNvSpPr/>
            <p:nvPr/>
          </p:nvSpPr>
          <p:spPr>
            <a:xfrm>
              <a:off x="916585" y="582736"/>
              <a:ext cx="46179" cy="48278"/>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7" name="Google Shape;287;p3"/>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8" name="Google Shape;288;p3"/>
            <p:cNvSpPr/>
            <p:nvPr/>
          </p:nvSpPr>
          <p:spPr>
            <a:xfrm>
              <a:off x="775949" y="727570"/>
              <a:ext cx="44080"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9" name="Google Shape;289;p3"/>
            <p:cNvSpPr/>
            <p:nvPr/>
          </p:nvSpPr>
          <p:spPr>
            <a:xfrm>
              <a:off x="702483" y="796839"/>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0" name="Google Shape;290;p3"/>
            <p:cNvSpPr/>
            <p:nvPr/>
          </p:nvSpPr>
          <p:spPr>
            <a:xfrm>
              <a:off x="631115" y="866107"/>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 name="Google Shape;291;p3"/>
            <p:cNvSpPr/>
            <p:nvPr/>
          </p:nvSpPr>
          <p:spPr>
            <a:xfrm>
              <a:off x="559747" y="93747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2" name="Google Shape;292;p3"/>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3" name="Google Shape;293;p3"/>
            <p:cNvSpPr/>
            <p:nvPr/>
          </p:nvSpPr>
          <p:spPr>
            <a:xfrm>
              <a:off x="1000547" y="383327"/>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 name="Google Shape;294;p3"/>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5" name="Google Shape;295;p3"/>
            <p:cNvSpPr/>
            <p:nvPr/>
          </p:nvSpPr>
          <p:spPr>
            <a:xfrm>
              <a:off x="857812" y="523963"/>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6" name="Google Shape;296;p3"/>
            <p:cNvSpPr/>
            <p:nvPr/>
          </p:nvSpPr>
          <p:spPr>
            <a:xfrm>
              <a:off x="786444" y="595330"/>
              <a:ext cx="48278" cy="48278"/>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7" name="Google Shape;297;p3"/>
            <p:cNvSpPr/>
            <p:nvPr/>
          </p:nvSpPr>
          <p:spPr>
            <a:xfrm>
              <a:off x="717176" y="668797"/>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8" name="Google Shape;298;p3"/>
            <p:cNvSpPr/>
            <p:nvPr/>
          </p:nvSpPr>
          <p:spPr>
            <a:xfrm>
              <a:off x="647907" y="740164"/>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9" name="Google Shape;299;p3"/>
            <p:cNvSpPr/>
            <p:nvPr/>
          </p:nvSpPr>
          <p:spPr>
            <a:xfrm>
              <a:off x="574441" y="809433"/>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0" name="Google Shape;300;p3"/>
            <p:cNvSpPr/>
            <p:nvPr/>
          </p:nvSpPr>
          <p:spPr>
            <a:xfrm>
              <a:off x="503073" y="880800"/>
              <a:ext cx="48278" cy="461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1" name="Google Shape;301;p3"/>
            <p:cNvSpPr/>
            <p:nvPr/>
          </p:nvSpPr>
          <p:spPr>
            <a:xfrm>
              <a:off x="1013141" y="253186"/>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2" name="Google Shape;302;p3"/>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3" name="Google Shape;303;p3"/>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4" name="Google Shape;304;p3"/>
            <p:cNvSpPr/>
            <p:nvPr/>
          </p:nvSpPr>
          <p:spPr>
            <a:xfrm>
              <a:off x="799039" y="467288"/>
              <a:ext cx="48278"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5" name="Google Shape;305;p3"/>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6" name="Google Shape;306;p3"/>
            <p:cNvSpPr/>
            <p:nvPr/>
          </p:nvSpPr>
          <p:spPr>
            <a:xfrm>
              <a:off x="658403" y="60792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7" name="Google Shape;307;p3"/>
            <p:cNvSpPr/>
            <p:nvPr/>
          </p:nvSpPr>
          <p:spPr>
            <a:xfrm>
              <a:off x="587035" y="679292"/>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8" name="Google Shape;308;p3"/>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9" name="Google Shape;309;p3"/>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0" name="Google Shape;310;p3"/>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1" name="Google Shape;311;p3"/>
            <p:cNvSpPr/>
            <p:nvPr/>
          </p:nvSpPr>
          <p:spPr>
            <a:xfrm>
              <a:off x="885100" y="267879"/>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2" name="Google Shape;312;p3"/>
            <p:cNvSpPr/>
            <p:nvPr/>
          </p:nvSpPr>
          <p:spPr>
            <a:xfrm>
              <a:off x="813732" y="337148"/>
              <a:ext cx="46179"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3" name="Google Shape;313;p3"/>
            <p:cNvSpPr/>
            <p:nvPr/>
          </p:nvSpPr>
          <p:spPr>
            <a:xfrm>
              <a:off x="742364" y="408515"/>
              <a:ext cx="48278"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4" name="Google Shape;314;p3"/>
            <p:cNvSpPr/>
            <p:nvPr/>
          </p:nvSpPr>
          <p:spPr>
            <a:xfrm>
              <a:off x="670997" y="47988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5" name="Google Shape;315;p3"/>
            <p:cNvSpPr/>
            <p:nvPr/>
          </p:nvSpPr>
          <p:spPr>
            <a:xfrm>
              <a:off x="599629" y="55125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6" name="Google Shape;316;p3"/>
            <p:cNvSpPr/>
            <p:nvPr/>
          </p:nvSpPr>
          <p:spPr>
            <a:xfrm>
              <a:off x="528262" y="622618"/>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7" name="Google Shape;317;p3"/>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8" name="Google Shape;318;p3"/>
            <p:cNvSpPr/>
            <p:nvPr/>
          </p:nvSpPr>
          <p:spPr>
            <a:xfrm>
              <a:off x="389725" y="765353"/>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9" name="Google Shape;319;p3"/>
            <p:cNvSpPr/>
            <p:nvPr/>
          </p:nvSpPr>
          <p:spPr>
            <a:xfrm>
              <a:off x="899793" y="139837"/>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0" name="Google Shape;320;p3"/>
            <p:cNvSpPr/>
            <p:nvPr/>
          </p:nvSpPr>
          <p:spPr>
            <a:xfrm>
              <a:off x="828425" y="211205"/>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1" name="Google Shape;321;p3"/>
            <p:cNvSpPr/>
            <p:nvPr/>
          </p:nvSpPr>
          <p:spPr>
            <a:xfrm>
              <a:off x="754959" y="280473"/>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2" name="Google Shape;322;p3"/>
            <p:cNvSpPr/>
            <p:nvPr/>
          </p:nvSpPr>
          <p:spPr>
            <a:xfrm>
              <a:off x="683591" y="351841"/>
              <a:ext cx="48278"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3" name="Google Shape;323;p3"/>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4" name="Google Shape;324;p3"/>
            <p:cNvSpPr/>
            <p:nvPr/>
          </p:nvSpPr>
          <p:spPr>
            <a:xfrm>
              <a:off x="542955" y="492477"/>
              <a:ext cx="46179"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5" name="Google Shape;325;p3"/>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6" name="Google Shape;326;p3"/>
            <p:cNvSpPr/>
            <p:nvPr/>
          </p:nvSpPr>
          <p:spPr>
            <a:xfrm>
              <a:off x="400220" y="635212"/>
              <a:ext cx="48278" cy="48278"/>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7" name="Google Shape;327;p3"/>
            <p:cNvSpPr/>
            <p:nvPr/>
          </p:nvSpPr>
          <p:spPr>
            <a:xfrm>
              <a:off x="328852" y="70658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8" name="Google Shape;328;p3"/>
            <p:cNvSpPr/>
            <p:nvPr/>
          </p:nvSpPr>
          <p:spPr>
            <a:xfrm>
              <a:off x="841020" y="81064"/>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9" name="Google Shape;329;p3"/>
            <p:cNvSpPr/>
            <p:nvPr/>
          </p:nvSpPr>
          <p:spPr>
            <a:xfrm>
              <a:off x="767553" y="15033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0" name="Google Shape;330;p3"/>
            <p:cNvSpPr/>
            <p:nvPr/>
          </p:nvSpPr>
          <p:spPr>
            <a:xfrm>
              <a:off x="696185" y="22170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1" name="Google Shape;331;p3"/>
            <p:cNvSpPr/>
            <p:nvPr/>
          </p:nvSpPr>
          <p:spPr>
            <a:xfrm>
              <a:off x="626917" y="293068"/>
              <a:ext cx="46179"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2" name="Google Shape;332;p3"/>
            <p:cNvSpPr/>
            <p:nvPr/>
          </p:nvSpPr>
          <p:spPr>
            <a:xfrm>
              <a:off x="555549" y="36443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3" name="Google Shape;333;p3"/>
            <p:cNvSpPr/>
            <p:nvPr/>
          </p:nvSpPr>
          <p:spPr>
            <a:xfrm>
              <a:off x="484182" y="435803"/>
              <a:ext cx="48278"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4" name="Google Shape;334;p3"/>
            <p:cNvSpPr/>
            <p:nvPr/>
          </p:nvSpPr>
          <p:spPr>
            <a:xfrm>
              <a:off x="412814" y="507170"/>
              <a:ext cx="48278" cy="46179"/>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5" name="Google Shape;335;p3"/>
            <p:cNvSpPr/>
            <p:nvPr/>
          </p:nvSpPr>
          <p:spPr>
            <a:xfrm>
              <a:off x="341447" y="576439"/>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6" name="Google Shape;336;p3"/>
            <p:cNvSpPr/>
            <p:nvPr/>
          </p:nvSpPr>
          <p:spPr>
            <a:xfrm>
              <a:off x="270079" y="64780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7" name="Google Shape;337;p3"/>
            <p:cNvSpPr/>
            <p:nvPr/>
          </p:nvSpPr>
          <p:spPr>
            <a:xfrm>
              <a:off x="782246" y="22291"/>
              <a:ext cx="46179"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8" name="Google Shape;338;p3"/>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9" name="Google Shape;339;p3"/>
            <p:cNvSpPr/>
            <p:nvPr/>
          </p:nvSpPr>
          <p:spPr>
            <a:xfrm>
              <a:off x="641610" y="167125"/>
              <a:ext cx="44080"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0" name="Google Shape;340;p3"/>
            <p:cNvSpPr/>
            <p:nvPr/>
          </p:nvSpPr>
          <p:spPr>
            <a:xfrm>
              <a:off x="570243" y="236393"/>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1" name="Google Shape;341;p3"/>
            <p:cNvSpPr/>
            <p:nvPr/>
          </p:nvSpPr>
          <p:spPr>
            <a:xfrm>
              <a:off x="496776" y="305662"/>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2" name="Google Shape;342;p3"/>
            <p:cNvSpPr/>
            <p:nvPr/>
          </p:nvSpPr>
          <p:spPr>
            <a:xfrm>
              <a:off x="425408" y="37703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3" name="Google Shape;343;p3"/>
            <p:cNvSpPr/>
            <p:nvPr/>
          </p:nvSpPr>
          <p:spPr>
            <a:xfrm>
              <a:off x="356140" y="448397"/>
              <a:ext cx="46179"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4" name="Google Shape;344;p3"/>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5" name="Google Shape;345;p3"/>
            <p:cNvSpPr/>
            <p:nvPr/>
          </p:nvSpPr>
          <p:spPr>
            <a:xfrm>
              <a:off x="213405" y="591132"/>
              <a:ext cx="48278" cy="46179"/>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6" name="Google Shape;346;p3"/>
            <p:cNvSpPr/>
            <p:nvPr/>
          </p:nvSpPr>
          <p:spPr>
            <a:xfrm>
              <a:off x="723473" y="-36482"/>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7" name="Google Shape;347;p3"/>
            <p:cNvSpPr/>
            <p:nvPr/>
          </p:nvSpPr>
          <p:spPr>
            <a:xfrm>
              <a:off x="652105" y="3488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8" name="Google Shape;348;p3"/>
            <p:cNvSpPr/>
            <p:nvPr/>
          </p:nvSpPr>
          <p:spPr>
            <a:xfrm>
              <a:off x="582837" y="108352"/>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9" name="Google Shape;349;p3"/>
            <p:cNvSpPr/>
            <p:nvPr/>
          </p:nvSpPr>
          <p:spPr>
            <a:xfrm>
              <a:off x="511469" y="179719"/>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0" name="Google Shape;350;p3"/>
            <p:cNvSpPr/>
            <p:nvPr/>
          </p:nvSpPr>
          <p:spPr>
            <a:xfrm>
              <a:off x="440102" y="248988"/>
              <a:ext cx="46179" cy="46179"/>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1" name="Google Shape;351;p3"/>
            <p:cNvSpPr/>
            <p:nvPr/>
          </p:nvSpPr>
          <p:spPr>
            <a:xfrm>
              <a:off x="368734" y="31825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2" name="Google Shape;352;p3"/>
            <p:cNvSpPr/>
            <p:nvPr/>
          </p:nvSpPr>
          <p:spPr>
            <a:xfrm>
              <a:off x="297367" y="389624"/>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3" name="Google Shape;353;p3"/>
            <p:cNvSpPr/>
            <p:nvPr/>
          </p:nvSpPr>
          <p:spPr>
            <a:xfrm>
              <a:off x="225999" y="460991"/>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4" name="Google Shape;354;p3"/>
            <p:cNvSpPr/>
            <p:nvPr/>
          </p:nvSpPr>
          <p:spPr>
            <a:xfrm>
              <a:off x="154631" y="532359"/>
              <a:ext cx="48278"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5" name="Google Shape;355;p3"/>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6" name="Google Shape;356;p3"/>
            <p:cNvSpPr/>
            <p:nvPr/>
          </p:nvSpPr>
          <p:spPr>
            <a:xfrm>
              <a:off x="593332" y="-23888"/>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7" name="Google Shape;357;p3"/>
            <p:cNvSpPr/>
            <p:nvPr/>
          </p:nvSpPr>
          <p:spPr>
            <a:xfrm>
              <a:off x="524064" y="47479"/>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8" name="Google Shape;358;p3"/>
            <p:cNvSpPr/>
            <p:nvPr/>
          </p:nvSpPr>
          <p:spPr>
            <a:xfrm>
              <a:off x="452696" y="118847"/>
              <a:ext cx="48278"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9" name="Google Shape;359;p3"/>
            <p:cNvSpPr/>
            <p:nvPr/>
          </p:nvSpPr>
          <p:spPr>
            <a:xfrm>
              <a:off x="381328" y="190214"/>
              <a:ext cx="48278"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0" name="Google Shape;360;p3"/>
            <p:cNvSpPr/>
            <p:nvPr/>
          </p:nvSpPr>
          <p:spPr>
            <a:xfrm>
              <a:off x="312060" y="263681"/>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1" name="Google Shape;361;p3"/>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2" name="Google Shape;362;p3"/>
            <p:cNvSpPr/>
            <p:nvPr/>
          </p:nvSpPr>
          <p:spPr>
            <a:xfrm>
              <a:off x="167226" y="404317"/>
              <a:ext cx="48278"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3" name="Google Shape;363;p3"/>
            <p:cNvSpPr/>
            <p:nvPr/>
          </p:nvSpPr>
          <p:spPr>
            <a:xfrm>
              <a:off x="97957" y="473586"/>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4" name="Google Shape;364;p3"/>
            <p:cNvSpPr/>
            <p:nvPr/>
          </p:nvSpPr>
          <p:spPr>
            <a:xfrm>
              <a:off x="608025" y="-151930"/>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5" name="Google Shape;365;p3"/>
            <p:cNvSpPr/>
            <p:nvPr/>
          </p:nvSpPr>
          <p:spPr>
            <a:xfrm>
              <a:off x="536658" y="-80562"/>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6" name="Google Shape;366;p3"/>
            <p:cNvSpPr/>
            <p:nvPr/>
          </p:nvSpPr>
          <p:spPr>
            <a:xfrm>
              <a:off x="465290" y="-9195"/>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7" name="Google Shape;367;p3"/>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8" name="Google Shape;368;p3"/>
            <p:cNvSpPr/>
            <p:nvPr/>
          </p:nvSpPr>
          <p:spPr>
            <a:xfrm>
              <a:off x="322555" y="131441"/>
              <a:ext cx="48278" cy="48278"/>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9" name="Google Shape;369;p3"/>
            <p:cNvSpPr/>
            <p:nvPr/>
          </p:nvSpPr>
          <p:spPr>
            <a:xfrm>
              <a:off x="255386" y="204908"/>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70" name="Google Shape;370;p3"/>
            <p:cNvSpPr/>
            <p:nvPr/>
          </p:nvSpPr>
          <p:spPr>
            <a:xfrm>
              <a:off x="184018" y="276275"/>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71" name="Google Shape;371;p3"/>
            <p:cNvSpPr/>
            <p:nvPr/>
          </p:nvSpPr>
          <p:spPr>
            <a:xfrm>
              <a:off x="110552" y="345544"/>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72" name="Google Shape;372;p3"/>
            <p:cNvSpPr/>
            <p:nvPr/>
          </p:nvSpPr>
          <p:spPr>
            <a:xfrm>
              <a:off x="39184" y="416911"/>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373"/>
        <p:cNvGrpSpPr/>
        <p:nvPr/>
      </p:nvGrpSpPr>
      <p:grpSpPr>
        <a:xfrm>
          <a:off x="0" y="0"/>
          <a:ext cx="0" cy="0"/>
          <a:chOff x="0" y="0"/>
          <a:chExt cx="0" cy="0"/>
        </a:xfrm>
      </p:grpSpPr>
      <p:sp>
        <p:nvSpPr>
          <p:cNvPr id="374" name="Google Shape;374;p4"/>
          <p:cNvSpPr txBox="1">
            <a:spLocks noGrp="1"/>
          </p:cNvSpPr>
          <p:nvPr>
            <p:ph type="dt" idx="10"/>
          </p:nvPr>
        </p:nvSpPr>
        <p:spPr>
          <a:xfrm>
            <a:off x="723900" y="4767263"/>
            <a:ext cx="196215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5" name="Google Shape;375;p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6" name="Google Shape;376;p4"/>
          <p:cNvSpPr txBox="1">
            <a:spLocks noGrp="1"/>
          </p:cNvSpPr>
          <p:nvPr>
            <p:ph type="sldNum" idx="12"/>
          </p:nvPr>
        </p:nvSpPr>
        <p:spPr>
          <a:xfrm>
            <a:off x="6457950" y="4767263"/>
            <a:ext cx="196215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
        <p:nvSpPr>
          <p:cNvPr id="377" name="Google Shape;377;p4"/>
          <p:cNvSpPr txBox="1">
            <a:spLocks noGrp="1"/>
          </p:cNvSpPr>
          <p:nvPr>
            <p:ph type="body" idx="1"/>
          </p:nvPr>
        </p:nvSpPr>
        <p:spPr>
          <a:xfrm>
            <a:off x="1252228" y="2327721"/>
            <a:ext cx="2867644" cy="5258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400"/>
              <a:buNone/>
              <a:defRPr sz="1200">
                <a:solidFill>
                  <a:schemeClr val="dk1"/>
                </a:solidFill>
                <a:latin typeface="Arimo"/>
                <a:ea typeface="Arimo"/>
                <a:cs typeface="Arimo"/>
                <a:sym typeface="Arimo"/>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78" name="Google Shape;378;p4"/>
          <p:cNvSpPr txBox="1">
            <a:spLocks noGrp="1"/>
          </p:cNvSpPr>
          <p:nvPr>
            <p:ph type="body" idx="2"/>
          </p:nvPr>
        </p:nvSpPr>
        <p:spPr>
          <a:xfrm>
            <a:off x="2036322" y="1837963"/>
            <a:ext cx="2083549" cy="39248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2500"/>
              <a:buNone/>
              <a:defRPr sz="2400">
                <a:solidFill>
                  <a:schemeClr val="dk1"/>
                </a:solidFill>
                <a:latin typeface="Poppins ExtraBold"/>
                <a:ea typeface="Poppins ExtraBold"/>
                <a:cs typeface="Poppins ExtraBold"/>
                <a:sym typeface="Poppins ExtraBold"/>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79" name="Google Shape;379;p4"/>
          <p:cNvSpPr txBox="1">
            <a:spLocks noGrp="1"/>
          </p:cNvSpPr>
          <p:nvPr>
            <p:ph type="body" idx="3"/>
          </p:nvPr>
        </p:nvSpPr>
        <p:spPr>
          <a:xfrm>
            <a:off x="1261145" y="1837962"/>
            <a:ext cx="775175" cy="39248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dk1"/>
              </a:buClr>
              <a:buSzPts val="2500"/>
              <a:buNone/>
              <a:defRPr sz="2400">
                <a:solidFill>
                  <a:schemeClr val="dk1"/>
                </a:solidFill>
                <a:latin typeface="Poppins ExtraBold"/>
                <a:ea typeface="Poppins ExtraBold"/>
                <a:cs typeface="Poppins ExtraBold"/>
                <a:sym typeface="Poppins ExtraBold"/>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80" name="Google Shape;380;p4"/>
          <p:cNvSpPr txBox="1">
            <a:spLocks noGrp="1"/>
          </p:cNvSpPr>
          <p:nvPr>
            <p:ph type="body" idx="4"/>
          </p:nvPr>
        </p:nvSpPr>
        <p:spPr>
          <a:xfrm>
            <a:off x="5024130" y="2327720"/>
            <a:ext cx="2867642" cy="5258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400"/>
              <a:buNone/>
              <a:defRPr sz="1200">
                <a:solidFill>
                  <a:schemeClr val="dk1"/>
                </a:solidFill>
                <a:latin typeface="Arimo"/>
                <a:ea typeface="Arimo"/>
                <a:cs typeface="Arimo"/>
                <a:sym typeface="Arimo"/>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81" name="Google Shape;381;p4"/>
          <p:cNvSpPr txBox="1">
            <a:spLocks noGrp="1"/>
          </p:cNvSpPr>
          <p:nvPr>
            <p:ph type="body" idx="5"/>
          </p:nvPr>
        </p:nvSpPr>
        <p:spPr>
          <a:xfrm>
            <a:off x="5808222" y="1837963"/>
            <a:ext cx="2083549" cy="39248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2500"/>
              <a:buNone/>
              <a:defRPr sz="2400">
                <a:solidFill>
                  <a:schemeClr val="dk1"/>
                </a:solidFill>
                <a:latin typeface="Poppins ExtraBold"/>
                <a:ea typeface="Poppins ExtraBold"/>
                <a:cs typeface="Poppins ExtraBold"/>
                <a:sym typeface="Poppins ExtraBold"/>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82" name="Google Shape;382;p4"/>
          <p:cNvSpPr txBox="1">
            <a:spLocks noGrp="1"/>
          </p:cNvSpPr>
          <p:nvPr>
            <p:ph type="body" idx="6"/>
          </p:nvPr>
        </p:nvSpPr>
        <p:spPr>
          <a:xfrm>
            <a:off x="5024127" y="1837962"/>
            <a:ext cx="775173" cy="39248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dk1"/>
              </a:buClr>
              <a:buSzPts val="2500"/>
              <a:buNone/>
              <a:defRPr sz="2400">
                <a:solidFill>
                  <a:schemeClr val="dk1"/>
                </a:solidFill>
                <a:latin typeface="Poppins ExtraBold"/>
                <a:ea typeface="Poppins ExtraBold"/>
                <a:cs typeface="Poppins ExtraBold"/>
                <a:sym typeface="Poppins ExtraBold"/>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83" name="Google Shape;383;p4"/>
          <p:cNvSpPr txBox="1">
            <a:spLocks noGrp="1"/>
          </p:cNvSpPr>
          <p:nvPr>
            <p:ph type="body" idx="7"/>
          </p:nvPr>
        </p:nvSpPr>
        <p:spPr>
          <a:xfrm>
            <a:off x="5024128" y="3797068"/>
            <a:ext cx="2867642" cy="5258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400"/>
              <a:buNone/>
              <a:defRPr sz="1200">
                <a:solidFill>
                  <a:schemeClr val="dk1"/>
                </a:solidFill>
                <a:latin typeface="Arimo"/>
                <a:ea typeface="Arimo"/>
                <a:cs typeface="Arimo"/>
                <a:sym typeface="Arimo"/>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84" name="Google Shape;384;p4"/>
          <p:cNvSpPr txBox="1">
            <a:spLocks noGrp="1"/>
          </p:cNvSpPr>
          <p:nvPr>
            <p:ph type="body" idx="8"/>
          </p:nvPr>
        </p:nvSpPr>
        <p:spPr>
          <a:xfrm>
            <a:off x="5808218" y="3307310"/>
            <a:ext cx="2083551" cy="39248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2500"/>
              <a:buNone/>
              <a:defRPr sz="2400">
                <a:solidFill>
                  <a:schemeClr val="dk1"/>
                </a:solidFill>
                <a:latin typeface="Poppins ExtraBold"/>
                <a:ea typeface="Poppins ExtraBold"/>
                <a:cs typeface="Poppins ExtraBold"/>
                <a:sym typeface="Poppins ExtraBold"/>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85" name="Google Shape;385;p4"/>
          <p:cNvSpPr txBox="1">
            <a:spLocks noGrp="1"/>
          </p:cNvSpPr>
          <p:nvPr>
            <p:ph type="body" idx="9"/>
          </p:nvPr>
        </p:nvSpPr>
        <p:spPr>
          <a:xfrm>
            <a:off x="5024126" y="3307310"/>
            <a:ext cx="775174" cy="39248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dk1"/>
              </a:buClr>
              <a:buSzPts val="2500"/>
              <a:buNone/>
              <a:defRPr sz="2400">
                <a:solidFill>
                  <a:schemeClr val="dk1"/>
                </a:solidFill>
                <a:latin typeface="Poppins ExtraBold"/>
                <a:ea typeface="Poppins ExtraBold"/>
                <a:cs typeface="Poppins ExtraBold"/>
                <a:sym typeface="Poppins ExtraBold"/>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86" name="Google Shape;386;p4"/>
          <p:cNvSpPr txBox="1">
            <a:spLocks noGrp="1"/>
          </p:cNvSpPr>
          <p:nvPr>
            <p:ph type="body" idx="13"/>
          </p:nvPr>
        </p:nvSpPr>
        <p:spPr>
          <a:xfrm>
            <a:off x="1252228" y="3797069"/>
            <a:ext cx="2867644" cy="5258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400"/>
              <a:buNone/>
              <a:defRPr sz="1200">
                <a:solidFill>
                  <a:schemeClr val="dk1"/>
                </a:solidFill>
                <a:latin typeface="Arimo"/>
                <a:ea typeface="Arimo"/>
                <a:cs typeface="Arimo"/>
                <a:sym typeface="Arimo"/>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87" name="Google Shape;387;p4"/>
          <p:cNvSpPr txBox="1">
            <a:spLocks noGrp="1"/>
          </p:cNvSpPr>
          <p:nvPr>
            <p:ph type="body" idx="14"/>
          </p:nvPr>
        </p:nvSpPr>
        <p:spPr>
          <a:xfrm>
            <a:off x="2036322" y="3307311"/>
            <a:ext cx="2083550" cy="39248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2500"/>
              <a:buNone/>
              <a:defRPr sz="2400">
                <a:solidFill>
                  <a:schemeClr val="dk1"/>
                </a:solidFill>
                <a:latin typeface="Poppins ExtraBold"/>
                <a:ea typeface="Poppins ExtraBold"/>
                <a:cs typeface="Poppins ExtraBold"/>
                <a:sym typeface="Poppins ExtraBold"/>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88" name="Google Shape;388;p4"/>
          <p:cNvSpPr txBox="1">
            <a:spLocks noGrp="1"/>
          </p:cNvSpPr>
          <p:nvPr>
            <p:ph type="body" idx="15"/>
          </p:nvPr>
        </p:nvSpPr>
        <p:spPr>
          <a:xfrm>
            <a:off x="1261146" y="3307310"/>
            <a:ext cx="775174" cy="392482"/>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dk1"/>
              </a:buClr>
              <a:buSzPts val="2500"/>
              <a:buNone/>
              <a:defRPr sz="2400">
                <a:solidFill>
                  <a:schemeClr val="dk1"/>
                </a:solidFill>
                <a:latin typeface="Poppins ExtraBold"/>
                <a:ea typeface="Poppins ExtraBold"/>
                <a:cs typeface="Poppins ExtraBold"/>
                <a:sym typeface="Poppins ExtraBold"/>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89" name="Google Shape;389;p4"/>
          <p:cNvSpPr txBox="1">
            <a:spLocks noGrp="1"/>
          </p:cNvSpPr>
          <p:nvPr>
            <p:ph type="title"/>
          </p:nvPr>
        </p:nvSpPr>
        <p:spPr>
          <a:xfrm>
            <a:off x="723900" y="552449"/>
            <a:ext cx="7696200" cy="639388"/>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sz="3400" b="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0" name="Google Shape;390;p4"/>
          <p:cNvSpPr/>
          <p:nvPr/>
        </p:nvSpPr>
        <p:spPr>
          <a:xfrm rot="10800000">
            <a:off x="-605116" y="4164123"/>
            <a:ext cx="2187206" cy="2575530"/>
          </a:xfrm>
          <a:custGeom>
            <a:avLst/>
            <a:gdLst/>
            <a:ahLst/>
            <a:cxnLst/>
            <a:rect l="l" t="t" r="r" b="b"/>
            <a:pathLst>
              <a:path w="50016" h="58876" extrusionOk="0">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391" name="Google Shape;391;p4"/>
          <p:cNvGrpSpPr/>
          <p:nvPr/>
        </p:nvGrpSpPr>
        <p:grpSpPr>
          <a:xfrm>
            <a:off x="7891769" y="-388070"/>
            <a:ext cx="1658248" cy="1282517"/>
            <a:chOff x="5136226" y="2246221"/>
            <a:chExt cx="1254126" cy="969962"/>
          </a:xfrm>
        </p:grpSpPr>
        <p:sp>
          <p:nvSpPr>
            <p:cNvPr id="392" name="Google Shape;392;p4"/>
            <p:cNvSpPr/>
            <p:nvPr/>
          </p:nvSpPr>
          <p:spPr>
            <a:xfrm>
              <a:off x="5448964" y="2246221"/>
              <a:ext cx="941388" cy="657225"/>
            </a:xfrm>
            <a:custGeom>
              <a:avLst/>
              <a:gdLst/>
              <a:ahLst/>
              <a:cxnLst/>
              <a:rect l="l" t="t" r="r" b="b"/>
              <a:pathLst>
                <a:path w="28452" h="19847" extrusionOk="0">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93" name="Google Shape;393;p4"/>
            <p:cNvSpPr/>
            <p:nvPr/>
          </p:nvSpPr>
          <p:spPr>
            <a:xfrm>
              <a:off x="5136226" y="2558958"/>
              <a:ext cx="941388" cy="657225"/>
            </a:xfrm>
            <a:custGeom>
              <a:avLst/>
              <a:gdLst/>
              <a:ahLst/>
              <a:cxnLst/>
              <a:rect l="l" t="t" r="r" b="b"/>
              <a:pathLst>
                <a:path w="28452" h="19847" extrusionOk="0">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94" name="Google Shape;394;p4"/>
            <p:cNvSpPr/>
            <p:nvPr/>
          </p:nvSpPr>
          <p:spPr>
            <a:xfrm>
              <a:off x="5521989" y="2570071"/>
              <a:ext cx="403225" cy="403225"/>
            </a:xfrm>
            <a:custGeom>
              <a:avLst/>
              <a:gdLst/>
              <a:ahLst/>
              <a:cxnLst/>
              <a:rect l="l" t="t" r="r" b="b"/>
              <a:pathLst>
                <a:path w="12207" h="12207" extrusionOk="0">
                  <a:moveTo>
                    <a:pt x="2664" y="9543"/>
                  </a:moveTo>
                  <a:cubicBezTo>
                    <a:pt x="5293" y="12173"/>
                    <a:pt x="9529" y="12207"/>
                    <a:pt x="12207" y="9655"/>
                  </a:cubicBezTo>
                  <a:lnTo>
                    <a:pt x="2552" y="0"/>
                  </a:lnTo>
                  <a:cubicBezTo>
                    <a:pt x="0" y="2678"/>
                    <a:pt x="34" y="6914"/>
                    <a:pt x="2664" y="954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95" name="Google Shape;395;p4"/>
            <p:cNvSpPr/>
            <p:nvPr/>
          </p:nvSpPr>
          <p:spPr>
            <a:xfrm>
              <a:off x="5604539" y="2487521"/>
              <a:ext cx="403225" cy="403225"/>
            </a:xfrm>
            <a:custGeom>
              <a:avLst/>
              <a:gdLst/>
              <a:ahLst/>
              <a:cxnLst/>
              <a:rect l="l" t="t" r="r" b="b"/>
              <a:pathLst>
                <a:path w="12206" h="12206" extrusionOk="0">
                  <a:moveTo>
                    <a:pt x="9543" y="2663"/>
                  </a:moveTo>
                  <a:cubicBezTo>
                    <a:pt x="6913" y="34"/>
                    <a:pt x="2677" y="0"/>
                    <a:pt x="0" y="2551"/>
                  </a:cubicBezTo>
                  <a:lnTo>
                    <a:pt x="9655" y="12206"/>
                  </a:lnTo>
                  <a:cubicBezTo>
                    <a:pt x="12206" y="9529"/>
                    <a:pt x="12172" y="5293"/>
                    <a:pt x="9543" y="266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grpSp>
        <p:nvGrpSpPr>
          <p:cNvPr id="396" name="Google Shape;396;p4"/>
          <p:cNvGrpSpPr/>
          <p:nvPr/>
        </p:nvGrpSpPr>
        <p:grpSpPr>
          <a:xfrm>
            <a:off x="-883944" y="2944653"/>
            <a:ext cx="1507863" cy="1510278"/>
            <a:chOff x="39184" y="-151930"/>
            <a:chExt cx="1309806" cy="1311904"/>
          </a:xfrm>
        </p:grpSpPr>
        <p:sp>
          <p:nvSpPr>
            <p:cNvPr id="397" name="Google Shape;397;p4"/>
            <p:cNvSpPr/>
            <p:nvPr/>
          </p:nvSpPr>
          <p:spPr>
            <a:xfrm>
              <a:off x="1304909" y="544953"/>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98" name="Google Shape;398;p4"/>
            <p:cNvSpPr/>
            <p:nvPr/>
          </p:nvSpPr>
          <p:spPr>
            <a:xfrm>
              <a:off x="1231442" y="614221"/>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99" name="Google Shape;399;p4"/>
            <p:cNvSpPr/>
            <p:nvPr/>
          </p:nvSpPr>
          <p:spPr>
            <a:xfrm>
              <a:off x="1160075" y="685588"/>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0" name="Google Shape;400;p4"/>
            <p:cNvSpPr/>
            <p:nvPr/>
          </p:nvSpPr>
          <p:spPr>
            <a:xfrm>
              <a:off x="1088707" y="756956"/>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1" name="Google Shape;401;p4"/>
            <p:cNvSpPr/>
            <p:nvPr/>
          </p:nvSpPr>
          <p:spPr>
            <a:xfrm>
              <a:off x="1019439" y="828324"/>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2" name="Google Shape;402;p4"/>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3" name="Google Shape;403;p4"/>
            <p:cNvSpPr/>
            <p:nvPr/>
          </p:nvSpPr>
          <p:spPr>
            <a:xfrm>
              <a:off x="876704" y="968960"/>
              <a:ext cx="48279" cy="48279"/>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4" name="Google Shape;404;p4"/>
            <p:cNvSpPr/>
            <p:nvPr/>
          </p:nvSpPr>
          <p:spPr>
            <a:xfrm>
              <a:off x="805336" y="1040328"/>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5" name="Google Shape;405;p4"/>
            <p:cNvSpPr/>
            <p:nvPr/>
          </p:nvSpPr>
          <p:spPr>
            <a:xfrm>
              <a:off x="733969" y="1111695"/>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6" name="Google Shape;406;p4"/>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7" name="Google Shape;407;p4"/>
            <p:cNvSpPr/>
            <p:nvPr/>
          </p:nvSpPr>
          <p:spPr>
            <a:xfrm>
              <a:off x="1174769" y="557547"/>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8" name="Google Shape;408;p4"/>
            <p:cNvSpPr/>
            <p:nvPr/>
          </p:nvSpPr>
          <p:spPr>
            <a:xfrm>
              <a:off x="1105499" y="628915"/>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9" name="Google Shape;409;p4"/>
            <p:cNvSpPr/>
            <p:nvPr/>
          </p:nvSpPr>
          <p:spPr>
            <a:xfrm>
              <a:off x="1034132" y="700282"/>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0" name="Google Shape;410;p4"/>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1" name="Google Shape;411;p4"/>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2" name="Google Shape;412;p4"/>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3" name="Google Shape;413;p4"/>
            <p:cNvSpPr/>
            <p:nvPr/>
          </p:nvSpPr>
          <p:spPr>
            <a:xfrm>
              <a:off x="748662" y="983653"/>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4" name="Google Shape;414;p4"/>
            <p:cNvSpPr/>
            <p:nvPr/>
          </p:nvSpPr>
          <p:spPr>
            <a:xfrm>
              <a:off x="677294" y="1052922"/>
              <a:ext cx="46179" cy="48279"/>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5" name="Google Shape;415;p4"/>
            <p:cNvSpPr/>
            <p:nvPr/>
          </p:nvSpPr>
          <p:spPr>
            <a:xfrm>
              <a:off x="1187363" y="427407"/>
              <a:ext cx="48279"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6" name="Google Shape;416;p4"/>
            <p:cNvSpPr/>
            <p:nvPr/>
          </p:nvSpPr>
          <p:spPr>
            <a:xfrm>
              <a:off x="1115995" y="498774"/>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7" name="Google Shape;417;p4"/>
            <p:cNvSpPr/>
            <p:nvPr/>
          </p:nvSpPr>
          <p:spPr>
            <a:xfrm>
              <a:off x="1046726" y="572240"/>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8" name="Google Shape;418;p4"/>
            <p:cNvSpPr/>
            <p:nvPr/>
          </p:nvSpPr>
          <p:spPr>
            <a:xfrm>
              <a:off x="975359" y="643608"/>
              <a:ext cx="44081" cy="419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9" name="Google Shape;419;p4"/>
            <p:cNvSpPr/>
            <p:nvPr/>
          </p:nvSpPr>
          <p:spPr>
            <a:xfrm>
              <a:off x="901893" y="710777"/>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0" name="Google Shape;420;p4"/>
            <p:cNvSpPr/>
            <p:nvPr/>
          </p:nvSpPr>
          <p:spPr>
            <a:xfrm>
              <a:off x="832623" y="782145"/>
              <a:ext cx="461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1" name="Google Shape;421;p4"/>
            <p:cNvSpPr/>
            <p:nvPr/>
          </p:nvSpPr>
          <p:spPr>
            <a:xfrm>
              <a:off x="761256" y="853512"/>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2" name="Google Shape;422;p4"/>
            <p:cNvSpPr/>
            <p:nvPr/>
          </p:nvSpPr>
          <p:spPr>
            <a:xfrm>
              <a:off x="689888" y="924880"/>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3" name="Google Shape;423;p4"/>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4" name="Google Shape;424;p4"/>
            <p:cNvSpPr/>
            <p:nvPr/>
          </p:nvSpPr>
          <p:spPr>
            <a:xfrm>
              <a:off x="1128589" y="370732"/>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5" name="Google Shape;425;p4"/>
            <p:cNvSpPr/>
            <p:nvPr/>
          </p:nvSpPr>
          <p:spPr>
            <a:xfrm>
              <a:off x="1057221" y="440001"/>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6" name="Google Shape;426;p4"/>
            <p:cNvSpPr/>
            <p:nvPr/>
          </p:nvSpPr>
          <p:spPr>
            <a:xfrm>
              <a:off x="985854" y="511368"/>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7" name="Google Shape;427;p4"/>
            <p:cNvSpPr/>
            <p:nvPr/>
          </p:nvSpPr>
          <p:spPr>
            <a:xfrm>
              <a:off x="916585" y="582736"/>
              <a:ext cx="46179" cy="48278"/>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8" name="Google Shape;428;p4"/>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9" name="Google Shape;429;p4"/>
            <p:cNvSpPr/>
            <p:nvPr/>
          </p:nvSpPr>
          <p:spPr>
            <a:xfrm>
              <a:off x="775949" y="727570"/>
              <a:ext cx="44080" cy="419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0" name="Google Shape;430;p4"/>
            <p:cNvSpPr/>
            <p:nvPr/>
          </p:nvSpPr>
          <p:spPr>
            <a:xfrm>
              <a:off x="702483" y="796839"/>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1" name="Google Shape;431;p4"/>
            <p:cNvSpPr/>
            <p:nvPr/>
          </p:nvSpPr>
          <p:spPr>
            <a:xfrm>
              <a:off x="631115" y="866107"/>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2" name="Google Shape;432;p4"/>
            <p:cNvSpPr/>
            <p:nvPr/>
          </p:nvSpPr>
          <p:spPr>
            <a:xfrm>
              <a:off x="559747" y="93747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3" name="Google Shape;433;p4"/>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4" name="Google Shape;434;p4"/>
            <p:cNvSpPr/>
            <p:nvPr/>
          </p:nvSpPr>
          <p:spPr>
            <a:xfrm>
              <a:off x="1000547" y="383327"/>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5" name="Google Shape;435;p4"/>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6" name="Google Shape;436;p4"/>
            <p:cNvSpPr/>
            <p:nvPr/>
          </p:nvSpPr>
          <p:spPr>
            <a:xfrm>
              <a:off x="857812" y="523963"/>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7" name="Google Shape;437;p4"/>
            <p:cNvSpPr/>
            <p:nvPr/>
          </p:nvSpPr>
          <p:spPr>
            <a:xfrm>
              <a:off x="786444" y="595330"/>
              <a:ext cx="48278" cy="48278"/>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8" name="Google Shape;438;p4"/>
            <p:cNvSpPr/>
            <p:nvPr/>
          </p:nvSpPr>
          <p:spPr>
            <a:xfrm>
              <a:off x="717176" y="668797"/>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9" name="Google Shape;439;p4"/>
            <p:cNvSpPr/>
            <p:nvPr/>
          </p:nvSpPr>
          <p:spPr>
            <a:xfrm>
              <a:off x="647907" y="740164"/>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0" name="Google Shape;440;p4"/>
            <p:cNvSpPr/>
            <p:nvPr/>
          </p:nvSpPr>
          <p:spPr>
            <a:xfrm>
              <a:off x="574441" y="809433"/>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1" name="Google Shape;441;p4"/>
            <p:cNvSpPr/>
            <p:nvPr/>
          </p:nvSpPr>
          <p:spPr>
            <a:xfrm>
              <a:off x="503073" y="880800"/>
              <a:ext cx="48278" cy="461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2" name="Google Shape;442;p4"/>
            <p:cNvSpPr/>
            <p:nvPr/>
          </p:nvSpPr>
          <p:spPr>
            <a:xfrm>
              <a:off x="1013141" y="253186"/>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3" name="Google Shape;443;p4"/>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4" name="Google Shape;444;p4"/>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5" name="Google Shape;445;p4"/>
            <p:cNvSpPr/>
            <p:nvPr/>
          </p:nvSpPr>
          <p:spPr>
            <a:xfrm>
              <a:off x="799039" y="467288"/>
              <a:ext cx="48278"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6" name="Google Shape;446;p4"/>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7" name="Google Shape;447;p4"/>
            <p:cNvSpPr/>
            <p:nvPr/>
          </p:nvSpPr>
          <p:spPr>
            <a:xfrm>
              <a:off x="658403" y="60792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8" name="Google Shape;448;p4"/>
            <p:cNvSpPr/>
            <p:nvPr/>
          </p:nvSpPr>
          <p:spPr>
            <a:xfrm>
              <a:off x="587035" y="679292"/>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9" name="Google Shape;449;p4"/>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0" name="Google Shape;450;p4"/>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1" name="Google Shape;451;p4"/>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2" name="Google Shape;452;p4"/>
            <p:cNvSpPr/>
            <p:nvPr/>
          </p:nvSpPr>
          <p:spPr>
            <a:xfrm>
              <a:off x="885100" y="267879"/>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3" name="Google Shape;453;p4"/>
            <p:cNvSpPr/>
            <p:nvPr/>
          </p:nvSpPr>
          <p:spPr>
            <a:xfrm>
              <a:off x="813732" y="337148"/>
              <a:ext cx="46179"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4" name="Google Shape;454;p4"/>
            <p:cNvSpPr/>
            <p:nvPr/>
          </p:nvSpPr>
          <p:spPr>
            <a:xfrm>
              <a:off x="742364" y="408515"/>
              <a:ext cx="48278"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5" name="Google Shape;455;p4"/>
            <p:cNvSpPr/>
            <p:nvPr/>
          </p:nvSpPr>
          <p:spPr>
            <a:xfrm>
              <a:off x="670997" y="47988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6" name="Google Shape;456;p4"/>
            <p:cNvSpPr/>
            <p:nvPr/>
          </p:nvSpPr>
          <p:spPr>
            <a:xfrm>
              <a:off x="599629" y="55125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7" name="Google Shape;457;p4"/>
            <p:cNvSpPr/>
            <p:nvPr/>
          </p:nvSpPr>
          <p:spPr>
            <a:xfrm>
              <a:off x="528262" y="622618"/>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8" name="Google Shape;458;p4"/>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9" name="Google Shape;459;p4"/>
            <p:cNvSpPr/>
            <p:nvPr/>
          </p:nvSpPr>
          <p:spPr>
            <a:xfrm>
              <a:off x="389725" y="765353"/>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60" name="Google Shape;460;p4"/>
            <p:cNvSpPr/>
            <p:nvPr/>
          </p:nvSpPr>
          <p:spPr>
            <a:xfrm>
              <a:off x="899793" y="139837"/>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61" name="Google Shape;461;p4"/>
            <p:cNvSpPr/>
            <p:nvPr/>
          </p:nvSpPr>
          <p:spPr>
            <a:xfrm>
              <a:off x="828425" y="211205"/>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62" name="Google Shape;462;p4"/>
            <p:cNvSpPr/>
            <p:nvPr/>
          </p:nvSpPr>
          <p:spPr>
            <a:xfrm>
              <a:off x="754959" y="280473"/>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63" name="Google Shape;463;p4"/>
            <p:cNvSpPr/>
            <p:nvPr/>
          </p:nvSpPr>
          <p:spPr>
            <a:xfrm>
              <a:off x="683591" y="351841"/>
              <a:ext cx="48278"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64" name="Google Shape;464;p4"/>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65" name="Google Shape;465;p4"/>
            <p:cNvSpPr/>
            <p:nvPr/>
          </p:nvSpPr>
          <p:spPr>
            <a:xfrm>
              <a:off x="542955" y="492477"/>
              <a:ext cx="46179"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66" name="Google Shape;466;p4"/>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67" name="Google Shape;467;p4"/>
            <p:cNvSpPr/>
            <p:nvPr/>
          </p:nvSpPr>
          <p:spPr>
            <a:xfrm>
              <a:off x="400220" y="635212"/>
              <a:ext cx="48278" cy="48278"/>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68" name="Google Shape;468;p4"/>
            <p:cNvSpPr/>
            <p:nvPr/>
          </p:nvSpPr>
          <p:spPr>
            <a:xfrm>
              <a:off x="328852" y="70658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69" name="Google Shape;469;p4"/>
            <p:cNvSpPr/>
            <p:nvPr/>
          </p:nvSpPr>
          <p:spPr>
            <a:xfrm>
              <a:off x="841020" y="81064"/>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0" name="Google Shape;470;p4"/>
            <p:cNvSpPr/>
            <p:nvPr/>
          </p:nvSpPr>
          <p:spPr>
            <a:xfrm>
              <a:off x="767553" y="15033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1" name="Google Shape;471;p4"/>
            <p:cNvSpPr/>
            <p:nvPr/>
          </p:nvSpPr>
          <p:spPr>
            <a:xfrm>
              <a:off x="696185" y="22170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2" name="Google Shape;472;p4"/>
            <p:cNvSpPr/>
            <p:nvPr/>
          </p:nvSpPr>
          <p:spPr>
            <a:xfrm>
              <a:off x="626917" y="293068"/>
              <a:ext cx="46179"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3" name="Google Shape;473;p4"/>
            <p:cNvSpPr/>
            <p:nvPr/>
          </p:nvSpPr>
          <p:spPr>
            <a:xfrm>
              <a:off x="555549" y="36443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4" name="Google Shape;474;p4"/>
            <p:cNvSpPr/>
            <p:nvPr/>
          </p:nvSpPr>
          <p:spPr>
            <a:xfrm>
              <a:off x="484182" y="435803"/>
              <a:ext cx="48278"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5" name="Google Shape;475;p4"/>
            <p:cNvSpPr/>
            <p:nvPr/>
          </p:nvSpPr>
          <p:spPr>
            <a:xfrm>
              <a:off x="412814" y="507170"/>
              <a:ext cx="48278" cy="46179"/>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6" name="Google Shape;476;p4"/>
            <p:cNvSpPr/>
            <p:nvPr/>
          </p:nvSpPr>
          <p:spPr>
            <a:xfrm>
              <a:off x="341447" y="576439"/>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7" name="Google Shape;477;p4"/>
            <p:cNvSpPr/>
            <p:nvPr/>
          </p:nvSpPr>
          <p:spPr>
            <a:xfrm>
              <a:off x="270079" y="64780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8" name="Google Shape;478;p4"/>
            <p:cNvSpPr/>
            <p:nvPr/>
          </p:nvSpPr>
          <p:spPr>
            <a:xfrm>
              <a:off x="782246" y="22291"/>
              <a:ext cx="46179"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9" name="Google Shape;479;p4"/>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0" name="Google Shape;480;p4"/>
            <p:cNvSpPr/>
            <p:nvPr/>
          </p:nvSpPr>
          <p:spPr>
            <a:xfrm>
              <a:off x="641610" y="167125"/>
              <a:ext cx="44080" cy="419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1" name="Google Shape;481;p4"/>
            <p:cNvSpPr/>
            <p:nvPr/>
          </p:nvSpPr>
          <p:spPr>
            <a:xfrm>
              <a:off x="570243" y="236393"/>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2" name="Google Shape;482;p4"/>
            <p:cNvSpPr/>
            <p:nvPr/>
          </p:nvSpPr>
          <p:spPr>
            <a:xfrm>
              <a:off x="496776" y="305662"/>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3" name="Google Shape;483;p4"/>
            <p:cNvSpPr/>
            <p:nvPr/>
          </p:nvSpPr>
          <p:spPr>
            <a:xfrm>
              <a:off x="425408" y="37703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4" name="Google Shape;484;p4"/>
            <p:cNvSpPr/>
            <p:nvPr/>
          </p:nvSpPr>
          <p:spPr>
            <a:xfrm>
              <a:off x="356140" y="448397"/>
              <a:ext cx="46179"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5" name="Google Shape;485;p4"/>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6" name="Google Shape;486;p4"/>
            <p:cNvSpPr/>
            <p:nvPr/>
          </p:nvSpPr>
          <p:spPr>
            <a:xfrm>
              <a:off x="213405" y="591132"/>
              <a:ext cx="48278" cy="46179"/>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7" name="Google Shape;487;p4"/>
            <p:cNvSpPr/>
            <p:nvPr/>
          </p:nvSpPr>
          <p:spPr>
            <a:xfrm>
              <a:off x="723473" y="-36482"/>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8" name="Google Shape;488;p4"/>
            <p:cNvSpPr/>
            <p:nvPr/>
          </p:nvSpPr>
          <p:spPr>
            <a:xfrm>
              <a:off x="652105" y="3488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9" name="Google Shape;489;p4"/>
            <p:cNvSpPr/>
            <p:nvPr/>
          </p:nvSpPr>
          <p:spPr>
            <a:xfrm>
              <a:off x="582837" y="108352"/>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0" name="Google Shape;490;p4"/>
            <p:cNvSpPr/>
            <p:nvPr/>
          </p:nvSpPr>
          <p:spPr>
            <a:xfrm>
              <a:off x="511469" y="179719"/>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1" name="Google Shape;491;p4"/>
            <p:cNvSpPr/>
            <p:nvPr/>
          </p:nvSpPr>
          <p:spPr>
            <a:xfrm>
              <a:off x="440102" y="248988"/>
              <a:ext cx="46179" cy="46179"/>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2" name="Google Shape;492;p4"/>
            <p:cNvSpPr/>
            <p:nvPr/>
          </p:nvSpPr>
          <p:spPr>
            <a:xfrm>
              <a:off x="368734" y="31825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3" name="Google Shape;493;p4"/>
            <p:cNvSpPr/>
            <p:nvPr/>
          </p:nvSpPr>
          <p:spPr>
            <a:xfrm>
              <a:off x="297367" y="389624"/>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4" name="Google Shape;494;p4"/>
            <p:cNvSpPr/>
            <p:nvPr/>
          </p:nvSpPr>
          <p:spPr>
            <a:xfrm>
              <a:off x="225999" y="460991"/>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5" name="Google Shape;495;p4"/>
            <p:cNvSpPr/>
            <p:nvPr/>
          </p:nvSpPr>
          <p:spPr>
            <a:xfrm>
              <a:off x="154631" y="532359"/>
              <a:ext cx="48278"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6" name="Google Shape;496;p4"/>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7" name="Google Shape;497;p4"/>
            <p:cNvSpPr/>
            <p:nvPr/>
          </p:nvSpPr>
          <p:spPr>
            <a:xfrm>
              <a:off x="593332" y="-23888"/>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8" name="Google Shape;498;p4"/>
            <p:cNvSpPr/>
            <p:nvPr/>
          </p:nvSpPr>
          <p:spPr>
            <a:xfrm>
              <a:off x="524064" y="47479"/>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9" name="Google Shape;499;p4"/>
            <p:cNvSpPr/>
            <p:nvPr/>
          </p:nvSpPr>
          <p:spPr>
            <a:xfrm>
              <a:off x="452696" y="118847"/>
              <a:ext cx="48278"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0" name="Google Shape;500;p4"/>
            <p:cNvSpPr/>
            <p:nvPr/>
          </p:nvSpPr>
          <p:spPr>
            <a:xfrm>
              <a:off x="381328" y="190214"/>
              <a:ext cx="48278"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1" name="Google Shape;501;p4"/>
            <p:cNvSpPr/>
            <p:nvPr/>
          </p:nvSpPr>
          <p:spPr>
            <a:xfrm>
              <a:off x="312060" y="263681"/>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2" name="Google Shape;502;p4"/>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3" name="Google Shape;503;p4"/>
            <p:cNvSpPr/>
            <p:nvPr/>
          </p:nvSpPr>
          <p:spPr>
            <a:xfrm>
              <a:off x="167226" y="404317"/>
              <a:ext cx="48278"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4" name="Google Shape;504;p4"/>
            <p:cNvSpPr/>
            <p:nvPr/>
          </p:nvSpPr>
          <p:spPr>
            <a:xfrm>
              <a:off x="97957" y="473586"/>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5" name="Google Shape;505;p4"/>
            <p:cNvSpPr/>
            <p:nvPr/>
          </p:nvSpPr>
          <p:spPr>
            <a:xfrm>
              <a:off x="608025" y="-151930"/>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6" name="Google Shape;506;p4"/>
            <p:cNvSpPr/>
            <p:nvPr/>
          </p:nvSpPr>
          <p:spPr>
            <a:xfrm>
              <a:off x="536658" y="-80562"/>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7" name="Google Shape;507;p4"/>
            <p:cNvSpPr/>
            <p:nvPr/>
          </p:nvSpPr>
          <p:spPr>
            <a:xfrm>
              <a:off x="465290" y="-9195"/>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8" name="Google Shape;508;p4"/>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9" name="Google Shape;509;p4"/>
            <p:cNvSpPr/>
            <p:nvPr/>
          </p:nvSpPr>
          <p:spPr>
            <a:xfrm>
              <a:off x="322555" y="131441"/>
              <a:ext cx="48278" cy="48278"/>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10" name="Google Shape;510;p4"/>
            <p:cNvSpPr/>
            <p:nvPr/>
          </p:nvSpPr>
          <p:spPr>
            <a:xfrm>
              <a:off x="255386" y="204908"/>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11" name="Google Shape;511;p4"/>
            <p:cNvSpPr/>
            <p:nvPr/>
          </p:nvSpPr>
          <p:spPr>
            <a:xfrm>
              <a:off x="184018" y="276275"/>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12" name="Google Shape;512;p4"/>
            <p:cNvSpPr/>
            <p:nvPr/>
          </p:nvSpPr>
          <p:spPr>
            <a:xfrm>
              <a:off x="110552" y="345544"/>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13" name="Google Shape;513;p4"/>
            <p:cNvSpPr/>
            <p:nvPr/>
          </p:nvSpPr>
          <p:spPr>
            <a:xfrm>
              <a:off x="39184" y="416911"/>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514"/>
        <p:cNvGrpSpPr/>
        <p:nvPr/>
      </p:nvGrpSpPr>
      <p:grpSpPr>
        <a:xfrm>
          <a:off x="0" y="0"/>
          <a:ext cx="0" cy="0"/>
          <a:chOff x="0" y="0"/>
          <a:chExt cx="0" cy="0"/>
        </a:xfrm>
      </p:grpSpPr>
      <p:sp>
        <p:nvSpPr>
          <p:cNvPr id="515" name="Google Shape;515;p5"/>
          <p:cNvSpPr txBox="1">
            <a:spLocks noGrp="1"/>
          </p:cNvSpPr>
          <p:nvPr>
            <p:ph type="title"/>
          </p:nvPr>
        </p:nvSpPr>
        <p:spPr>
          <a:xfrm>
            <a:off x="723900" y="1971470"/>
            <a:ext cx="6883130" cy="798754"/>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5000"/>
              <a:buFont typeface="Bebas Neue"/>
              <a:buNone/>
              <a:defRPr sz="5000">
                <a:latin typeface="Poppins ExtraBold"/>
                <a:ea typeface="Poppins ExtraBold"/>
                <a:cs typeface="Poppins ExtraBold"/>
                <a:sym typeface="Poppi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6" name="Google Shape;516;p5"/>
          <p:cNvSpPr txBox="1">
            <a:spLocks noGrp="1"/>
          </p:cNvSpPr>
          <p:nvPr>
            <p:ph type="body" idx="1"/>
          </p:nvPr>
        </p:nvSpPr>
        <p:spPr>
          <a:xfrm>
            <a:off x="723900" y="2727185"/>
            <a:ext cx="6883130" cy="44982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600"/>
              <a:buNone/>
              <a:defRPr sz="1600">
                <a:solidFill>
                  <a:schemeClr val="dk1"/>
                </a:solidFill>
                <a:latin typeface="Arimo"/>
                <a:ea typeface="Arimo"/>
                <a:cs typeface="Arimo"/>
                <a:sym typeface="Arimo"/>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517" name="Google Shape;517;p5"/>
          <p:cNvSpPr txBox="1">
            <a:spLocks noGrp="1"/>
          </p:cNvSpPr>
          <p:nvPr>
            <p:ph type="body" idx="2"/>
          </p:nvPr>
        </p:nvSpPr>
        <p:spPr>
          <a:xfrm>
            <a:off x="723901" y="974767"/>
            <a:ext cx="1117869" cy="64855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5000"/>
              <a:buNone/>
              <a:defRPr sz="5000">
                <a:solidFill>
                  <a:schemeClr val="dk1"/>
                </a:solidFill>
                <a:latin typeface="Poppins ExtraBold"/>
                <a:ea typeface="Poppins ExtraBold"/>
                <a:cs typeface="Poppins ExtraBold"/>
                <a:sym typeface="Poppins ExtraBold"/>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grpSp>
        <p:nvGrpSpPr>
          <p:cNvPr id="518" name="Google Shape;518;p5"/>
          <p:cNvGrpSpPr/>
          <p:nvPr/>
        </p:nvGrpSpPr>
        <p:grpSpPr>
          <a:xfrm rot="10800000">
            <a:off x="7203958" y="-155157"/>
            <a:ext cx="2187206" cy="2789633"/>
            <a:chOff x="3700202" y="2700338"/>
            <a:chExt cx="1654175" cy="2109788"/>
          </a:xfrm>
        </p:grpSpPr>
        <p:sp>
          <p:nvSpPr>
            <p:cNvPr id="519" name="Google Shape;519;p5"/>
            <p:cNvSpPr/>
            <p:nvPr/>
          </p:nvSpPr>
          <p:spPr>
            <a:xfrm>
              <a:off x="3700202" y="2700338"/>
              <a:ext cx="1654175" cy="2109788"/>
            </a:xfrm>
            <a:custGeom>
              <a:avLst/>
              <a:gdLst/>
              <a:ahLst/>
              <a:cxnLst/>
              <a:rect l="l" t="t" r="r" b="b"/>
              <a:pathLst>
                <a:path w="50004" h="63780" extrusionOk="0">
                  <a:moveTo>
                    <a:pt x="50004" y="50004"/>
                  </a:moveTo>
                  <a:lnTo>
                    <a:pt x="0" y="0"/>
                  </a:lnTo>
                  <a:lnTo>
                    <a:pt x="79" y="29993"/>
                  </a:lnTo>
                  <a:lnTo>
                    <a:pt x="33867" y="63780"/>
                  </a:lnTo>
                  <a:lnTo>
                    <a:pt x="50001" y="63703"/>
                  </a:lnTo>
                  <a:lnTo>
                    <a:pt x="50004" y="5000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0" name="Google Shape;520;p5"/>
            <p:cNvSpPr/>
            <p:nvPr/>
          </p:nvSpPr>
          <p:spPr>
            <a:xfrm>
              <a:off x="3703377" y="3690938"/>
              <a:ext cx="1117600" cy="1117600"/>
            </a:xfrm>
            <a:custGeom>
              <a:avLst/>
              <a:gdLst/>
              <a:ahLst/>
              <a:cxnLst/>
              <a:rect l="l" t="t" r="r" b="b"/>
              <a:pathLst>
                <a:path w="33788" h="33787" extrusionOk="0">
                  <a:moveTo>
                    <a:pt x="0" y="0"/>
                  </a:moveTo>
                  <a:lnTo>
                    <a:pt x="33788" y="33787"/>
                  </a:lnTo>
                  <a:lnTo>
                    <a:pt x="36" y="33751"/>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1" name="Google Shape;521;p5"/>
            <p:cNvSpPr/>
            <p:nvPr/>
          </p:nvSpPr>
          <p:spPr>
            <a:xfrm>
              <a:off x="4057390" y="3656013"/>
              <a:ext cx="935038" cy="652463"/>
            </a:xfrm>
            <a:custGeom>
              <a:avLst/>
              <a:gdLst/>
              <a:ahLst/>
              <a:cxnLst/>
              <a:rect l="l" t="t" r="r" b="b"/>
              <a:pathLst>
                <a:path w="28281" h="19728" extrusionOk="0">
                  <a:moveTo>
                    <a:pt x="0" y="5276"/>
                  </a:moveTo>
                  <a:lnTo>
                    <a:pt x="0" y="5276"/>
                  </a:lnTo>
                  <a:cubicBezTo>
                    <a:pt x="5276" y="0"/>
                    <a:pt x="13829" y="0"/>
                    <a:pt x="19104" y="5276"/>
                  </a:cubicBezTo>
                  <a:lnTo>
                    <a:pt x="28281" y="14453"/>
                  </a:lnTo>
                  <a:lnTo>
                    <a:pt x="28281" y="14453"/>
                  </a:lnTo>
                  <a:cubicBezTo>
                    <a:pt x="23006" y="19728"/>
                    <a:pt x="14453" y="19728"/>
                    <a:pt x="9177" y="14453"/>
                  </a:cubicBezTo>
                  <a:lnTo>
                    <a:pt x="0" y="527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2" name="Google Shape;522;p5"/>
            <p:cNvSpPr/>
            <p:nvPr/>
          </p:nvSpPr>
          <p:spPr>
            <a:xfrm>
              <a:off x="3746240" y="3967163"/>
              <a:ext cx="935038" cy="652463"/>
            </a:xfrm>
            <a:custGeom>
              <a:avLst/>
              <a:gdLst/>
              <a:ahLst/>
              <a:cxnLst/>
              <a:rect l="l" t="t" r="r" b="b"/>
              <a:pathLst>
                <a:path w="28281" h="19727" extrusionOk="0">
                  <a:moveTo>
                    <a:pt x="0" y="5275"/>
                  </a:moveTo>
                  <a:lnTo>
                    <a:pt x="0" y="5275"/>
                  </a:lnTo>
                  <a:cubicBezTo>
                    <a:pt x="5275" y="0"/>
                    <a:pt x="13828" y="0"/>
                    <a:pt x="19104" y="5275"/>
                  </a:cubicBezTo>
                  <a:lnTo>
                    <a:pt x="28281" y="14452"/>
                  </a:lnTo>
                  <a:lnTo>
                    <a:pt x="28281" y="14452"/>
                  </a:lnTo>
                  <a:cubicBezTo>
                    <a:pt x="23005" y="19727"/>
                    <a:pt x="14452" y="19727"/>
                    <a:pt x="9177" y="14452"/>
                  </a:cubicBezTo>
                  <a:lnTo>
                    <a:pt x="0" y="5275"/>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3" name="Google Shape;523;p5"/>
            <p:cNvSpPr/>
            <p:nvPr/>
          </p:nvSpPr>
          <p:spPr>
            <a:xfrm>
              <a:off x="4128827" y="3976688"/>
              <a:ext cx="401638" cy="401638"/>
            </a:xfrm>
            <a:custGeom>
              <a:avLst/>
              <a:gdLst/>
              <a:ahLst/>
              <a:cxnLst/>
              <a:rect l="l" t="t" r="r" b="b"/>
              <a:pathLst>
                <a:path w="12133" h="12133" extrusionOk="0">
                  <a:moveTo>
                    <a:pt x="2647" y="9486"/>
                  </a:moveTo>
                  <a:cubicBezTo>
                    <a:pt x="5261" y="12100"/>
                    <a:pt x="9471" y="12133"/>
                    <a:pt x="12133" y="9597"/>
                  </a:cubicBezTo>
                  <a:lnTo>
                    <a:pt x="2536" y="0"/>
                  </a:lnTo>
                  <a:cubicBezTo>
                    <a:pt x="0" y="2662"/>
                    <a:pt x="33" y="6872"/>
                    <a:pt x="2647" y="948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4" name="Google Shape;524;p5"/>
            <p:cNvSpPr/>
            <p:nvPr/>
          </p:nvSpPr>
          <p:spPr>
            <a:xfrm>
              <a:off x="4211377" y="3895725"/>
              <a:ext cx="401638" cy="401638"/>
            </a:xfrm>
            <a:custGeom>
              <a:avLst/>
              <a:gdLst/>
              <a:ahLst/>
              <a:cxnLst/>
              <a:rect l="l" t="t" r="r" b="b"/>
              <a:pathLst>
                <a:path w="12133" h="12133" extrusionOk="0">
                  <a:moveTo>
                    <a:pt x="9486" y="2647"/>
                  </a:moveTo>
                  <a:cubicBezTo>
                    <a:pt x="6872" y="33"/>
                    <a:pt x="2662" y="0"/>
                    <a:pt x="0" y="2536"/>
                  </a:cubicBezTo>
                  <a:lnTo>
                    <a:pt x="9597" y="12133"/>
                  </a:lnTo>
                  <a:cubicBezTo>
                    <a:pt x="12133" y="9471"/>
                    <a:pt x="12100" y="5261"/>
                    <a:pt x="9486" y="264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525" name="Google Shape;525;p5"/>
          <p:cNvSpPr/>
          <p:nvPr/>
        </p:nvSpPr>
        <p:spPr>
          <a:xfrm rot="5400000">
            <a:off x="7871" y="3678747"/>
            <a:ext cx="740964" cy="740964"/>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526" name="Google Shape;526;p5"/>
          <p:cNvGrpSpPr/>
          <p:nvPr/>
        </p:nvGrpSpPr>
        <p:grpSpPr>
          <a:xfrm>
            <a:off x="-36209" y="4108002"/>
            <a:ext cx="1658248" cy="1282517"/>
            <a:chOff x="5136226" y="2246221"/>
            <a:chExt cx="1254126" cy="969962"/>
          </a:xfrm>
        </p:grpSpPr>
        <p:sp>
          <p:nvSpPr>
            <p:cNvPr id="527" name="Google Shape;527;p5"/>
            <p:cNvSpPr/>
            <p:nvPr/>
          </p:nvSpPr>
          <p:spPr>
            <a:xfrm>
              <a:off x="5448964" y="2246221"/>
              <a:ext cx="941388" cy="657225"/>
            </a:xfrm>
            <a:custGeom>
              <a:avLst/>
              <a:gdLst/>
              <a:ahLst/>
              <a:cxnLst/>
              <a:rect l="l" t="t" r="r" b="b"/>
              <a:pathLst>
                <a:path w="28452" h="19847" extrusionOk="0">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8" name="Google Shape;528;p5"/>
            <p:cNvSpPr/>
            <p:nvPr/>
          </p:nvSpPr>
          <p:spPr>
            <a:xfrm>
              <a:off x="5136226" y="2558958"/>
              <a:ext cx="941388" cy="657225"/>
            </a:xfrm>
            <a:custGeom>
              <a:avLst/>
              <a:gdLst/>
              <a:ahLst/>
              <a:cxnLst/>
              <a:rect l="l" t="t" r="r" b="b"/>
              <a:pathLst>
                <a:path w="28452" h="19847" extrusionOk="0">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9" name="Google Shape;529;p5"/>
            <p:cNvSpPr/>
            <p:nvPr/>
          </p:nvSpPr>
          <p:spPr>
            <a:xfrm>
              <a:off x="5521989" y="2570071"/>
              <a:ext cx="403225" cy="403225"/>
            </a:xfrm>
            <a:custGeom>
              <a:avLst/>
              <a:gdLst/>
              <a:ahLst/>
              <a:cxnLst/>
              <a:rect l="l" t="t" r="r" b="b"/>
              <a:pathLst>
                <a:path w="12207" h="12207" extrusionOk="0">
                  <a:moveTo>
                    <a:pt x="2664" y="9543"/>
                  </a:moveTo>
                  <a:cubicBezTo>
                    <a:pt x="5293" y="12173"/>
                    <a:pt x="9529" y="12207"/>
                    <a:pt x="12207" y="9655"/>
                  </a:cubicBezTo>
                  <a:lnTo>
                    <a:pt x="2552" y="0"/>
                  </a:lnTo>
                  <a:cubicBezTo>
                    <a:pt x="0" y="2678"/>
                    <a:pt x="34" y="6914"/>
                    <a:pt x="2664" y="954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0" name="Google Shape;530;p5"/>
            <p:cNvSpPr/>
            <p:nvPr/>
          </p:nvSpPr>
          <p:spPr>
            <a:xfrm>
              <a:off x="5604539" y="2487521"/>
              <a:ext cx="403225" cy="403225"/>
            </a:xfrm>
            <a:custGeom>
              <a:avLst/>
              <a:gdLst/>
              <a:ahLst/>
              <a:cxnLst/>
              <a:rect l="l" t="t" r="r" b="b"/>
              <a:pathLst>
                <a:path w="12206" h="12206" extrusionOk="0">
                  <a:moveTo>
                    <a:pt x="9543" y="2663"/>
                  </a:moveTo>
                  <a:cubicBezTo>
                    <a:pt x="6913" y="34"/>
                    <a:pt x="2677" y="0"/>
                    <a:pt x="0" y="2551"/>
                  </a:cubicBezTo>
                  <a:lnTo>
                    <a:pt x="9655" y="12206"/>
                  </a:lnTo>
                  <a:cubicBezTo>
                    <a:pt x="12206" y="9529"/>
                    <a:pt x="12172" y="5293"/>
                    <a:pt x="9543" y="266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grpSp>
        <p:nvGrpSpPr>
          <p:cNvPr id="531" name="Google Shape;531;p5"/>
          <p:cNvGrpSpPr/>
          <p:nvPr/>
        </p:nvGrpSpPr>
        <p:grpSpPr>
          <a:xfrm flipH="1">
            <a:off x="8012764" y="4051315"/>
            <a:ext cx="1507863" cy="1510278"/>
            <a:chOff x="39184" y="-151930"/>
            <a:chExt cx="1309806" cy="1311904"/>
          </a:xfrm>
        </p:grpSpPr>
        <p:sp>
          <p:nvSpPr>
            <p:cNvPr id="532" name="Google Shape;532;p5"/>
            <p:cNvSpPr/>
            <p:nvPr/>
          </p:nvSpPr>
          <p:spPr>
            <a:xfrm>
              <a:off x="1304909" y="544953"/>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3" name="Google Shape;533;p5"/>
            <p:cNvSpPr/>
            <p:nvPr/>
          </p:nvSpPr>
          <p:spPr>
            <a:xfrm>
              <a:off x="1231442" y="614221"/>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4" name="Google Shape;534;p5"/>
            <p:cNvSpPr/>
            <p:nvPr/>
          </p:nvSpPr>
          <p:spPr>
            <a:xfrm>
              <a:off x="1160075" y="685588"/>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5" name="Google Shape;535;p5"/>
            <p:cNvSpPr/>
            <p:nvPr/>
          </p:nvSpPr>
          <p:spPr>
            <a:xfrm>
              <a:off x="1088707" y="756956"/>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6" name="Google Shape;536;p5"/>
            <p:cNvSpPr/>
            <p:nvPr/>
          </p:nvSpPr>
          <p:spPr>
            <a:xfrm>
              <a:off x="1019439" y="828324"/>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7" name="Google Shape;537;p5"/>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8" name="Google Shape;538;p5"/>
            <p:cNvSpPr/>
            <p:nvPr/>
          </p:nvSpPr>
          <p:spPr>
            <a:xfrm>
              <a:off x="876704" y="968960"/>
              <a:ext cx="48279" cy="48279"/>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9" name="Google Shape;539;p5"/>
            <p:cNvSpPr/>
            <p:nvPr/>
          </p:nvSpPr>
          <p:spPr>
            <a:xfrm>
              <a:off x="805336" y="1040328"/>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0" name="Google Shape;540;p5"/>
            <p:cNvSpPr/>
            <p:nvPr/>
          </p:nvSpPr>
          <p:spPr>
            <a:xfrm>
              <a:off x="733969" y="1111695"/>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1" name="Google Shape;541;p5"/>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2" name="Google Shape;542;p5"/>
            <p:cNvSpPr/>
            <p:nvPr/>
          </p:nvSpPr>
          <p:spPr>
            <a:xfrm>
              <a:off x="1174769" y="557547"/>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3" name="Google Shape;543;p5"/>
            <p:cNvSpPr/>
            <p:nvPr/>
          </p:nvSpPr>
          <p:spPr>
            <a:xfrm>
              <a:off x="1105499" y="628915"/>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4" name="Google Shape;544;p5"/>
            <p:cNvSpPr/>
            <p:nvPr/>
          </p:nvSpPr>
          <p:spPr>
            <a:xfrm>
              <a:off x="1034132" y="700282"/>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5" name="Google Shape;545;p5"/>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6" name="Google Shape;546;p5"/>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7" name="Google Shape;547;p5"/>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8" name="Google Shape;548;p5"/>
            <p:cNvSpPr/>
            <p:nvPr/>
          </p:nvSpPr>
          <p:spPr>
            <a:xfrm>
              <a:off x="748662" y="983653"/>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9" name="Google Shape;549;p5"/>
            <p:cNvSpPr/>
            <p:nvPr/>
          </p:nvSpPr>
          <p:spPr>
            <a:xfrm>
              <a:off x="677294" y="1052922"/>
              <a:ext cx="46179" cy="48279"/>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50" name="Google Shape;550;p5"/>
            <p:cNvSpPr/>
            <p:nvPr/>
          </p:nvSpPr>
          <p:spPr>
            <a:xfrm>
              <a:off x="1187363" y="427407"/>
              <a:ext cx="48279"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51" name="Google Shape;551;p5"/>
            <p:cNvSpPr/>
            <p:nvPr/>
          </p:nvSpPr>
          <p:spPr>
            <a:xfrm>
              <a:off x="1115995" y="498774"/>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52" name="Google Shape;552;p5"/>
            <p:cNvSpPr/>
            <p:nvPr/>
          </p:nvSpPr>
          <p:spPr>
            <a:xfrm>
              <a:off x="1046726" y="572240"/>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53" name="Google Shape;553;p5"/>
            <p:cNvSpPr/>
            <p:nvPr/>
          </p:nvSpPr>
          <p:spPr>
            <a:xfrm>
              <a:off x="975359" y="643608"/>
              <a:ext cx="44081"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54" name="Google Shape;554;p5"/>
            <p:cNvSpPr/>
            <p:nvPr/>
          </p:nvSpPr>
          <p:spPr>
            <a:xfrm>
              <a:off x="901893" y="710777"/>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55" name="Google Shape;555;p5"/>
            <p:cNvSpPr/>
            <p:nvPr/>
          </p:nvSpPr>
          <p:spPr>
            <a:xfrm>
              <a:off x="832623" y="782145"/>
              <a:ext cx="461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56" name="Google Shape;556;p5"/>
            <p:cNvSpPr/>
            <p:nvPr/>
          </p:nvSpPr>
          <p:spPr>
            <a:xfrm>
              <a:off x="761256" y="853512"/>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57" name="Google Shape;557;p5"/>
            <p:cNvSpPr/>
            <p:nvPr/>
          </p:nvSpPr>
          <p:spPr>
            <a:xfrm>
              <a:off x="689888" y="924880"/>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58" name="Google Shape;558;p5"/>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59" name="Google Shape;559;p5"/>
            <p:cNvSpPr/>
            <p:nvPr/>
          </p:nvSpPr>
          <p:spPr>
            <a:xfrm>
              <a:off x="1128589" y="370732"/>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60" name="Google Shape;560;p5"/>
            <p:cNvSpPr/>
            <p:nvPr/>
          </p:nvSpPr>
          <p:spPr>
            <a:xfrm>
              <a:off x="1057221" y="440001"/>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61" name="Google Shape;561;p5"/>
            <p:cNvSpPr/>
            <p:nvPr/>
          </p:nvSpPr>
          <p:spPr>
            <a:xfrm>
              <a:off x="985854" y="511368"/>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62" name="Google Shape;562;p5"/>
            <p:cNvSpPr/>
            <p:nvPr/>
          </p:nvSpPr>
          <p:spPr>
            <a:xfrm>
              <a:off x="916585" y="582736"/>
              <a:ext cx="46179" cy="48278"/>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63" name="Google Shape;563;p5"/>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64" name="Google Shape;564;p5"/>
            <p:cNvSpPr/>
            <p:nvPr/>
          </p:nvSpPr>
          <p:spPr>
            <a:xfrm>
              <a:off x="775949" y="727570"/>
              <a:ext cx="44080"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65" name="Google Shape;565;p5"/>
            <p:cNvSpPr/>
            <p:nvPr/>
          </p:nvSpPr>
          <p:spPr>
            <a:xfrm>
              <a:off x="702483" y="796839"/>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66" name="Google Shape;566;p5"/>
            <p:cNvSpPr/>
            <p:nvPr/>
          </p:nvSpPr>
          <p:spPr>
            <a:xfrm>
              <a:off x="631115" y="866107"/>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67" name="Google Shape;567;p5"/>
            <p:cNvSpPr/>
            <p:nvPr/>
          </p:nvSpPr>
          <p:spPr>
            <a:xfrm>
              <a:off x="559747" y="93747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68" name="Google Shape;568;p5"/>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69" name="Google Shape;569;p5"/>
            <p:cNvSpPr/>
            <p:nvPr/>
          </p:nvSpPr>
          <p:spPr>
            <a:xfrm>
              <a:off x="1000547" y="383327"/>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70" name="Google Shape;570;p5"/>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71" name="Google Shape;571;p5"/>
            <p:cNvSpPr/>
            <p:nvPr/>
          </p:nvSpPr>
          <p:spPr>
            <a:xfrm>
              <a:off x="857812" y="523963"/>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72" name="Google Shape;572;p5"/>
            <p:cNvSpPr/>
            <p:nvPr/>
          </p:nvSpPr>
          <p:spPr>
            <a:xfrm>
              <a:off x="786444" y="595330"/>
              <a:ext cx="48278" cy="48278"/>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73" name="Google Shape;573;p5"/>
            <p:cNvSpPr/>
            <p:nvPr/>
          </p:nvSpPr>
          <p:spPr>
            <a:xfrm>
              <a:off x="717176" y="668797"/>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74" name="Google Shape;574;p5"/>
            <p:cNvSpPr/>
            <p:nvPr/>
          </p:nvSpPr>
          <p:spPr>
            <a:xfrm>
              <a:off x="647907" y="740164"/>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75" name="Google Shape;575;p5"/>
            <p:cNvSpPr/>
            <p:nvPr/>
          </p:nvSpPr>
          <p:spPr>
            <a:xfrm>
              <a:off x="574441" y="809433"/>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76" name="Google Shape;576;p5"/>
            <p:cNvSpPr/>
            <p:nvPr/>
          </p:nvSpPr>
          <p:spPr>
            <a:xfrm>
              <a:off x="503073" y="880800"/>
              <a:ext cx="48278" cy="461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77" name="Google Shape;577;p5"/>
            <p:cNvSpPr/>
            <p:nvPr/>
          </p:nvSpPr>
          <p:spPr>
            <a:xfrm>
              <a:off x="1013141" y="253186"/>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78" name="Google Shape;578;p5"/>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79" name="Google Shape;579;p5"/>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80" name="Google Shape;580;p5"/>
            <p:cNvSpPr/>
            <p:nvPr/>
          </p:nvSpPr>
          <p:spPr>
            <a:xfrm>
              <a:off x="799039" y="467288"/>
              <a:ext cx="48278"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81" name="Google Shape;581;p5"/>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82" name="Google Shape;582;p5"/>
            <p:cNvSpPr/>
            <p:nvPr/>
          </p:nvSpPr>
          <p:spPr>
            <a:xfrm>
              <a:off x="658403" y="60792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83" name="Google Shape;583;p5"/>
            <p:cNvSpPr/>
            <p:nvPr/>
          </p:nvSpPr>
          <p:spPr>
            <a:xfrm>
              <a:off x="587035" y="679292"/>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84" name="Google Shape;584;p5"/>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85" name="Google Shape;585;p5"/>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86" name="Google Shape;586;p5"/>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87" name="Google Shape;587;p5"/>
            <p:cNvSpPr/>
            <p:nvPr/>
          </p:nvSpPr>
          <p:spPr>
            <a:xfrm>
              <a:off x="885100" y="267879"/>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88" name="Google Shape;588;p5"/>
            <p:cNvSpPr/>
            <p:nvPr/>
          </p:nvSpPr>
          <p:spPr>
            <a:xfrm>
              <a:off x="813732" y="337148"/>
              <a:ext cx="46179"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89" name="Google Shape;589;p5"/>
            <p:cNvSpPr/>
            <p:nvPr/>
          </p:nvSpPr>
          <p:spPr>
            <a:xfrm>
              <a:off x="742364" y="408515"/>
              <a:ext cx="48278"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90" name="Google Shape;590;p5"/>
            <p:cNvSpPr/>
            <p:nvPr/>
          </p:nvSpPr>
          <p:spPr>
            <a:xfrm>
              <a:off x="670997" y="47988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91" name="Google Shape;591;p5"/>
            <p:cNvSpPr/>
            <p:nvPr/>
          </p:nvSpPr>
          <p:spPr>
            <a:xfrm>
              <a:off x="599629" y="55125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92" name="Google Shape;592;p5"/>
            <p:cNvSpPr/>
            <p:nvPr/>
          </p:nvSpPr>
          <p:spPr>
            <a:xfrm>
              <a:off x="528262" y="622618"/>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93" name="Google Shape;593;p5"/>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94" name="Google Shape;594;p5"/>
            <p:cNvSpPr/>
            <p:nvPr/>
          </p:nvSpPr>
          <p:spPr>
            <a:xfrm>
              <a:off x="389725" y="765353"/>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95" name="Google Shape;595;p5"/>
            <p:cNvSpPr/>
            <p:nvPr/>
          </p:nvSpPr>
          <p:spPr>
            <a:xfrm>
              <a:off x="899793" y="139837"/>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96" name="Google Shape;596;p5"/>
            <p:cNvSpPr/>
            <p:nvPr/>
          </p:nvSpPr>
          <p:spPr>
            <a:xfrm>
              <a:off x="828425" y="211205"/>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97" name="Google Shape;597;p5"/>
            <p:cNvSpPr/>
            <p:nvPr/>
          </p:nvSpPr>
          <p:spPr>
            <a:xfrm>
              <a:off x="754959" y="280473"/>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98" name="Google Shape;598;p5"/>
            <p:cNvSpPr/>
            <p:nvPr/>
          </p:nvSpPr>
          <p:spPr>
            <a:xfrm>
              <a:off x="683591" y="351841"/>
              <a:ext cx="48278"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99" name="Google Shape;599;p5"/>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00" name="Google Shape;600;p5"/>
            <p:cNvSpPr/>
            <p:nvPr/>
          </p:nvSpPr>
          <p:spPr>
            <a:xfrm>
              <a:off x="542955" y="492477"/>
              <a:ext cx="46179"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01" name="Google Shape;601;p5"/>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02" name="Google Shape;602;p5"/>
            <p:cNvSpPr/>
            <p:nvPr/>
          </p:nvSpPr>
          <p:spPr>
            <a:xfrm>
              <a:off x="400220" y="635212"/>
              <a:ext cx="48278" cy="48278"/>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03" name="Google Shape;603;p5"/>
            <p:cNvSpPr/>
            <p:nvPr/>
          </p:nvSpPr>
          <p:spPr>
            <a:xfrm>
              <a:off x="328852" y="70658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04" name="Google Shape;604;p5"/>
            <p:cNvSpPr/>
            <p:nvPr/>
          </p:nvSpPr>
          <p:spPr>
            <a:xfrm>
              <a:off x="841020" y="81064"/>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05" name="Google Shape;605;p5"/>
            <p:cNvSpPr/>
            <p:nvPr/>
          </p:nvSpPr>
          <p:spPr>
            <a:xfrm>
              <a:off x="767553" y="15033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06" name="Google Shape;606;p5"/>
            <p:cNvSpPr/>
            <p:nvPr/>
          </p:nvSpPr>
          <p:spPr>
            <a:xfrm>
              <a:off x="696185" y="22170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07" name="Google Shape;607;p5"/>
            <p:cNvSpPr/>
            <p:nvPr/>
          </p:nvSpPr>
          <p:spPr>
            <a:xfrm>
              <a:off x="626917" y="293068"/>
              <a:ext cx="46179"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08" name="Google Shape;608;p5"/>
            <p:cNvSpPr/>
            <p:nvPr/>
          </p:nvSpPr>
          <p:spPr>
            <a:xfrm>
              <a:off x="555549" y="36443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09" name="Google Shape;609;p5"/>
            <p:cNvSpPr/>
            <p:nvPr/>
          </p:nvSpPr>
          <p:spPr>
            <a:xfrm>
              <a:off x="484182" y="435803"/>
              <a:ext cx="48278"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10" name="Google Shape;610;p5"/>
            <p:cNvSpPr/>
            <p:nvPr/>
          </p:nvSpPr>
          <p:spPr>
            <a:xfrm>
              <a:off x="412814" y="507170"/>
              <a:ext cx="48278" cy="46179"/>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11" name="Google Shape;611;p5"/>
            <p:cNvSpPr/>
            <p:nvPr/>
          </p:nvSpPr>
          <p:spPr>
            <a:xfrm>
              <a:off x="341447" y="576439"/>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12" name="Google Shape;612;p5"/>
            <p:cNvSpPr/>
            <p:nvPr/>
          </p:nvSpPr>
          <p:spPr>
            <a:xfrm>
              <a:off x="270079" y="64780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13" name="Google Shape;613;p5"/>
            <p:cNvSpPr/>
            <p:nvPr/>
          </p:nvSpPr>
          <p:spPr>
            <a:xfrm>
              <a:off x="782246" y="22291"/>
              <a:ext cx="46179"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14" name="Google Shape;614;p5"/>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15" name="Google Shape;615;p5"/>
            <p:cNvSpPr/>
            <p:nvPr/>
          </p:nvSpPr>
          <p:spPr>
            <a:xfrm>
              <a:off x="641610" y="167125"/>
              <a:ext cx="44080"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16" name="Google Shape;616;p5"/>
            <p:cNvSpPr/>
            <p:nvPr/>
          </p:nvSpPr>
          <p:spPr>
            <a:xfrm>
              <a:off x="570243" y="236393"/>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17" name="Google Shape;617;p5"/>
            <p:cNvSpPr/>
            <p:nvPr/>
          </p:nvSpPr>
          <p:spPr>
            <a:xfrm>
              <a:off x="496776" y="305662"/>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18" name="Google Shape;618;p5"/>
            <p:cNvSpPr/>
            <p:nvPr/>
          </p:nvSpPr>
          <p:spPr>
            <a:xfrm>
              <a:off x="425408" y="37703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19" name="Google Shape;619;p5"/>
            <p:cNvSpPr/>
            <p:nvPr/>
          </p:nvSpPr>
          <p:spPr>
            <a:xfrm>
              <a:off x="356140" y="448397"/>
              <a:ext cx="46179"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20" name="Google Shape;620;p5"/>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21" name="Google Shape;621;p5"/>
            <p:cNvSpPr/>
            <p:nvPr/>
          </p:nvSpPr>
          <p:spPr>
            <a:xfrm>
              <a:off x="213405" y="591132"/>
              <a:ext cx="48278" cy="46179"/>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22" name="Google Shape;622;p5"/>
            <p:cNvSpPr/>
            <p:nvPr/>
          </p:nvSpPr>
          <p:spPr>
            <a:xfrm>
              <a:off x="723473" y="-36482"/>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23" name="Google Shape;623;p5"/>
            <p:cNvSpPr/>
            <p:nvPr/>
          </p:nvSpPr>
          <p:spPr>
            <a:xfrm>
              <a:off x="652105" y="3488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24" name="Google Shape;624;p5"/>
            <p:cNvSpPr/>
            <p:nvPr/>
          </p:nvSpPr>
          <p:spPr>
            <a:xfrm>
              <a:off x="582837" y="108352"/>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25" name="Google Shape;625;p5"/>
            <p:cNvSpPr/>
            <p:nvPr/>
          </p:nvSpPr>
          <p:spPr>
            <a:xfrm>
              <a:off x="511469" y="179719"/>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26" name="Google Shape;626;p5"/>
            <p:cNvSpPr/>
            <p:nvPr/>
          </p:nvSpPr>
          <p:spPr>
            <a:xfrm>
              <a:off x="440102" y="248988"/>
              <a:ext cx="46179" cy="46179"/>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27" name="Google Shape;627;p5"/>
            <p:cNvSpPr/>
            <p:nvPr/>
          </p:nvSpPr>
          <p:spPr>
            <a:xfrm>
              <a:off x="368734" y="31825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28" name="Google Shape;628;p5"/>
            <p:cNvSpPr/>
            <p:nvPr/>
          </p:nvSpPr>
          <p:spPr>
            <a:xfrm>
              <a:off x="297367" y="389624"/>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29" name="Google Shape;629;p5"/>
            <p:cNvSpPr/>
            <p:nvPr/>
          </p:nvSpPr>
          <p:spPr>
            <a:xfrm>
              <a:off x="225999" y="460991"/>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30" name="Google Shape;630;p5"/>
            <p:cNvSpPr/>
            <p:nvPr/>
          </p:nvSpPr>
          <p:spPr>
            <a:xfrm>
              <a:off x="154631" y="532359"/>
              <a:ext cx="48278"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31" name="Google Shape;631;p5"/>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32" name="Google Shape;632;p5"/>
            <p:cNvSpPr/>
            <p:nvPr/>
          </p:nvSpPr>
          <p:spPr>
            <a:xfrm>
              <a:off x="593332" y="-23888"/>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33" name="Google Shape;633;p5"/>
            <p:cNvSpPr/>
            <p:nvPr/>
          </p:nvSpPr>
          <p:spPr>
            <a:xfrm>
              <a:off x="524064" y="47479"/>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34" name="Google Shape;634;p5"/>
            <p:cNvSpPr/>
            <p:nvPr/>
          </p:nvSpPr>
          <p:spPr>
            <a:xfrm>
              <a:off x="452696" y="118847"/>
              <a:ext cx="48278"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35" name="Google Shape;635;p5"/>
            <p:cNvSpPr/>
            <p:nvPr/>
          </p:nvSpPr>
          <p:spPr>
            <a:xfrm>
              <a:off x="381328" y="190214"/>
              <a:ext cx="48278"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36" name="Google Shape;636;p5"/>
            <p:cNvSpPr/>
            <p:nvPr/>
          </p:nvSpPr>
          <p:spPr>
            <a:xfrm>
              <a:off x="312060" y="263681"/>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37" name="Google Shape;637;p5"/>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38" name="Google Shape;638;p5"/>
            <p:cNvSpPr/>
            <p:nvPr/>
          </p:nvSpPr>
          <p:spPr>
            <a:xfrm>
              <a:off x="167226" y="404317"/>
              <a:ext cx="48278"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39" name="Google Shape;639;p5"/>
            <p:cNvSpPr/>
            <p:nvPr/>
          </p:nvSpPr>
          <p:spPr>
            <a:xfrm>
              <a:off x="97957" y="473586"/>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40" name="Google Shape;640;p5"/>
            <p:cNvSpPr/>
            <p:nvPr/>
          </p:nvSpPr>
          <p:spPr>
            <a:xfrm>
              <a:off x="608025" y="-151930"/>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41" name="Google Shape;641;p5"/>
            <p:cNvSpPr/>
            <p:nvPr/>
          </p:nvSpPr>
          <p:spPr>
            <a:xfrm>
              <a:off x="536658" y="-80562"/>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42" name="Google Shape;642;p5"/>
            <p:cNvSpPr/>
            <p:nvPr/>
          </p:nvSpPr>
          <p:spPr>
            <a:xfrm>
              <a:off x="465290" y="-9195"/>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43" name="Google Shape;643;p5"/>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44" name="Google Shape;644;p5"/>
            <p:cNvSpPr/>
            <p:nvPr/>
          </p:nvSpPr>
          <p:spPr>
            <a:xfrm>
              <a:off x="322555" y="131441"/>
              <a:ext cx="48278" cy="48278"/>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45" name="Google Shape;645;p5"/>
            <p:cNvSpPr/>
            <p:nvPr/>
          </p:nvSpPr>
          <p:spPr>
            <a:xfrm>
              <a:off x="255386" y="204908"/>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46" name="Google Shape;646;p5"/>
            <p:cNvSpPr/>
            <p:nvPr/>
          </p:nvSpPr>
          <p:spPr>
            <a:xfrm>
              <a:off x="184018" y="276275"/>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47" name="Google Shape;647;p5"/>
            <p:cNvSpPr/>
            <p:nvPr/>
          </p:nvSpPr>
          <p:spPr>
            <a:xfrm>
              <a:off x="110552" y="345544"/>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48" name="Google Shape;648;p5"/>
            <p:cNvSpPr/>
            <p:nvPr/>
          </p:nvSpPr>
          <p:spPr>
            <a:xfrm>
              <a:off x="39184" y="416911"/>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649"/>
        <p:cNvGrpSpPr/>
        <p:nvPr/>
      </p:nvGrpSpPr>
      <p:grpSpPr>
        <a:xfrm>
          <a:off x="0" y="0"/>
          <a:ext cx="0" cy="0"/>
          <a:chOff x="0" y="0"/>
          <a:chExt cx="0" cy="0"/>
        </a:xfrm>
      </p:grpSpPr>
      <p:sp>
        <p:nvSpPr>
          <p:cNvPr id="650" name="Google Shape;650;p6"/>
          <p:cNvSpPr txBox="1">
            <a:spLocks noGrp="1"/>
          </p:cNvSpPr>
          <p:nvPr>
            <p:ph type="body" idx="1"/>
          </p:nvPr>
        </p:nvSpPr>
        <p:spPr>
          <a:xfrm>
            <a:off x="723901" y="1329448"/>
            <a:ext cx="3848100" cy="229572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600"/>
              <a:buNone/>
              <a:defRPr sz="1200">
                <a:latin typeface="Arimo"/>
                <a:ea typeface="Arimo"/>
                <a:cs typeface="Arimo"/>
                <a:sym typeface="Arimo"/>
              </a:defRPr>
            </a:lvl1pPr>
            <a:lvl2pPr marL="914400" lvl="1" indent="-330200" algn="l">
              <a:lnSpc>
                <a:spcPct val="90000"/>
              </a:lnSpc>
              <a:spcBef>
                <a:spcPts val="375"/>
              </a:spcBef>
              <a:spcAft>
                <a:spcPts val="0"/>
              </a:spcAft>
              <a:buClr>
                <a:schemeClr val="dk1"/>
              </a:buClr>
              <a:buSzPts val="1600"/>
              <a:buChar char="•"/>
              <a:defRPr sz="1600"/>
            </a:lvl2pPr>
            <a:lvl3pPr marL="1371600" lvl="2" indent="-330200" algn="l">
              <a:lnSpc>
                <a:spcPct val="90000"/>
              </a:lnSpc>
              <a:spcBef>
                <a:spcPts val="375"/>
              </a:spcBef>
              <a:spcAft>
                <a:spcPts val="0"/>
              </a:spcAft>
              <a:buClr>
                <a:schemeClr val="dk1"/>
              </a:buClr>
              <a:buSzPts val="1600"/>
              <a:buChar char="•"/>
              <a:defRPr sz="1600"/>
            </a:lvl3pPr>
            <a:lvl4pPr marL="1828800" lvl="3" indent="-330200" algn="l">
              <a:lnSpc>
                <a:spcPct val="90000"/>
              </a:lnSpc>
              <a:spcBef>
                <a:spcPts val="375"/>
              </a:spcBef>
              <a:spcAft>
                <a:spcPts val="0"/>
              </a:spcAft>
              <a:buClr>
                <a:schemeClr val="dk1"/>
              </a:buClr>
              <a:buSzPts val="1600"/>
              <a:buChar char="•"/>
              <a:defRPr sz="1600"/>
            </a:lvl4pPr>
            <a:lvl5pPr marL="2286000" lvl="4" indent="-330200" algn="l">
              <a:lnSpc>
                <a:spcPct val="90000"/>
              </a:lnSpc>
              <a:spcBef>
                <a:spcPts val="375"/>
              </a:spcBef>
              <a:spcAft>
                <a:spcPts val="0"/>
              </a:spcAft>
              <a:buClr>
                <a:schemeClr val="dk1"/>
              </a:buClr>
              <a:buSzPts val="1600"/>
              <a:buChar char="•"/>
              <a:defRPr sz="16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51" name="Google Shape;651;p6"/>
          <p:cNvSpPr txBox="1">
            <a:spLocks noGrp="1"/>
          </p:cNvSpPr>
          <p:nvPr>
            <p:ph type="title"/>
          </p:nvPr>
        </p:nvSpPr>
        <p:spPr>
          <a:xfrm>
            <a:off x="723900" y="552449"/>
            <a:ext cx="7696200" cy="639388"/>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sz="3400" b="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2" name="Google Shape;652;p6"/>
          <p:cNvSpPr/>
          <p:nvPr/>
        </p:nvSpPr>
        <p:spPr>
          <a:xfrm>
            <a:off x="8421714" y="4402286"/>
            <a:ext cx="740964" cy="740964"/>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53" name="Google Shape;653;p6"/>
          <p:cNvSpPr>
            <a:spLocks noGrp="1"/>
          </p:cNvSpPr>
          <p:nvPr>
            <p:ph type="pic" idx="2"/>
          </p:nvPr>
        </p:nvSpPr>
        <p:spPr>
          <a:xfrm>
            <a:off x="5124450" y="1337435"/>
            <a:ext cx="3295650" cy="2804616"/>
          </a:xfrm>
          <a:prstGeom prst="roundRect">
            <a:avLst>
              <a:gd name="adj" fmla="val 7665"/>
            </a:avLst>
          </a:prstGeom>
          <a:noFill/>
          <a:ln>
            <a:noFill/>
          </a:ln>
        </p:spPr>
      </p:sp>
      <p:grpSp>
        <p:nvGrpSpPr>
          <p:cNvPr id="654" name="Google Shape;654;p6"/>
          <p:cNvGrpSpPr/>
          <p:nvPr/>
        </p:nvGrpSpPr>
        <p:grpSpPr>
          <a:xfrm flipH="1">
            <a:off x="-132623" y="3762786"/>
            <a:ext cx="1507863" cy="1510278"/>
            <a:chOff x="39184" y="-151930"/>
            <a:chExt cx="1309806" cy="1311904"/>
          </a:xfrm>
        </p:grpSpPr>
        <p:sp>
          <p:nvSpPr>
            <p:cNvPr id="655" name="Google Shape;655;p6"/>
            <p:cNvSpPr/>
            <p:nvPr/>
          </p:nvSpPr>
          <p:spPr>
            <a:xfrm>
              <a:off x="1304909" y="544953"/>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56" name="Google Shape;656;p6"/>
            <p:cNvSpPr/>
            <p:nvPr/>
          </p:nvSpPr>
          <p:spPr>
            <a:xfrm>
              <a:off x="1231442" y="614221"/>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57" name="Google Shape;657;p6"/>
            <p:cNvSpPr/>
            <p:nvPr/>
          </p:nvSpPr>
          <p:spPr>
            <a:xfrm>
              <a:off x="1160075" y="685588"/>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58" name="Google Shape;658;p6"/>
            <p:cNvSpPr/>
            <p:nvPr/>
          </p:nvSpPr>
          <p:spPr>
            <a:xfrm>
              <a:off x="1088707" y="756956"/>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59" name="Google Shape;659;p6"/>
            <p:cNvSpPr/>
            <p:nvPr/>
          </p:nvSpPr>
          <p:spPr>
            <a:xfrm>
              <a:off x="1019439" y="828324"/>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60" name="Google Shape;660;p6"/>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61" name="Google Shape;661;p6"/>
            <p:cNvSpPr/>
            <p:nvPr/>
          </p:nvSpPr>
          <p:spPr>
            <a:xfrm>
              <a:off x="876704" y="968960"/>
              <a:ext cx="48279" cy="48279"/>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62" name="Google Shape;662;p6"/>
            <p:cNvSpPr/>
            <p:nvPr/>
          </p:nvSpPr>
          <p:spPr>
            <a:xfrm>
              <a:off x="805336" y="1040328"/>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63" name="Google Shape;663;p6"/>
            <p:cNvSpPr/>
            <p:nvPr/>
          </p:nvSpPr>
          <p:spPr>
            <a:xfrm>
              <a:off x="733969" y="1111695"/>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64" name="Google Shape;664;p6"/>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65" name="Google Shape;665;p6"/>
            <p:cNvSpPr/>
            <p:nvPr/>
          </p:nvSpPr>
          <p:spPr>
            <a:xfrm>
              <a:off x="1174769" y="557547"/>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66" name="Google Shape;666;p6"/>
            <p:cNvSpPr/>
            <p:nvPr/>
          </p:nvSpPr>
          <p:spPr>
            <a:xfrm>
              <a:off x="1105499" y="628915"/>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67" name="Google Shape;667;p6"/>
            <p:cNvSpPr/>
            <p:nvPr/>
          </p:nvSpPr>
          <p:spPr>
            <a:xfrm>
              <a:off x="1034132" y="700282"/>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68" name="Google Shape;668;p6"/>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69" name="Google Shape;669;p6"/>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70" name="Google Shape;670;p6"/>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71" name="Google Shape;671;p6"/>
            <p:cNvSpPr/>
            <p:nvPr/>
          </p:nvSpPr>
          <p:spPr>
            <a:xfrm>
              <a:off x="748662" y="983653"/>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72" name="Google Shape;672;p6"/>
            <p:cNvSpPr/>
            <p:nvPr/>
          </p:nvSpPr>
          <p:spPr>
            <a:xfrm>
              <a:off x="677294" y="1052922"/>
              <a:ext cx="46179" cy="48279"/>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73" name="Google Shape;673;p6"/>
            <p:cNvSpPr/>
            <p:nvPr/>
          </p:nvSpPr>
          <p:spPr>
            <a:xfrm>
              <a:off x="1187363" y="427407"/>
              <a:ext cx="48279"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74" name="Google Shape;674;p6"/>
            <p:cNvSpPr/>
            <p:nvPr/>
          </p:nvSpPr>
          <p:spPr>
            <a:xfrm>
              <a:off x="1115995" y="498774"/>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75" name="Google Shape;675;p6"/>
            <p:cNvSpPr/>
            <p:nvPr/>
          </p:nvSpPr>
          <p:spPr>
            <a:xfrm>
              <a:off x="1046726" y="572240"/>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76" name="Google Shape;676;p6"/>
            <p:cNvSpPr/>
            <p:nvPr/>
          </p:nvSpPr>
          <p:spPr>
            <a:xfrm>
              <a:off x="975359" y="643608"/>
              <a:ext cx="44081"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77" name="Google Shape;677;p6"/>
            <p:cNvSpPr/>
            <p:nvPr/>
          </p:nvSpPr>
          <p:spPr>
            <a:xfrm>
              <a:off x="901893" y="710777"/>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78" name="Google Shape;678;p6"/>
            <p:cNvSpPr/>
            <p:nvPr/>
          </p:nvSpPr>
          <p:spPr>
            <a:xfrm>
              <a:off x="832623" y="782145"/>
              <a:ext cx="461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79" name="Google Shape;679;p6"/>
            <p:cNvSpPr/>
            <p:nvPr/>
          </p:nvSpPr>
          <p:spPr>
            <a:xfrm>
              <a:off x="761256" y="853512"/>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80" name="Google Shape;680;p6"/>
            <p:cNvSpPr/>
            <p:nvPr/>
          </p:nvSpPr>
          <p:spPr>
            <a:xfrm>
              <a:off x="689888" y="924880"/>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81" name="Google Shape;681;p6"/>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82" name="Google Shape;682;p6"/>
            <p:cNvSpPr/>
            <p:nvPr/>
          </p:nvSpPr>
          <p:spPr>
            <a:xfrm>
              <a:off x="1128589" y="370732"/>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83" name="Google Shape;683;p6"/>
            <p:cNvSpPr/>
            <p:nvPr/>
          </p:nvSpPr>
          <p:spPr>
            <a:xfrm>
              <a:off x="1057221" y="440001"/>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84" name="Google Shape;684;p6"/>
            <p:cNvSpPr/>
            <p:nvPr/>
          </p:nvSpPr>
          <p:spPr>
            <a:xfrm>
              <a:off x="985854" y="511368"/>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85" name="Google Shape;685;p6"/>
            <p:cNvSpPr/>
            <p:nvPr/>
          </p:nvSpPr>
          <p:spPr>
            <a:xfrm>
              <a:off x="916585" y="582736"/>
              <a:ext cx="46179" cy="48278"/>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86" name="Google Shape;686;p6"/>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87" name="Google Shape;687;p6"/>
            <p:cNvSpPr/>
            <p:nvPr/>
          </p:nvSpPr>
          <p:spPr>
            <a:xfrm>
              <a:off x="775949" y="727570"/>
              <a:ext cx="44080"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88" name="Google Shape;688;p6"/>
            <p:cNvSpPr/>
            <p:nvPr/>
          </p:nvSpPr>
          <p:spPr>
            <a:xfrm>
              <a:off x="702483" y="796839"/>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89" name="Google Shape;689;p6"/>
            <p:cNvSpPr/>
            <p:nvPr/>
          </p:nvSpPr>
          <p:spPr>
            <a:xfrm>
              <a:off x="631115" y="866107"/>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90" name="Google Shape;690;p6"/>
            <p:cNvSpPr/>
            <p:nvPr/>
          </p:nvSpPr>
          <p:spPr>
            <a:xfrm>
              <a:off x="559747" y="93747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91" name="Google Shape;691;p6"/>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92" name="Google Shape;692;p6"/>
            <p:cNvSpPr/>
            <p:nvPr/>
          </p:nvSpPr>
          <p:spPr>
            <a:xfrm>
              <a:off x="1000547" y="383327"/>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93" name="Google Shape;693;p6"/>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94" name="Google Shape;694;p6"/>
            <p:cNvSpPr/>
            <p:nvPr/>
          </p:nvSpPr>
          <p:spPr>
            <a:xfrm>
              <a:off x="857812" y="523963"/>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95" name="Google Shape;695;p6"/>
            <p:cNvSpPr/>
            <p:nvPr/>
          </p:nvSpPr>
          <p:spPr>
            <a:xfrm>
              <a:off x="786444" y="595330"/>
              <a:ext cx="48278" cy="48278"/>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96" name="Google Shape;696;p6"/>
            <p:cNvSpPr/>
            <p:nvPr/>
          </p:nvSpPr>
          <p:spPr>
            <a:xfrm>
              <a:off x="717176" y="668797"/>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97" name="Google Shape;697;p6"/>
            <p:cNvSpPr/>
            <p:nvPr/>
          </p:nvSpPr>
          <p:spPr>
            <a:xfrm>
              <a:off x="647907" y="740164"/>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98" name="Google Shape;698;p6"/>
            <p:cNvSpPr/>
            <p:nvPr/>
          </p:nvSpPr>
          <p:spPr>
            <a:xfrm>
              <a:off x="574441" y="809433"/>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99" name="Google Shape;699;p6"/>
            <p:cNvSpPr/>
            <p:nvPr/>
          </p:nvSpPr>
          <p:spPr>
            <a:xfrm>
              <a:off x="503073" y="880800"/>
              <a:ext cx="48278" cy="461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00" name="Google Shape;700;p6"/>
            <p:cNvSpPr/>
            <p:nvPr/>
          </p:nvSpPr>
          <p:spPr>
            <a:xfrm>
              <a:off x="1013141" y="253186"/>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01" name="Google Shape;701;p6"/>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02" name="Google Shape;702;p6"/>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03" name="Google Shape;703;p6"/>
            <p:cNvSpPr/>
            <p:nvPr/>
          </p:nvSpPr>
          <p:spPr>
            <a:xfrm>
              <a:off x="799039" y="467288"/>
              <a:ext cx="48278"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04" name="Google Shape;704;p6"/>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05" name="Google Shape;705;p6"/>
            <p:cNvSpPr/>
            <p:nvPr/>
          </p:nvSpPr>
          <p:spPr>
            <a:xfrm>
              <a:off x="658403" y="60792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06" name="Google Shape;706;p6"/>
            <p:cNvSpPr/>
            <p:nvPr/>
          </p:nvSpPr>
          <p:spPr>
            <a:xfrm>
              <a:off x="587035" y="679292"/>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07" name="Google Shape;707;p6"/>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08" name="Google Shape;708;p6"/>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09" name="Google Shape;709;p6"/>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10" name="Google Shape;710;p6"/>
            <p:cNvSpPr/>
            <p:nvPr/>
          </p:nvSpPr>
          <p:spPr>
            <a:xfrm>
              <a:off x="885100" y="267879"/>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11" name="Google Shape;711;p6"/>
            <p:cNvSpPr/>
            <p:nvPr/>
          </p:nvSpPr>
          <p:spPr>
            <a:xfrm>
              <a:off x="813732" y="337148"/>
              <a:ext cx="46179"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12" name="Google Shape;712;p6"/>
            <p:cNvSpPr/>
            <p:nvPr/>
          </p:nvSpPr>
          <p:spPr>
            <a:xfrm>
              <a:off x="742364" y="408515"/>
              <a:ext cx="48278"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13" name="Google Shape;713;p6"/>
            <p:cNvSpPr/>
            <p:nvPr/>
          </p:nvSpPr>
          <p:spPr>
            <a:xfrm>
              <a:off x="670997" y="47988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14" name="Google Shape;714;p6"/>
            <p:cNvSpPr/>
            <p:nvPr/>
          </p:nvSpPr>
          <p:spPr>
            <a:xfrm>
              <a:off x="599629" y="55125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15" name="Google Shape;715;p6"/>
            <p:cNvSpPr/>
            <p:nvPr/>
          </p:nvSpPr>
          <p:spPr>
            <a:xfrm>
              <a:off x="528262" y="622618"/>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16" name="Google Shape;716;p6"/>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17" name="Google Shape;717;p6"/>
            <p:cNvSpPr/>
            <p:nvPr/>
          </p:nvSpPr>
          <p:spPr>
            <a:xfrm>
              <a:off x="389725" y="765353"/>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18" name="Google Shape;718;p6"/>
            <p:cNvSpPr/>
            <p:nvPr/>
          </p:nvSpPr>
          <p:spPr>
            <a:xfrm>
              <a:off x="899793" y="139837"/>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19" name="Google Shape;719;p6"/>
            <p:cNvSpPr/>
            <p:nvPr/>
          </p:nvSpPr>
          <p:spPr>
            <a:xfrm>
              <a:off x="828425" y="211205"/>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20" name="Google Shape;720;p6"/>
            <p:cNvSpPr/>
            <p:nvPr/>
          </p:nvSpPr>
          <p:spPr>
            <a:xfrm>
              <a:off x="754959" y="280473"/>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21" name="Google Shape;721;p6"/>
            <p:cNvSpPr/>
            <p:nvPr/>
          </p:nvSpPr>
          <p:spPr>
            <a:xfrm>
              <a:off x="683591" y="351841"/>
              <a:ext cx="48278"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22" name="Google Shape;722;p6"/>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23" name="Google Shape;723;p6"/>
            <p:cNvSpPr/>
            <p:nvPr/>
          </p:nvSpPr>
          <p:spPr>
            <a:xfrm>
              <a:off x="542955" y="492477"/>
              <a:ext cx="46179"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24" name="Google Shape;724;p6"/>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25" name="Google Shape;725;p6"/>
            <p:cNvSpPr/>
            <p:nvPr/>
          </p:nvSpPr>
          <p:spPr>
            <a:xfrm>
              <a:off x="400220" y="635212"/>
              <a:ext cx="48278" cy="48278"/>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26" name="Google Shape;726;p6"/>
            <p:cNvSpPr/>
            <p:nvPr/>
          </p:nvSpPr>
          <p:spPr>
            <a:xfrm>
              <a:off x="328852" y="70658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27" name="Google Shape;727;p6"/>
            <p:cNvSpPr/>
            <p:nvPr/>
          </p:nvSpPr>
          <p:spPr>
            <a:xfrm>
              <a:off x="841020" y="81064"/>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28" name="Google Shape;728;p6"/>
            <p:cNvSpPr/>
            <p:nvPr/>
          </p:nvSpPr>
          <p:spPr>
            <a:xfrm>
              <a:off x="767553" y="15033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29" name="Google Shape;729;p6"/>
            <p:cNvSpPr/>
            <p:nvPr/>
          </p:nvSpPr>
          <p:spPr>
            <a:xfrm>
              <a:off x="696185" y="22170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30" name="Google Shape;730;p6"/>
            <p:cNvSpPr/>
            <p:nvPr/>
          </p:nvSpPr>
          <p:spPr>
            <a:xfrm>
              <a:off x="626917" y="293068"/>
              <a:ext cx="46179"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31" name="Google Shape;731;p6"/>
            <p:cNvSpPr/>
            <p:nvPr/>
          </p:nvSpPr>
          <p:spPr>
            <a:xfrm>
              <a:off x="555549" y="36443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32" name="Google Shape;732;p6"/>
            <p:cNvSpPr/>
            <p:nvPr/>
          </p:nvSpPr>
          <p:spPr>
            <a:xfrm>
              <a:off x="484182" y="435803"/>
              <a:ext cx="48278"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33" name="Google Shape;733;p6"/>
            <p:cNvSpPr/>
            <p:nvPr/>
          </p:nvSpPr>
          <p:spPr>
            <a:xfrm>
              <a:off x="412814" y="507170"/>
              <a:ext cx="48278" cy="46179"/>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34" name="Google Shape;734;p6"/>
            <p:cNvSpPr/>
            <p:nvPr/>
          </p:nvSpPr>
          <p:spPr>
            <a:xfrm>
              <a:off x="341447" y="576439"/>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35" name="Google Shape;735;p6"/>
            <p:cNvSpPr/>
            <p:nvPr/>
          </p:nvSpPr>
          <p:spPr>
            <a:xfrm>
              <a:off x="270079" y="64780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36" name="Google Shape;736;p6"/>
            <p:cNvSpPr/>
            <p:nvPr/>
          </p:nvSpPr>
          <p:spPr>
            <a:xfrm>
              <a:off x="782246" y="22291"/>
              <a:ext cx="46179"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37" name="Google Shape;737;p6"/>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38" name="Google Shape;738;p6"/>
            <p:cNvSpPr/>
            <p:nvPr/>
          </p:nvSpPr>
          <p:spPr>
            <a:xfrm>
              <a:off x="641610" y="167125"/>
              <a:ext cx="44080"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39" name="Google Shape;739;p6"/>
            <p:cNvSpPr/>
            <p:nvPr/>
          </p:nvSpPr>
          <p:spPr>
            <a:xfrm>
              <a:off x="570243" y="236393"/>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40" name="Google Shape;740;p6"/>
            <p:cNvSpPr/>
            <p:nvPr/>
          </p:nvSpPr>
          <p:spPr>
            <a:xfrm>
              <a:off x="496776" y="305662"/>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41" name="Google Shape;741;p6"/>
            <p:cNvSpPr/>
            <p:nvPr/>
          </p:nvSpPr>
          <p:spPr>
            <a:xfrm>
              <a:off x="425408" y="37703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42" name="Google Shape;742;p6"/>
            <p:cNvSpPr/>
            <p:nvPr/>
          </p:nvSpPr>
          <p:spPr>
            <a:xfrm>
              <a:off x="356140" y="448397"/>
              <a:ext cx="46179"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43" name="Google Shape;743;p6"/>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44" name="Google Shape;744;p6"/>
            <p:cNvSpPr/>
            <p:nvPr/>
          </p:nvSpPr>
          <p:spPr>
            <a:xfrm>
              <a:off x="213405" y="591132"/>
              <a:ext cx="48278" cy="46179"/>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45" name="Google Shape;745;p6"/>
            <p:cNvSpPr/>
            <p:nvPr/>
          </p:nvSpPr>
          <p:spPr>
            <a:xfrm>
              <a:off x="723473" y="-36482"/>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46" name="Google Shape;746;p6"/>
            <p:cNvSpPr/>
            <p:nvPr/>
          </p:nvSpPr>
          <p:spPr>
            <a:xfrm>
              <a:off x="652105" y="3488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47" name="Google Shape;747;p6"/>
            <p:cNvSpPr/>
            <p:nvPr/>
          </p:nvSpPr>
          <p:spPr>
            <a:xfrm>
              <a:off x="582837" y="108352"/>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48" name="Google Shape;748;p6"/>
            <p:cNvSpPr/>
            <p:nvPr/>
          </p:nvSpPr>
          <p:spPr>
            <a:xfrm>
              <a:off x="511469" y="179719"/>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49" name="Google Shape;749;p6"/>
            <p:cNvSpPr/>
            <p:nvPr/>
          </p:nvSpPr>
          <p:spPr>
            <a:xfrm>
              <a:off x="440102" y="248988"/>
              <a:ext cx="46179" cy="46179"/>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50" name="Google Shape;750;p6"/>
            <p:cNvSpPr/>
            <p:nvPr/>
          </p:nvSpPr>
          <p:spPr>
            <a:xfrm>
              <a:off x="368734" y="31825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51" name="Google Shape;751;p6"/>
            <p:cNvSpPr/>
            <p:nvPr/>
          </p:nvSpPr>
          <p:spPr>
            <a:xfrm>
              <a:off x="297367" y="389624"/>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52" name="Google Shape;752;p6"/>
            <p:cNvSpPr/>
            <p:nvPr/>
          </p:nvSpPr>
          <p:spPr>
            <a:xfrm>
              <a:off x="225999" y="460991"/>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53" name="Google Shape;753;p6"/>
            <p:cNvSpPr/>
            <p:nvPr/>
          </p:nvSpPr>
          <p:spPr>
            <a:xfrm>
              <a:off x="154631" y="532359"/>
              <a:ext cx="48278"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54" name="Google Shape;754;p6"/>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55" name="Google Shape;755;p6"/>
            <p:cNvSpPr/>
            <p:nvPr/>
          </p:nvSpPr>
          <p:spPr>
            <a:xfrm>
              <a:off x="593332" y="-23888"/>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56" name="Google Shape;756;p6"/>
            <p:cNvSpPr/>
            <p:nvPr/>
          </p:nvSpPr>
          <p:spPr>
            <a:xfrm>
              <a:off x="524064" y="47479"/>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57" name="Google Shape;757;p6"/>
            <p:cNvSpPr/>
            <p:nvPr/>
          </p:nvSpPr>
          <p:spPr>
            <a:xfrm>
              <a:off x="452696" y="118847"/>
              <a:ext cx="48278"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58" name="Google Shape;758;p6"/>
            <p:cNvSpPr/>
            <p:nvPr/>
          </p:nvSpPr>
          <p:spPr>
            <a:xfrm>
              <a:off x="381328" y="190214"/>
              <a:ext cx="48278"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59" name="Google Shape;759;p6"/>
            <p:cNvSpPr/>
            <p:nvPr/>
          </p:nvSpPr>
          <p:spPr>
            <a:xfrm>
              <a:off x="312060" y="263681"/>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60" name="Google Shape;760;p6"/>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61" name="Google Shape;761;p6"/>
            <p:cNvSpPr/>
            <p:nvPr/>
          </p:nvSpPr>
          <p:spPr>
            <a:xfrm>
              <a:off x="167226" y="404317"/>
              <a:ext cx="48278"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62" name="Google Shape;762;p6"/>
            <p:cNvSpPr/>
            <p:nvPr/>
          </p:nvSpPr>
          <p:spPr>
            <a:xfrm>
              <a:off x="97957" y="473586"/>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63" name="Google Shape;763;p6"/>
            <p:cNvSpPr/>
            <p:nvPr/>
          </p:nvSpPr>
          <p:spPr>
            <a:xfrm>
              <a:off x="608025" y="-151930"/>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64" name="Google Shape;764;p6"/>
            <p:cNvSpPr/>
            <p:nvPr/>
          </p:nvSpPr>
          <p:spPr>
            <a:xfrm>
              <a:off x="536658" y="-80562"/>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65" name="Google Shape;765;p6"/>
            <p:cNvSpPr/>
            <p:nvPr/>
          </p:nvSpPr>
          <p:spPr>
            <a:xfrm>
              <a:off x="465290" y="-9195"/>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66" name="Google Shape;766;p6"/>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67" name="Google Shape;767;p6"/>
            <p:cNvSpPr/>
            <p:nvPr/>
          </p:nvSpPr>
          <p:spPr>
            <a:xfrm>
              <a:off x="322555" y="131441"/>
              <a:ext cx="48278" cy="48278"/>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68" name="Google Shape;768;p6"/>
            <p:cNvSpPr/>
            <p:nvPr/>
          </p:nvSpPr>
          <p:spPr>
            <a:xfrm>
              <a:off x="255386" y="204908"/>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69" name="Google Shape;769;p6"/>
            <p:cNvSpPr/>
            <p:nvPr/>
          </p:nvSpPr>
          <p:spPr>
            <a:xfrm>
              <a:off x="184018" y="276275"/>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70" name="Google Shape;770;p6"/>
            <p:cNvSpPr/>
            <p:nvPr/>
          </p:nvSpPr>
          <p:spPr>
            <a:xfrm>
              <a:off x="110552" y="345544"/>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71" name="Google Shape;771;p6"/>
            <p:cNvSpPr/>
            <p:nvPr/>
          </p:nvSpPr>
          <p:spPr>
            <a:xfrm>
              <a:off x="39184" y="416911"/>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772"/>
        <p:cNvGrpSpPr/>
        <p:nvPr/>
      </p:nvGrpSpPr>
      <p:grpSpPr>
        <a:xfrm>
          <a:off x="0" y="0"/>
          <a:ext cx="0" cy="0"/>
          <a:chOff x="0" y="0"/>
          <a:chExt cx="0" cy="0"/>
        </a:xfrm>
      </p:grpSpPr>
      <p:sp>
        <p:nvSpPr>
          <p:cNvPr id="773" name="Google Shape;773;p7"/>
          <p:cNvSpPr txBox="1">
            <a:spLocks noGrp="1"/>
          </p:cNvSpPr>
          <p:nvPr>
            <p:ph type="body" idx="1"/>
          </p:nvPr>
        </p:nvSpPr>
        <p:spPr>
          <a:xfrm>
            <a:off x="1511030" y="3006348"/>
            <a:ext cx="2464340" cy="8976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600"/>
              <a:buNone/>
              <a:defRPr sz="1200">
                <a:latin typeface="Arimo"/>
                <a:ea typeface="Arimo"/>
                <a:cs typeface="Arimo"/>
                <a:sym typeface="Arimo"/>
              </a:defRPr>
            </a:lvl1pPr>
            <a:lvl2pPr marL="914400" lvl="1" indent="-330200" algn="ctr">
              <a:lnSpc>
                <a:spcPct val="90000"/>
              </a:lnSpc>
              <a:spcBef>
                <a:spcPts val="375"/>
              </a:spcBef>
              <a:spcAft>
                <a:spcPts val="0"/>
              </a:spcAft>
              <a:buClr>
                <a:schemeClr val="dk1"/>
              </a:buClr>
              <a:buSzPts val="1600"/>
              <a:buChar char="•"/>
              <a:defRPr sz="1600"/>
            </a:lvl2pPr>
            <a:lvl3pPr marL="1371600" lvl="2" indent="-330200" algn="ctr">
              <a:lnSpc>
                <a:spcPct val="90000"/>
              </a:lnSpc>
              <a:spcBef>
                <a:spcPts val="375"/>
              </a:spcBef>
              <a:spcAft>
                <a:spcPts val="0"/>
              </a:spcAft>
              <a:buClr>
                <a:schemeClr val="dk1"/>
              </a:buClr>
              <a:buSzPts val="1600"/>
              <a:buChar char="•"/>
              <a:defRPr sz="1600"/>
            </a:lvl3pPr>
            <a:lvl4pPr marL="1828800" lvl="3" indent="-330200" algn="ctr">
              <a:lnSpc>
                <a:spcPct val="90000"/>
              </a:lnSpc>
              <a:spcBef>
                <a:spcPts val="375"/>
              </a:spcBef>
              <a:spcAft>
                <a:spcPts val="0"/>
              </a:spcAft>
              <a:buClr>
                <a:schemeClr val="dk1"/>
              </a:buClr>
              <a:buSzPts val="1600"/>
              <a:buChar char="•"/>
              <a:defRPr sz="1600"/>
            </a:lvl4pPr>
            <a:lvl5pPr marL="2286000" lvl="4" indent="-330200" algn="ctr">
              <a:lnSpc>
                <a:spcPct val="90000"/>
              </a:lnSpc>
              <a:spcBef>
                <a:spcPts val="375"/>
              </a:spcBef>
              <a:spcAft>
                <a:spcPts val="0"/>
              </a:spcAft>
              <a:buClr>
                <a:schemeClr val="dk1"/>
              </a:buClr>
              <a:buSzPts val="1600"/>
              <a:buChar char="•"/>
              <a:defRPr sz="16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4" name="Google Shape;774;p7"/>
          <p:cNvSpPr txBox="1">
            <a:spLocks noGrp="1"/>
          </p:cNvSpPr>
          <p:nvPr>
            <p:ph type="body" idx="2"/>
          </p:nvPr>
        </p:nvSpPr>
        <p:spPr>
          <a:xfrm>
            <a:off x="5168632" y="3006348"/>
            <a:ext cx="2464338" cy="8976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600"/>
              <a:buNone/>
              <a:defRPr sz="1200">
                <a:latin typeface="Arimo"/>
                <a:ea typeface="Arimo"/>
                <a:cs typeface="Arimo"/>
                <a:sym typeface="Arimo"/>
              </a:defRPr>
            </a:lvl1pPr>
            <a:lvl2pPr marL="914400" lvl="1" indent="-330200" algn="ctr">
              <a:lnSpc>
                <a:spcPct val="90000"/>
              </a:lnSpc>
              <a:spcBef>
                <a:spcPts val="375"/>
              </a:spcBef>
              <a:spcAft>
                <a:spcPts val="0"/>
              </a:spcAft>
              <a:buClr>
                <a:schemeClr val="dk1"/>
              </a:buClr>
              <a:buSzPts val="1600"/>
              <a:buChar char="•"/>
              <a:defRPr sz="1600"/>
            </a:lvl2pPr>
            <a:lvl3pPr marL="1371600" lvl="2" indent="-330200" algn="ctr">
              <a:lnSpc>
                <a:spcPct val="90000"/>
              </a:lnSpc>
              <a:spcBef>
                <a:spcPts val="375"/>
              </a:spcBef>
              <a:spcAft>
                <a:spcPts val="0"/>
              </a:spcAft>
              <a:buClr>
                <a:schemeClr val="dk1"/>
              </a:buClr>
              <a:buSzPts val="1600"/>
              <a:buChar char="•"/>
              <a:defRPr sz="1600"/>
            </a:lvl3pPr>
            <a:lvl4pPr marL="1828800" lvl="3" indent="-330200" algn="ctr">
              <a:lnSpc>
                <a:spcPct val="90000"/>
              </a:lnSpc>
              <a:spcBef>
                <a:spcPts val="375"/>
              </a:spcBef>
              <a:spcAft>
                <a:spcPts val="0"/>
              </a:spcAft>
              <a:buClr>
                <a:schemeClr val="dk1"/>
              </a:buClr>
              <a:buSzPts val="1600"/>
              <a:buChar char="•"/>
              <a:defRPr sz="1600"/>
            </a:lvl4pPr>
            <a:lvl5pPr marL="2286000" lvl="4" indent="-330200" algn="ctr">
              <a:lnSpc>
                <a:spcPct val="90000"/>
              </a:lnSpc>
              <a:spcBef>
                <a:spcPts val="375"/>
              </a:spcBef>
              <a:spcAft>
                <a:spcPts val="0"/>
              </a:spcAft>
              <a:buClr>
                <a:schemeClr val="dk1"/>
              </a:buClr>
              <a:buSzPts val="1600"/>
              <a:buChar char="•"/>
              <a:defRPr sz="16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5" name="Google Shape;775;p7"/>
          <p:cNvSpPr txBox="1">
            <a:spLocks noGrp="1"/>
          </p:cNvSpPr>
          <p:nvPr>
            <p:ph type="body" idx="3"/>
          </p:nvPr>
        </p:nvSpPr>
        <p:spPr>
          <a:xfrm>
            <a:off x="1511030" y="2581073"/>
            <a:ext cx="2464340" cy="450231"/>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2500"/>
              <a:buNone/>
              <a:defRPr sz="2400">
                <a:solidFill>
                  <a:schemeClr val="dk1"/>
                </a:solidFill>
                <a:latin typeface="Poppins ExtraBold"/>
                <a:ea typeface="Poppins ExtraBold"/>
                <a:cs typeface="Poppins ExtraBold"/>
                <a:sym typeface="Poppins ExtraBold"/>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776" name="Google Shape;776;p7"/>
          <p:cNvSpPr txBox="1">
            <a:spLocks noGrp="1"/>
          </p:cNvSpPr>
          <p:nvPr>
            <p:ph type="body" idx="4"/>
          </p:nvPr>
        </p:nvSpPr>
        <p:spPr>
          <a:xfrm>
            <a:off x="5168632" y="2581073"/>
            <a:ext cx="2464338" cy="450231"/>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2500"/>
              <a:buNone/>
              <a:defRPr sz="2400">
                <a:solidFill>
                  <a:schemeClr val="dk1"/>
                </a:solidFill>
                <a:latin typeface="Poppins ExtraBold"/>
                <a:ea typeface="Poppins ExtraBold"/>
                <a:cs typeface="Poppins ExtraBold"/>
                <a:sym typeface="Poppins ExtraBold"/>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777" name="Google Shape;777;p7"/>
          <p:cNvSpPr txBox="1">
            <a:spLocks noGrp="1"/>
          </p:cNvSpPr>
          <p:nvPr>
            <p:ph type="title"/>
          </p:nvPr>
        </p:nvSpPr>
        <p:spPr>
          <a:xfrm>
            <a:off x="723900" y="552449"/>
            <a:ext cx="7696200" cy="639388"/>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sz="3400" b="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778" name="Google Shape;778;p7"/>
          <p:cNvGrpSpPr/>
          <p:nvPr/>
        </p:nvGrpSpPr>
        <p:grpSpPr>
          <a:xfrm>
            <a:off x="-15880" y="3526526"/>
            <a:ext cx="2300556" cy="2575530"/>
            <a:chOff x="3238240" y="323850"/>
            <a:chExt cx="1739901" cy="1947863"/>
          </a:xfrm>
        </p:grpSpPr>
        <p:sp>
          <p:nvSpPr>
            <p:cNvPr id="779" name="Google Shape;779;p7"/>
            <p:cNvSpPr/>
            <p:nvPr/>
          </p:nvSpPr>
          <p:spPr>
            <a:xfrm>
              <a:off x="3238240" y="323850"/>
              <a:ext cx="1654175" cy="1947863"/>
            </a:xfrm>
            <a:custGeom>
              <a:avLst/>
              <a:gdLst/>
              <a:ahLst/>
              <a:cxnLst/>
              <a:rect l="l" t="t" r="r" b="b"/>
              <a:pathLst>
                <a:path w="50016" h="58876" extrusionOk="0">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80" name="Google Shape;780;p7"/>
            <p:cNvSpPr/>
            <p:nvPr/>
          </p:nvSpPr>
          <p:spPr>
            <a:xfrm>
              <a:off x="4036753" y="947738"/>
              <a:ext cx="941388" cy="657225"/>
            </a:xfrm>
            <a:custGeom>
              <a:avLst/>
              <a:gdLst/>
              <a:ahLst/>
              <a:cxnLst/>
              <a:rect l="l" t="t" r="r" b="b"/>
              <a:pathLst>
                <a:path w="28452" h="19847" extrusionOk="0">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81" name="Google Shape;781;p7"/>
            <p:cNvSpPr/>
            <p:nvPr/>
          </p:nvSpPr>
          <p:spPr>
            <a:xfrm>
              <a:off x="3724015" y="1260475"/>
              <a:ext cx="941388" cy="657225"/>
            </a:xfrm>
            <a:custGeom>
              <a:avLst/>
              <a:gdLst/>
              <a:ahLst/>
              <a:cxnLst/>
              <a:rect l="l" t="t" r="r" b="b"/>
              <a:pathLst>
                <a:path w="28452" h="19847" extrusionOk="0">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82" name="Google Shape;782;p7"/>
            <p:cNvSpPr/>
            <p:nvPr/>
          </p:nvSpPr>
          <p:spPr>
            <a:xfrm>
              <a:off x="4109778" y="1271588"/>
              <a:ext cx="403225" cy="403225"/>
            </a:xfrm>
            <a:custGeom>
              <a:avLst/>
              <a:gdLst/>
              <a:ahLst/>
              <a:cxnLst/>
              <a:rect l="l" t="t" r="r" b="b"/>
              <a:pathLst>
                <a:path w="12207" h="12207" extrusionOk="0">
                  <a:moveTo>
                    <a:pt x="2664" y="9543"/>
                  </a:moveTo>
                  <a:cubicBezTo>
                    <a:pt x="5293" y="12173"/>
                    <a:pt x="9529" y="12207"/>
                    <a:pt x="12207" y="9655"/>
                  </a:cubicBezTo>
                  <a:lnTo>
                    <a:pt x="2552" y="0"/>
                  </a:lnTo>
                  <a:cubicBezTo>
                    <a:pt x="0" y="2678"/>
                    <a:pt x="34" y="6914"/>
                    <a:pt x="2664" y="954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83" name="Google Shape;783;p7"/>
            <p:cNvSpPr/>
            <p:nvPr/>
          </p:nvSpPr>
          <p:spPr>
            <a:xfrm>
              <a:off x="4192328" y="1189038"/>
              <a:ext cx="403225" cy="403225"/>
            </a:xfrm>
            <a:custGeom>
              <a:avLst/>
              <a:gdLst/>
              <a:ahLst/>
              <a:cxnLst/>
              <a:rect l="l" t="t" r="r" b="b"/>
              <a:pathLst>
                <a:path w="12206" h="12206" extrusionOk="0">
                  <a:moveTo>
                    <a:pt x="9543" y="2663"/>
                  </a:moveTo>
                  <a:cubicBezTo>
                    <a:pt x="6913" y="34"/>
                    <a:pt x="2677" y="0"/>
                    <a:pt x="0" y="2551"/>
                  </a:cubicBezTo>
                  <a:lnTo>
                    <a:pt x="9655" y="12206"/>
                  </a:lnTo>
                  <a:cubicBezTo>
                    <a:pt x="12206" y="9529"/>
                    <a:pt x="12172" y="5293"/>
                    <a:pt x="9543" y="266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784"/>
        <p:cNvGrpSpPr/>
        <p:nvPr/>
      </p:nvGrpSpPr>
      <p:grpSpPr>
        <a:xfrm>
          <a:off x="0" y="0"/>
          <a:ext cx="0" cy="0"/>
          <a:chOff x="0" y="0"/>
          <a:chExt cx="0" cy="0"/>
        </a:xfrm>
      </p:grpSpPr>
      <p:sp>
        <p:nvSpPr>
          <p:cNvPr id="785" name="Google Shape;785;p8"/>
          <p:cNvSpPr txBox="1">
            <a:spLocks noGrp="1"/>
          </p:cNvSpPr>
          <p:nvPr>
            <p:ph type="body" idx="1"/>
          </p:nvPr>
        </p:nvSpPr>
        <p:spPr>
          <a:xfrm>
            <a:off x="817925" y="3073338"/>
            <a:ext cx="2279176" cy="83937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600"/>
              <a:buNone/>
              <a:defRPr sz="1200">
                <a:latin typeface="Arimo"/>
                <a:ea typeface="Arimo"/>
                <a:cs typeface="Arimo"/>
                <a:sym typeface="Arimo"/>
              </a:defRPr>
            </a:lvl1pPr>
            <a:lvl2pPr marL="914400" lvl="1" indent="-330200" algn="ctr">
              <a:lnSpc>
                <a:spcPct val="90000"/>
              </a:lnSpc>
              <a:spcBef>
                <a:spcPts val="375"/>
              </a:spcBef>
              <a:spcAft>
                <a:spcPts val="0"/>
              </a:spcAft>
              <a:buClr>
                <a:schemeClr val="dk1"/>
              </a:buClr>
              <a:buSzPts val="1600"/>
              <a:buChar char="•"/>
              <a:defRPr sz="1600"/>
            </a:lvl2pPr>
            <a:lvl3pPr marL="1371600" lvl="2" indent="-330200" algn="ctr">
              <a:lnSpc>
                <a:spcPct val="90000"/>
              </a:lnSpc>
              <a:spcBef>
                <a:spcPts val="375"/>
              </a:spcBef>
              <a:spcAft>
                <a:spcPts val="0"/>
              </a:spcAft>
              <a:buClr>
                <a:schemeClr val="dk1"/>
              </a:buClr>
              <a:buSzPts val="1600"/>
              <a:buChar char="•"/>
              <a:defRPr sz="1600"/>
            </a:lvl3pPr>
            <a:lvl4pPr marL="1828800" lvl="3" indent="-330200" algn="ctr">
              <a:lnSpc>
                <a:spcPct val="90000"/>
              </a:lnSpc>
              <a:spcBef>
                <a:spcPts val="375"/>
              </a:spcBef>
              <a:spcAft>
                <a:spcPts val="0"/>
              </a:spcAft>
              <a:buClr>
                <a:schemeClr val="dk1"/>
              </a:buClr>
              <a:buSzPts val="1600"/>
              <a:buChar char="•"/>
              <a:defRPr sz="1600"/>
            </a:lvl4pPr>
            <a:lvl5pPr marL="2286000" lvl="4" indent="-330200" algn="ctr">
              <a:lnSpc>
                <a:spcPct val="90000"/>
              </a:lnSpc>
              <a:spcBef>
                <a:spcPts val="375"/>
              </a:spcBef>
              <a:spcAft>
                <a:spcPts val="0"/>
              </a:spcAft>
              <a:buClr>
                <a:schemeClr val="dk1"/>
              </a:buClr>
              <a:buSzPts val="1600"/>
              <a:buChar char="•"/>
              <a:defRPr sz="16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86" name="Google Shape;786;p8"/>
          <p:cNvSpPr txBox="1">
            <a:spLocks noGrp="1"/>
          </p:cNvSpPr>
          <p:nvPr>
            <p:ph type="body" idx="2"/>
          </p:nvPr>
        </p:nvSpPr>
        <p:spPr>
          <a:xfrm>
            <a:off x="3432412" y="3073338"/>
            <a:ext cx="2279176" cy="83937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600"/>
              <a:buNone/>
              <a:defRPr sz="1200">
                <a:latin typeface="Arimo"/>
                <a:ea typeface="Arimo"/>
                <a:cs typeface="Arimo"/>
                <a:sym typeface="Arimo"/>
              </a:defRPr>
            </a:lvl1pPr>
            <a:lvl2pPr marL="914400" lvl="1" indent="-330200" algn="ctr">
              <a:lnSpc>
                <a:spcPct val="90000"/>
              </a:lnSpc>
              <a:spcBef>
                <a:spcPts val="375"/>
              </a:spcBef>
              <a:spcAft>
                <a:spcPts val="0"/>
              </a:spcAft>
              <a:buClr>
                <a:schemeClr val="dk1"/>
              </a:buClr>
              <a:buSzPts val="1600"/>
              <a:buChar char="•"/>
              <a:defRPr sz="1600"/>
            </a:lvl2pPr>
            <a:lvl3pPr marL="1371600" lvl="2" indent="-330200" algn="ctr">
              <a:lnSpc>
                <a:spcPct val="90000"/>
              </a:lnSpc>
              <a:spcBef>
                <a:spcPts val="375"/>
              </a:spcBef>
              <a:spcAft>
                <a:spcPts val="0"/>
              </a:spcAft>
              <a:buClr>
                <a:schemeClr val="dk1"/>
              </a:buClr>
              <a:buSzPts val="1600"/>
              <a:buChar char="•"/>
              <a:defRPr sz="1600"/>
            </a:lvl3pPr>
            <a:lvl4pPr marL="1828800" lvl="3" indent="-330200" algn="ctr">
              <a:lnSpc>
                <a:spcPct val="90000"/>
              </a:lnSpc>
              <a:spcBef>
                <a:spcPts val="375"/>
              </a:spcBef>
              <a:spcAft>
                <a:spcPts val="0"/>
              </a:spcAft>
              <a:buClr>
                <a:schemeClr val="dk1"/>
              </a:buClr>
              <a:buSzPts val="1600"/>
              <a:buChar char="•"/>
              <a:defRPr sz="1600"/>
            </a:lvl4pPr>
            <a:lvl5pPr marL="2286000" lvl="4" indent="-330200" algn="ctr">
              <a:lnSpc>
                <a:spcPct val="90000"/>
              </a:lnSpc>
              <a:spcBef>
                <a:spcPts val="375"/>
              </a:spcBef>
              <a:spcAft>
                <a:spcPts val="0"/>
              </a:spcAft>
              <a:buClr>
                <a:schemeClr val="dk1"/>
              </a:buClr>
              <a:buSzPts val="1600"/>
              <a:buChar char="•"/>
              <a:defRPr sz="16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87" name="Google Shape;787;p8"/>
          <p:cNvSpPr txBox="1">
            <a:spLocks noGrp="1"/>
          </p:cNvSpPr>
          <p:nvPr>
            <p:ph type="body" idx="3"/>
          </p:nvPr>
        </p:nvSpPr>
        <p:spPr>
          <a:xfrm>
            <a:off x="817926" y="2709438"/>
            <a:ext cx="2279176" cy="39248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2500"/>
              <a:buNone/>
              <a:defRPr sz="2400">
                <a:solidFill>
                  <a:schemeClr val="dk1"/>
                </a:solidFill>
                <a:latin typeface="Poppins ExtraBold"/>
                <a:ea typeface="Poppins ExtraBold"/>
                <a:cs typeface="Poppins ExtraBold"/>
                <a:sym typeface="Poppins ExtraBold"/>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788" name="Google Shape;788;p8"/>
          <p:cNvSpPr txBox="1">
            <a:spLocks noGrp="1"/>
          </p:cNvSpPr>
          <p:nvPr>
            <p:ph type="body" idx="4"/>
          </p:nvPr>
        </p:nvSpPr>
        <p:spPr>
          <a:xfrm>
            <a:off x="3432412" y="2707760"/>
            <a:ext cx="2279176" cy="39248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2500"/>
              <a:buNone/>
              <a:defRPr sz="2400">
                <a:solidFill>
                  <a:schemeClr val="dk1"/>
                </a:solidFill>
                <a:latin typeface="Poppins ExtraBold"/>
                <a:ea typeface="Poppins ExtraBold"/>
                <a:cs typeface="Poppins ExtraBold"/>
                <a:sym typeface="Poppins ExtraBold"/>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789" name="Google Shape;789;p8"/>
          <p:cNvSpPr txBox="1">
            <a:spLocks noGrp="1"/>
          </p:cNvSpPr>
          <p:nvPr>
            <p:ph type="body" idx="5"/>
          </p:nvPr>
        </p:nvSpPr>
        <p:spPr>
          <a:xfrm>
            <a:off x="6067792" y="3073337"/>
            <a:ext cx="2279176" cy="83937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600"/>
              <a:buNone/>
              <a:defRPr sz="1200">
                <a:latin typeface="Arimo"/>
                <a:ea typeface="Arimo"/>
                <a:cs typeface="Arimo"/>
                <a:sym typeface="Arimo"/>
              </a:defRPr>
            </a:lvl1pPr>
            <a:lvl2pPr marL="914400" lvl="1" indent="-330200" algn="ctr">
              <a:lnSpc>
                <a:spcPct val="90000"/>
              </a:lnSpc>
              <a:spcBef>
                <a:spcPts val="375"/>
              </a:spcBef>
              <a:spcAft>
                <a:spcPts val="0"/>
              </a:spcAft>
              <a:buClr>
                <a:schemeClr val="dk1"/>
              </a:buClr>
              <a:buSzPts val="1600"/>
              <a:buChar char="•"/>
              <a:defRPr sz="1600"/>
            </a:lvl2pPr>
            <a:lvl3pPr marL="1371600" lvl="2" indent="-330200" algn="ctr">
              <a:lnSpc>
                <a:spcPct val="90000"/>
              </a:lnSpc>
              <a:spcBef>
                <a:spcPts val="375"/>
              </a:spcBef>
              <a:spcAft>
                <a:spcPts val="0"/>
              </a:spcAft>
              <a:buClr>
                <a:schemeClr val="dk1"/>
              </a:buClr>
              <a:buSzPts val="1600"/>
              <a:buChar char="•"/>
              <a:defRPr sz="1600"/>
            </a:lvl3pPr>
            <a:lvl4pPr marL="1828800" lvl="3" indent="-330200" algn="ctr">
              <a:lnSpc>
                <a:spcPct val="90000"/>
              </a:lnSpc>
              <a:spcBef>
                <a:spcPts val="375"/>
              </a:spcBef>
              <a:spcAft>
                <a:spcPts val="0"/>
              </a:spcAft>
              <a:buClr>
                <a:schemeClr val="dk1"/>
              </a:buClr>
              <a:buSzPts val="1600"/>
              <a:buChar char="•"/>
              <a:defRPr sz="1600"/>
            </a:lvl4pPr>
            <a:lvl5pPr marL="2286000" lvl="4" indent="-330200" algn="ctr">
              <a:lnSpc>
                <a:spcPct val="90000"/>
              </a:lnSpc>
              <a:spcBef>
                <a:spcPts val="375"/>
              </a:spcBef>
              <a:spcAft>
                <a:spcPts val="0"/>
              </a:spcAft>
              <a:buClr>
                <a:schemeClr val="dk1"/>
              </a:buClr>
              <a:buSzPts val="1600"/>
              <a:buChar char="•"/>
              <a:defRPr sz="1600"/>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90" name="Google Shape;790;p8"/>
          <p:cNvSpPr txBox="1">
            <a:spLocks noGrp="1"/>
          </p:cNvSpPr>
          <p:nvPr>
            <p:ph type="body" idx="6"/>
          </p:nvPr>
        </p:nvSpPr>
        <p:spPr>
          <a:xfrm>
            <a:off x="6067793" y="2703610"/>
            <a:ext cx="2279176" cy="39248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2500"/>
              <a:buNone/>
              <a:defRPr sz="2400">
                <a:solidFill>
                  <a:schemeClr val="dk1"/>
                </a:solidFill>
                <a:latin typeface="Poppins ExtraBold"/>
                <a:ea typeface="Poppins ExtraBold"/>
                <a:cs typeface="Poppins ExtraBold"/>
                <a:sym typeface="Poppins ExtraBold"/>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791" name="Google Shape;791;p8"/>
          <p:cNvSpPr txBox="1">
            <a:spLocks noGrp="1"/>
          </p:cNvSpPr>
          <p:nvPr>
            <p:ph type="title"/>
          </p:nvPr>
        </p:nvSpPr>
        <p:spPr>
          <a:xfrm>
            <a:off x="723900" y="552449"/>
            <a:ext cx="7696200" cy="639388"/>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sz="3400" b="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2" name="Google Shape;792;p8"/>
          <p:cNvSpPr/>
          <p:nvPr/>
        </p:nvSpPr>
        <p:spPr>
          <a:xfrm rot="10800000">
            <a:off x="-4702" y="0"/>
            <a:ext cx="740964" cy="740964"/>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793" name="Google Shape;793;p8"/>
          <p:cNvGrpSpPr/>
          <p:nvPr/>
        </p:nvGrpSpPr>
        <p:grpSpPr>
          <a:xfrm>
            <a:off x="8273608" y="4200584"/>
            <a:ext cx="1507863" cy="1510278"/>
            <a:chOff x="39184" y="-151930"/>
            <a:chExt cx="1309806" cy="1311904"/>
          </a:xfrm>
        </p:grpSpPr>
        <p:sp>
          <p:nvSpPr>
            <p:cNvPr id="794" name="Google Shape;794;p8"/>
            <p:cNvSpPr/>
            <p:nvPr/>
          </p:nvSpPr>
          <p:spPr>
            <a:xfrm>
              <a:off x="1304909" y="544953"/>
              <a:ext cx="44081" cy="44081"/>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95" name="Google Shape;795;p8"/>
            <p:cNvSpPr/>
            <p:nvPr/>
          </p:nvSpPr>
          <p:spPr>
            <a:xfrm>
              <a:off x="1231442" y="614221"/>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96" name="Google Shape;796;p8"/>
            <p:cNvSpPr/>
            <p:nvPr/>
          </p:nvSpPr>
          <p:spPr>
            <a:xfrm>
              <a:off x="1160075" y="685588"/>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97" name="Google Shape;797;p8"/>
            <p:cNvSpPr/>
            <p:nvPr/>
          </p:nvSpPr>
          <p:spPr>
            <a:xfrm>
              <a:off x="1088707" y="756956"/>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98" name="Google Shape;798;p8"/>
            <p:cNvSpPr/>
            <p:nvPr/>
          </p:nvSpPr>
          <p:spPr>
            <a:xfrm>
              <a:off x="1019439" y="828324"/>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99" name="Google Shape;799;p8"/>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00" name="Google Shape;800;p8"/>
            <p:cNvSpPr/>
            <p:nvPr/>
          </p:nvSpPr>
          <p:spPr>
            <a:xfrm>
              <a:off x="876704" y="968960"/>
              <a:ext cx="48279" cy="48279"/>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01" name="Google Shape;801;p8"/>
            <p:cNvSpPr/>
            <p:nvPr/>
          </p:nvSpPr>
          <p:spPr>
            <a:xfrm>
              <a:off x="805336" y="1040328"/>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02" name="Google Shape;802;p8"/>
            <p:cNvSpPr/>
            <p:nvPr/>
          </p:nvSpPr>
          <p:spPr>
            <a:xfrm>
              <a:off x="733969" y="1111695"/>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03" name="Google Shape;803;p8"/>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04" name="Google Shape;804;p8"/>
            <p:cNvSpPr/>
            <p:nvPr/>
          </p:nvSpPr>
          <p:spPr>
            <a:xfrm>
              <a:off x="1174769" y="557547"/>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05" name="Google Shape;805;p8"/>
            <p:cNvSpPr/>
            <p:nvPr/>
          </p:nvSpPr>
          <p:spPr>
            <a:xfrm>
              <a:off x="1105499" y="628915"/>
              <a:ext cx="44081" cy="44081"/>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06" name="Google Shape;806;p8"/>
            <p:cNvSpPr/>
            <p:nvPr/>
          </p:nvSpPr>
          <p:spPr>
            <a:xfrm>
              <a:off x="1034132" y="700282"/>
              <a:ext cx="44081" cy="44081"/>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07" name="Google Shape;807;p8"/>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08" name="Google Shape;808;p8"/>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09" name="Google Shape;809;p8"/>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10" name="Google Shape;810;p8"/>
            <p:cNvSpPr/>
            <p:nvPr/>
          </p:nvSpPr>
          <p:spPr>
            <a:xfrm>
              <a:off x="748662" y="983653"/>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11" name="Google Shape;811;p8"/>
            <p:cNvSpPr/>
            <p:nvPr/>
          </p:nvSpPr>
          <p:spPr>
            <a:xfrm>
              <a:off x="677294" y="1052922"/>
              <a:ext cx="46179" cy="48279"/>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12" name="Google Shape;812;p8"/>
            <p:cNvSpPr/>
            <p:nvPr/>
          </p:nvSpPr>
          <p:spPr>
            <a:xfrm>
              <a:off x="1187363" y="427407"/>
              <a:ext cx="48279"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13" name="Google Shape;813;p8"/>
            <p:cNvSpPr/>
            <p:nvPr/>
          </p:nvSpPr>
          <p:spPr>
            <a:xfrm>
              <a:off x="1115995" y="498774"/>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14" name="Google Shape;814;p8"/>
            <p:cNvSpPr/>
            <p:nvPr/>
          </p:nvSpPr>
          <p:spPr>
            <a:xfrm>
              <a:off x="1046726" y="572240"/>
              <a:ext cx="44081" cy="44081"/>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15" name="Google Shape;815;p8"/>
            <p:cNvSpPr/>
            <p:nvPr/>
          </p:nvSpPr>
          <p:spPr>
            <a:xfrm>
              <a:off x="975359" y="643608"/>
              <a:ext cx="44081" cy="41981"/>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16" name="Google Shape;816;p8"/>
            <p:cNvSpPr/>
            <p:nvPr/>
          </p:nvSpPr>
          <p:spPr>
            <a:xfrm>
              <a:off x="901893" y="710777"/>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17" name="Google Shape;817;p8"/>
            <p:cNvSpPr/>
            <p:nvPr/>
          </p:nvSpPr>
          <p:spPr>
            <a:xfrm>
              <a:off x="832623" y="782145"/>
              <a:ext cx="461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18" name="Google Shape;818;p8"/>
            <p:cNvSpPr/>
            <p:nvPr/>
          </p:nvSpPr>
          <p:spPr>
            <a:xfrm>
              <a:off x="761256" y="853512"/>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19" name="Google Shape;819;p8"/>
            <p:cNvSpPr/>
            <p:nvPr/>
          </p:nvSpPr>
          <p:spPr>
            <a:xfrm>
              <a:off x="689888" y="924880"/>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20" name="Google Shape;820;p8"/>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21" name="Google Shape;821;p8"/>
            <p:cNvSpPr/>
            <p:nvPr/>
          </p:nvSpPr>
          <p:spPr>
            <a:xfrm>
              <a:off x="1128589" y="370732"/>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22" name="Google Shape;822;p8"/>
            <p:cNvSpPr/>
            <p:nvPr/>
          </p:nvSpPr>
          <p:spPr>
            <a:xfrm>
              <a:off x="1057221" y="440001"/>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23" name="Google Shape;823;p8"/>
            <p:cNvSpPr/>
            <p:nvPr/>
          </p:nvSpPr>
          <p:spPr>
            <a:xfrm>
              <a:off x="985854" y="511368"/>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24" name="Google Shape;824;p8"/>
            <p:cNvSpPr/>
            <p:nvPr/>
          </p:nvSpPr>
          <p:spPr>
            <a:xfrm>
              <a:off x="916585" y="582736"/>
              <a:ext cx="46179" cy="48278"/>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25" name="Google Shape;825;p8"/>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26" name="Google Shape;826;p8"/>
            <p:cNvSpPr/>
            <p:nvPr/>
          </p:nvSpPr>
          <p:spPr>
            <a:xfrm>
              <a:off x="775949" y="727570"/>
              <a:ext cx="44080" cy="41981"/>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27" name="Google Shape;827;p8"/>
            <p:cNvSpPr/>
            <p:nvPr/>
          </p:nvSpPr>
          <p:spPr>
            <a:xfrm>
              <a:off x="702483" y="796839"/>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28" name="Google Shape;828;p8"/>
            <p:cNvSpPr/>
            <p:nvPr/>
          </p:nvSpPr>
          <p:spPr>
            <a:xfrm>
              <a:off x="631115" y="866107"/>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29" name="Google Shape;829;p8"/>
            <p:cNvSpPr/>
            <p:nvPr/>
          </p:nvSpPr>
          <p:spPr>
            <a:xfrm>
              <a:off x="559747" y="93747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30" name="Google Shape;830;p8"/>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31" name="Google Shape;831;p8"/>
            <p:cNvSpPr/>
            <p:nvPr/>
          </p:nvSpPr>
          <p:spPr>
            <a:xfrm>
              <a:off x="1000547" y="383327"/>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32" name="Google Shape;832;p8"/>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33" name="Google Shape;833;p8"/>
            <p:cNvSpPr/>
            <p:nvPr/>
          </p:nvSpPr>
          <p:spPr>
            <a:xfrm>
              <a:off x="857812" y="523963"/>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34" name="Google Shape;834;p8"/>
            <p:cNvSpPr/>
            <p:nvPr/>
          </p:nvSpPr>
          <p:spPr>
            <a:xfrm>
              <a:off x="786444" y="595330"/>
              <a:ext cx="48278" cy="48278"/>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35" name="Google Shape;835;p8"/>
            <p:cNvSpPr/>
            <p:nvPr/>
          </p:nvSpPr>
          <p:spPr>
            <a:xfrm>
              <a:off x="717176" y="668797"/>
              <a:ext cx="44080"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36" name="Google Shape;836;p8"/>
            <p:cNvSpPr/>
            <p:nvPr/>
          </p:nvSpPr>
          <p:spPr>
            <a:xfrm>
              <a:off x="647907" y="740164"/>
              <a:ext cx="41981"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37" name="Google Shape;837;p8"/>
            <p:cNvSpPr/>
            <p:nvPr/>
          </p:nvSpPr>
          <p:spPr>
            <a:xfrm>
              <a:off x="574441" y="809433"/>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38" name="Google Shape;838;p8"/>
            <p:cNvSpPr/>
            <p:nvPr/>
          </p:nvSpPr>
          <p:spPr>
            <a:xfrm>
              <a:off x="503073" y="880800"/>
              <a:ext cx="48278" cy="461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39" name="Google Shape;839;p8"/>
            <p:cNvSpPr/>
            <p:nvPr/>
          </p:nvSpPr>
          <p:spPr>
            <a:xfrm>
              <a:off x="1013141" y="253186"/>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40" name="Google Shape;840;p8"/>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41" name="Google Shape;841;p8"/>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42" name="Google Shape;842;p8"/>
            <p:cNvSpPr/>
            <p:nvPr/>
          </p:nvSpPr>
          <p:spPr>
            <a:xfrm>
              <a:off x="799039" y="467288"/>
              <a:ext cx="48278"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43" name="Google Shape;843;p8"/>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44" name="Google Shape;844;p8"/>
            <p:cNvSpPr/>
            <p:nvPr/>
          </p:nvSpPr>
          <p:spPr>
            <a:xfrm>
              <a:off x="658403" y="60792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45" name="Google Shape;845;p8"/>
            <p:cNvSpPr/>
            <p:nvPr/>
          </p:nvSpPr>
          <p:spPr>
            <a:xfrm>
              <a:off x="587035" y="679292"/>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46" name="Google Shape;846;p8"/>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47" name="Google Shape;847;p8"/>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48" name="Google Shape;848;p8"/>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49" name="Google Shape;849;p8"/>
            <p:cNvSpPr/>
            <p:nvPr/>
          </p:nvSpPr>
          <p:spPr>
            <a:xfrm>
              <a:off x="885100" y="267879"/>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50" name="Google Shape;850;p8"/>
            <p:cNvSpPr/>
            <p:nvPr/>
          </p:nvSpPr>
          <p:spPr>
            <a:xfrm>
              <a:off x="813732" y="337148"/>
              <a:ext cx="46179"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51" name="Google Shape;851;p8"/>
            <p:cNvSpPr/>
            <p:nvPr/>
          </p:nvSpPr>
          <p:spPr>
            <a:xfrm>
              <a:off x="742364" y="408515"/>
              <a:ext cx="48278"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52" name="Google Shape;852;p8"/>
            <p:cNvSpPr/>
            <p:nvPr/>
          </p:nvSpPr>
          <p:spPr>
            <a:xfrm>
              <a:off x="670997" y="47988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53" name="Google Shape;853;p8"/>
            <p:cNvSpPr/>
            <p:nvPr/>
          </p:nvSpPr>
          <p:spPr>
            <a:xfrm>
              <a:off x="599629" y="55125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54" name="Google Shape;854;p8"/>
            <p:cNvSpPr/>
            <p:nvPr/>
          </p:nvSpPr>
          <p:spPr>
            <a:xfrm>
              <a:off x="528262" y="622618"/>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55" name="Google Shape;855;p8"/>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56" name="Google Shape;856;p8"/>
            <p:cNvSpPr/>
            <p:nvPr/>
          </p:nvSpPr>
          <p:spPr>
            <a:xfrm>
              <a:off x="389725" y="765353"/>
              <a:ext cx="41981"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57" name="Google Shape;857;p8"/>
            <p:cNvSpPr/>
            <p:nvPr/>
          </p:nvSpPr>
          <p:spPr>
            <a:xfrm>
              <a:off x="899793" y="139837"/>
              <a:ext cx="44080"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58" name="Google Shape;858;p8"/>
            <p:cNvSpPr/>
            <p:nvPr/>
          </p:nvSpPr>
          <p:spPr>
            <a:xfrm>
              <a:off x="828425" y="211205"/>
              <a:ext cx="44080"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59" name="Google Shape;859;p8"/>
            <p:cNvSpPr/>
            <p:nvPr/>
          </p:nvSpPr>
          <p:spPr>
            <a:xfrm>
              <a:off x="754959" y="280473"/>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60" name="Google Shape;860;p8"/>
            <p:cNvSpPr/>
            <p:nvPr/>
          </p:nvSpPr>
          <p:spPr>
            <a:xfrm>
              <a:off x="683591" y="351841"/>
              <a:ext cx="48278"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61" name="Google Shape;861;p8"/>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62" name="Google Shape;862;p8"/>
            <p:cNvSpPr/>
            <p:nvPr/>
          </p:nvSpPr>
          <p:spPr>
            <a:xfrm>
              <a:off x="542955" y="492477"/>
              <a:ext cx="46179"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63" name="Google Shape;863;p8"/>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64" name="Google Shape;864;p8"/>
            <p:cNvSpPr/>
            <p:nvPr/>
          </p:nvSpPr>
          <p:spPr>
            <a:xfrm>
              <a:off x="400220" y="635212"/>
              <a:ext cx="48278" cy="48278"/>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65" name="Google Shape;865;p8"/>
            <p:cNvSpPr/>
            <p:nvPr/>
          </p:nvSpPr>
          <p:spPr>
            <a:xfrm>
              <a:off x="328852" y="70658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66" name="Google Shape;866;p8"/>
            <p:cNvSpPr/>
            <p:nvPr/>
          </p:nvSpPr>
          <p:spPr>
            <a:xfrm>
              <a:off x="841020" y="81064"/>
              <a:ext cx="44080"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67" name="Google Shape;867;p8"/>
            <p:cNvSpPr/>
            <p:nvPr/>
          </p:nvSpPr>
          <p:spPr>
            <a:xfrm>
              <a:off x="767553" y="15033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68" name="Google Shape;868;p8"/>
            <p:cNvSpPr/>
            <p:nvPr/>
          </p:nvSpPr>
          <p:spPr>
            <a:xfrm>
              <a:off x="696185" y="22170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69" name="Google Shape;869;p8"/>
            <p:cNvSpPr/>
            <p:nvPr/>
          </p:nvSpPr>
          <p:spPr>
            <a:xfrm>
              <a:off x="626917" y="293068"/>
              <a:ext cx="46179"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70" name="Google Shape;870;p8"/>
            <p:cNvSpPr/>
            <p:nvPr/>
          </p:nvSpPr>
          <p:spPr>
            <a:xfrm>
              <a:off x="555549" y="36443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71" name="Google Shape;871;p8"/>
            <p:cNvSpPr/>
            <p:nvPr/>
          </p:nvSpPr>
          <p:spPr>
            <a:xfrm>
              <a:off x="484182" y="435803"/>
              <a:ext cx="48278"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72" name="Google Shape;872;p8"/>
            <p:cNvSpPr/>
            <p:nvPr/>
          </p:nvSpPr>
          <p:spPr>
            <a:xfrm>
              <a:off x="412814" y="507170"/>
              <a:ext cx="48278" cy="46179"/>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73" name="Google Shape;873;p8"/>
            <p:cNvSpPr/>
            <p:nvPr/>
          </p:nvSpPr>
          <p:spPr>
            <a:xfrm>
              <a:off x="341447" y="576439"/>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74" name="Google Shape;874;p8"/>
            <p:cNvSpPr/>
            <p:nvPr/>
          </p:nvSpPr>
          <p:spPr>
            <a:xfrm>
              <a:off x="270079" y="64780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75" name="Google Shape;875;p8"/>
            <p:cNvSpPr/>
            <p:nvPr/>
          </p:nvSpPr>
          <p:spPr>
            <a:xfrm>
              <a:off x="782246" y="22291"/>
              <a:ext cx="46179"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76" name="Google Shape;876;p8"/>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77" name="Google Shape;877;p8"/>
            <p:cNvSpPr/>
            <p:nvPr/>
          </p:nvSpPr>
          <p:spPr>
            <a:xfrm>
              <a:off x="641610" y="167125"/>
              <a:ext cx="44080" cy="41981"/>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78" name="Google Shape;878;p8"/>
            <p:cNvSpPr/>
            <p:nvPr/>
          </p:nvSpPr>
          <p:spPr>
            <a:xfrm>
              <a:off x="570243" y="236393"/>
              <a:ext cx="44080"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79" name="Google Shape;879;p8"/>
            <p:cNvSpPr/>
            <p:nvPr/>
          </p:nvSpPr>
          <p:spPr>
            <a:xfrm>
              <a:off x="496776" y="305662"/>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80" name="Google Shape;880;p8"/>
            <p:cNvSpPr/>
            <p:nvPr/>
          </p:nvSpPr>
          <p:spPr>
            <a:xfrm>
              <a:off x="425408" y="37703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81" name="Google Shape;881;p8"/>
            <p:cNvSpPr/>
            <p:nvPr/>
          </p:nvSpPr>
          <p:spPr>
            <a:xfrm>
              <a:off x="356140" y="448397"/>
              <a:ext cx="46179"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82" name="Google Shape;882;p8"/>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83" name="Google Shape;883;p8"/>
            <p:cNvSpPr/>
            <p:nvPr/>
          </p:nvSpPr>
          <p:spPr>
            <a:xfrm>
              <a:off x="213405" y="591132"/>
              <a:ext cx="48278" cy="46179"/>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84" name="Google Shape;884;p8"/>
            <p:cNvSpPr/>
            <p:nvPr/>
          </p:nvSpPr>
          <p:spPr>
            <a:xfrm>
              <a:off x="723473" y="-36482"/>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85" name="Google Shape;885;p8"/>
            <p:cNvSpPr/>
            <p:nvPr/>
          </p:nvSpPr>
          <p:spPr>
            <a:xfrm>
              <a:off x="652105" y="3488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86" name="Google Shape;886;p8"/>
            <p:cNvSpPr/>
            <p:nvPr/>
          </p:nvSpPr>
          <p:spPr>
            <a:xfrm>
              <a:off x="582837" y="108352"/>
              <a:ext cx="44080"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87" name="Google Shape;887;p8"/>
            <p:cNvSpPr/>
            <p:nvPr/>
          </p:nvSpPr>
          <p:spPr>
            <a:xfrm>
              <a:off x="511469" y="179719"/>
              <a:ext cx="44080"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88" name="Google Shape;888;p8"/>
            <p:cNvSpPr/>
            <p:nvPr/>
          </p:nvSpPr>
          <p:spPr>
            <a:xfrm>
              <a:off x="440102" y="248988"/>
              <a:ext cx="46179" cy="46179"/>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89" name="Google Shape;889;p8"/>
            <p:cNvSpPr/>
            <p:nvPr/>
          </p:nvSpPr>
          <p:spPr>
            <a:xfrm>
              <a:off x="368734" y="31825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90" name="Google Shape;890;p8"/>
            <p:cNvSpPr/>
            <p:nvPr/>
          </p:nvSpPr>
          <p:spPr>
            <a:xfrm>
              <a:off x="297367" y="389624"/>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91" name="Google Shape;891;p8"/>
            <p:cNvSpPr/>
            <p:nvPr/>
          </p:nvSpPr>
          <p:spPr>
            <a:xfrm>
              <a:off x="225999" y="460991"/>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92" name="Google Shape;892;p8"/>
            <p:cNvSpPr/>
            <p:nvPr/>
          </p:nvSpPr>
          <p:spPr>
            <a:xfrm>
              <a:off x="154631" y="532359"/>
              <a:ext cx="48278"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93" name="Google Shape;893;p8"/>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94" name="Google Shape;894;p8"/>
            <p:cNvSpPr/>
            <p:nvPr/>
          </p:nvSpPr>
          <p:spPr>
            <a:xfrm>
              <a:off x="593332" y="-23888"/>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95" name="Google Shape;895;p8"/>
            <p:cNvSpPr/>
            <p:nvPr/>
          </p:nvSpPr>
          <p:spPr>
            <a:xfrm>
              <a:off x="524064" y="47479"/>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96" name="Google Shape;896;p8"/>
            <p:cNvSpPr/>
            <p:nvPr/>
          </p:nvSpPr>
          <p:spPr>
            <a:xfrm>
              <a:off x="452696" y="118847"/>
              <a:ext cx="48278"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97" name="Google Shape;897;p8"/>
            <p:cNvSpPr/>
            <p:nvPr/>
          </p:nvSpPr>
          <p:spPr>
            <a:xfrm>
              <a:off x="381328" y="190214"/>
              <a:ext cx="48278"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98" name="Google Shape;898;p8"/>
            <p:cNvSpPr/>
            <p:nvPr/>
          </p:nvSpPr>
          <p:spPr>
            <a:xfrm>
              <a:off x="312060" y="263681"/>
              <a:ext cx="44080"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99" name="Google Shape;899;p8"/>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00" name="Google Shape;900;p8"/>
            <p:cNvSpPr/>
            <p:nvPr/>
          </p:nvSpPr>
          <p:spPr>
            <a:xfrm>
              <a:off x="167226" y="404317"/>
              <a:ext cx="48278"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01" name="Google Shape;901;p8"/>
            <p:cNvSpPr/>
            <p:nvPr/>
          </p:nvSpPr>
          <p:spPr>
            <a:xfrm>
              <a:off x="97957" y="473586"/>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02" name="Google Shape;902;p8"/>
            <p:cNvSpPr/>
            <p:nvPr/>
          </p:nvSpPr>
          <p:spPr>
            <a:xfrm>
              <a:off x="608025" y="-151930"/>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03" name="Google Shape;903;p8"/>
            <p:cNvSpPr/>
            <p:nvPr/>
          </p:nvSpPr>
          <p:spPr>
            <a:xfrm>
              <a:off x="536658" y="-80562"/>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04" name="Google Shape;904;p8"/>
            <p:cNvSpPr/>
            <p:nvPr/>
          </p:nvSpPr>
          <p:spPr>
            <a:xfrm>
              <a:off x="465290" y="-9195"/>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05" name="Google Shape;905;p8"/>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06" name="Google Shape;906;p8"/>
            <p:cNvSpPr/>
            <p:nvPr/>
          </p:nvSpPr>
          <p:spPr>
            <a:xfrm>
              <a:off x="322555" y="131441"/>
              <a:ext cx="48278" cy="48278"/>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07" name="Google Shape;907;p8"/>
            <p:cNvSpPr/>
            <p:nvPr/>
          </p:nvSpPr>
          <p:spPr>
            <a:xfrm>
              <a:off x="255386" y="204908"/>
              <a:ext cx="41981"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08" name="Google Shape;908;p8"/>
            <p:cNvSpPr/>
            <p:nvPr/>
          </p:nvSpPr>
          <p:spPr>
            <a:xfrm>
              <a:off x="184018" y="276275"/>
              <a:ext cx="41981"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09" name="Google Shape;909;p8"/>
            <p:cNvSpPr/>
            <p:nvPr/>
          </p:nvSpPr>
          <p:spPr>
            <a:xfrm>
              <a:off x="110552" y="345544"/>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10" name="Google Shape;910;p8"/>
            <p:cNvSpPr/>
            <p:nvPr/>
          </p:nvSpPr>
          <p:spPr>
            <a:xfrm>
              <a:off x="39184" y="416911"/>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grpSp>
        <p:nvGrpSpPr>
          <p:cNvPr id="911" name="Google Shape;911;p8"/>
          <p:cNvGrpSpPr/>
          <p:nvPr/>
        </p:nvGrpSpPr>
        <p:grpSpPr>
          <a:xfrm flipH="1">
            <a:off x="8324353" y="-624148"/>
            <a:ext cx="1507863" cy="1510278"/>
            <a:chOff x="39184" y="-151930"/>
            <a:chExt cx="1309806" cy="1311904"/>
          </a:xfrm>
        </p:grpSpPr>
        <p:sp>
          <p:nvSpPr>
            <p:cNvPr id="912" name="Google Shape;912;p8"/>
            <p:cNvSpPr/>
            <p:nvPr/>
          </p:nvSpPr>
          <p:spPr>
            <a:xfrm>
              <a:off x="1304909" y="544953"/>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13" name="Google Shape;913;p8"/>
            <p:cNvSpPr/>
            <p:nvPr/>
          </p:nvSpPr>
          <p:spPr>
            <a:xfrm>
              <a:off x="1231442" y="614221"/>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14" name="Google Shape;914;p8"/>
            <p:cNvSpPr/>
            <p:nvPr/>
          </p:nvSpPr>
          <p:spPr>
            <a:xfrm>
              <a:off x="1160075" y="685588"/>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15" name="Google Shape;915;p8"/>
            <p:cNvSpPr/>
            <p:nvPr/>
          </p:nvSpPr>
          <p:spPr>
            <a:xfrm>
              <a:off x="1088707" y="756956"/>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16" name="Google Shape;916;p8"/>
            <p:cNvSpPr/>
            <p:nvPr/>
          </p:nvSpPr>
          <p:spPr>
            <a:xfrm>
              <a:off x="1019439" y="828324"/>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17" name="Google Shape;917;p8"/>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18" name="Google Shape;918;p8"/>
            <p:cNvSpPr/>
            <p:nvPr/>
          </p:nvSpPr>
          <p:spPr>
            <a:xfrm>
              <a:off x="876704" y="968960"/>
              <a:ext cx="48279" cy="48279"/>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19" name="Google Shape;919;p8"/>
            <p:cNvSpPr/>
            <p:nvPr/>
          </p:nvSpPr>
          <p:spPr>
            <a:xfrm>
              <a:off x="805336" y="1040328"/>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20" name="Google Shape;920;p8"/>
            <p:cNvSpPr/>
            <p:nvPr/>
          </p:nvSpPr>
          <p:spPr>
            <a:xfrm>
              <a:off x="733969" y="1111695"/>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21" name="Google Shape;921;p8"/>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22" name="Google Shape;922;p8"/>
            <p:cNvSpPr/>
            <p:nvPr/>
          </p:nvSpPr>
          <p:spPr>
            <a:xfrm>
              <a:off x="1174769" y="557547"/>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23" name="Google Shape;923;p8"/>
            <p:cNvSpPr/>
            <p:nvPr/>
          </p:nvSpPr>
          <p:spPr>
            <a:xfrm>
              <a:off x="1105499" y="628915"/>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24" name="Google Shape;924;p8"/>
            <p:cNvSpPr/>
            <p:nvPr/>
          </p:nvSpPr>
          <p:spPr>
            <a:xfrm>
              <a:off x="1034132" y="700282"/>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25" name="Google Shape;925;p8"/>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26" name="Google Shape;926;p8"/>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27" name="Google Shape;927;p8"/>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28" name="Google Shape;928;p8"/>
            <p:cNvSpPr/>
            <p:nvPr/>
          </p:nvSpPr>
          <p:spPr>
            <a:xfrm>
              <a:off x="748662" y="983653"/>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29" name="Google Shape;929;p8"/>
            <p:cNvSpPr/>
            <p:nvPr/>
          </p:nvSpPr>
          <p:spPr>
            <a:xfrm>
              <a:off x="677294" y="1052922"/>
              <a:ext cx="46179" cy="48279"/>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30" name="Google Shape;930;p8"/>
            <p:cNvSpPr/>
            <p:nvPr/>
          </p:nvSpPr>
          <p:spPr>
            <a:xfrm>
              <a:off x="1187363" y="427407"/>
              <a:ext cx="48279"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31" name="Google Shape;931;p8"/>
            <p:cNvSpPr/>
            <p:nvPr/>
          </p:nvSpPr>
          <p:spPr>
            <a:xfrm>
              <a:off x="1115995" y="498774"/>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32" name="Google Shape;932;p8"/>
            <p:cNvSpPr/>
            <p:nvPr/>
          </p:nvSpPr>
          <p:spPr>
            <a:xfrm>
              <a:off x="1046726" y="572240"/>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33" name="Google Shape;933;p8"/>
            <p:cNvSpPr/>
            <p:nvPr/>
          </p:nvSpPr>
          <p:spPr>
            <a:xfrm>
              <a:off x="975359" y="643608"/>
              <a:ext cx="44081"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34" name="Google Shape;934;p8"/>
            <p:cNvSpPr/>
            <p:nvPr/>
          </p:nvSpPr>
          <p:spPr>
            <a:xfrm>
              <a:off x="901893" y="710777"/>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35" name="Google Shape;935;p8"/>
            <p:cNvSpPr/>
            <p:nvPr/>
          </p:nvSpPr>
          <p:spPr>
            <a:xfrm>
              <a:off x="832623" y="782145"/>
              <a:ext cx="461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36" name="Google Shape;936;p8"/>
            <p:cNvSpPr/>
            <p:nvPr/>
          </p:nvSpPr>
          <p:spPr>
            <a:xfrm>
              <a:off x="761256" y="853512"/>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37" name="Google Shape;937;p8"/>
            <p:cNvSpPr/>
            <p:nvPr/>
          </p:nvSpPr>
          <p:spPr>
            <a:xfrm>
              <a:off x="689888" y="924880"/>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38" name="Google Shape;938;p8"/>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39" name="Google Shape;939;p8"/>
            <p:cNvSpPr/>
            <p:nvPr/>
          </p:nvSpPr>
          <p:spPr>
            <a:xfrm>
              <a:off x="1128589" y="370732"/>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40" name="Google Shape;940;p8"/>
            <p:cNvSpPr/>
            <p:nvPr/>
          </p:nvSpPr>
          <p:spPr>
            <a:xfrm>
              <a:off x="1057221" y="440001"/>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41" name="Google Shape;941;p8"/>
            <p:cNvSpPr/>
            <p:nvPr/>
          </p:nvSpPr>
          <p:spPr>
            <a:xfrm>
              <a:off x="985854" y="511368"/>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42" name="Google Shape;942;p8"/>
            <p:cNvSpPr/>
            <p:nvPr/>
          </p:nvSpPr>
          <p:spPr>
            <a:xfrm>
              <a:off x="916585" y="582736"/>
              <a:ext cx="46179" cy="48278"/>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43" name="Google Shape;943;p8"/>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44" name="Google Shape;944;p8"/>
            <p:cNvSpPr/>
            <p:nvPr/>
          </p:nvSpPr>
          <p:spPr>
            <a:xfrm>
              <a:off x="775949" y="727570"/>
              <a:ext cx="44080"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45" name="Google Shape;945;p8"/>
            <p:cNvSpPr/>
            <p:nvPr/>
          </p:nvSpPr>
          <p:spPr>
            <a:xfrm>
              <a:off x="702483" y="796839"/>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46" name="Google Shape;946;p8"/>
            <p:cNvSpPr/>
            <p:nvPr/>
          </p:nvSpPr>
          <p:spPr>
            <a:xfrm>
              <a:off x="631115" y="866107"/>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47" name="Google Shape;947;p8"/>
            <p:cNvSpPr/>
            <p:nvPr/>
          </p:nvSpPr>
          <p:spPr>
            <a:xfrm>
              <a:off x="559747" y="93747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48" name="Google Shape;948;p8"/>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49" name="Google Shape;949;p8"/>
            <p:cNvSpPr/>
            <p:nvPr/>
          </p:nvSpPr>
          <p:spPr>
            <a:xfrm>
              <a:off x="1000547" y="383327"/>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50" name="Google Shape;950;p8"/>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51" name="Google Shape;951;p8"/>
            <p:cNvSpPr/>
            <p:nvPr/>
          </p:nvSpPr>
          <p:spPr>
            <a:xfrm>
              <a:off x="857812" y="523963"/>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52" name="Google Shape;952;p8"/>
            <p:cNvSpPr/>
            <p:nvPr/>
          </p:nvSpPr>
          <p:spPr>
            <a:xfrm>
              <a:off x="786444" y="595330"/>
              <a:ext cx="48278" cy="48278"/>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53" name="Google Shape;953;p8"/>
            <p:cNvSpPr/>
            <p:nvPr/>
          </p:nvSpPr>
          <p:spPr>
            <a:xfrm>
              <a:off x="717176" y="668797"/>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54" name="Google Shape;954;p8"/>
            <p:cNvSpPr/>
            <p:nvPr/>
          </p:nvSpPr>
          <p:spPr>
            <a:xfrm>
              <a:off x="647907" y="740164"/>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55" name="Google Shape;955;p8"/>
            <p:cNvSpPr/>
            <p:nvPr/>
          </p:nvSpPr>
          <p:spPr>
            <a:xfrm>
              <a:off x="574441" y="809433"/>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56" name="Google Shape;956;p8"/>
            <p:cNvSpPr/>
            <p:nvPr/>
          </p:nvSpPr>
          <p:spPr>
            <a:xfrm>
              <a:off x="503073" y="880800"/>
              <a:ext cx="48278" cy="461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57" name="Google Shape;957;p8"/>
            <p:cNvSpPr/>
            <p:nvPr/>
          </p:nvSpPr>
          <p:spPr>
            <a:xfrm>
              <a:off x="1013141" y="253186"/>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58" name="Google Shape;958;p8"/>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59" name="Google Shape;959;p8"/>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0" name="Google Shape;960;p8"/>
            <p:cNvSpPr/>
            <p:nvPr/>
          </p:nvSpPr>
          <p:spPr>
            <a:xfrm>
              <a:off x="799039" y="467288"/>
              <a:ext cx="48278"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1" name="Google Shape;961;p8"/>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2" name="Google Shape;962;p8"/>
            <p:cNvSpPr/>
            <p:nvPr/>
          </p:nvSpPr>
          <p:spPr>
            <a:xfrm>
              <a:off x="658403" y="60792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3" name="Google Shape;963;p8"/>
            <p:cNvSpPr/>
            <p:nvPr/>
          </p:nvSpPr>
          <p:spPr>
            <a:xfrm>
              <a:off x="587035" y="679292"/>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4" name="Google Shape;964;p8"/>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5" name="Google Shape;965;p8"/>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6" name="Google Shape;966;p8"/>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7" name="Google Shape;967;p8"/>
            <p:cNvSpPr/>
            <p:nvPr/>
          </p:nvSpPr>
          <p:spPr>
            <a:xfrm>
              <a:off x="885100" y="267879"/>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8" name="Google Shape;968;p8"/>
            <p:cNvSpPr/>
            <p:nvPr/>
          </p:nvSpPr>
          <p:spPr>
            <a:xfrm>
              <a:off x="813732" y="337148"/>
              <a:ext cx="46179"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9" name="Google Shape;969;p8"/>
            <p:cNvSpPr/>
            <p:nvPr/>
          </p:nvSpPr>
          <p:spPr>
            <a:xfrm>
              <a:off x="742364" y="408515"/>
              <a:ext cx="48278"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70" name="Google Shape;970;p8"/>
            <p:cNvSpPr/>
            <p:nvPr/>
          </p:nvSpPr>
          <p:spPr>
            <a:xfrm>
              <a:off x="670997" y="47988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71" name="Google Shape;971;p8"/>
            <p:cNvSpPr/>
            <p:nvPr/>
          </p:nvSpPr>
          <p:spPr>
            <a:xfrm>
              <a:off x="599629" y="55125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72" name="Google Shape;972;p8"/>
            <p:cNvSpPr/>
            <p:nvPr/>
          </p:nvSpPr>
          <p:spPr>
            <a:xfrm>
              <a:off x="528262" y="622618"/>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73" name="Google Shape;973;p8"/>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74" name="Google Shape;974;p8"/>
            <p:cNvSpPr/>
            <p:nvPr/>
          </p:nvSpPr>
          <p:spPr>
            <a:xfrm>
              <a:off x="389725" y="765353"/>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75" name="Google Shape;975;p8"/>
            <p:cNvSpPr/>
            <p:nvPr/>
          </p:nvSpPr>
          <p:spPr>
            <a:xfrm>
              <a:off x="899793" y="139837"/>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76" name="Google Shape;976;p8"/>
            <p:cNvSpPr/>
            <p:nvPr/>
          </p:nvSpPr>
          <p:spPr>
            <a:xfrm>
              <a:off x="828425" y="211205"/>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77" name="Google Shape;977;p8"/>
            <p:cNvSpPr/>
            <p:nvPr/>
          </p:nvSpPr>
          <p:spPr>
            <a:xfrm>
              <a:off x="754959" y="280473"/>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78" name="Google Shape;978;p8"/>
            <p:cNvSpPr/>
            <p:nvPr/>
          </p:nvSpPr>
          <p:spPr>
            <a:xfrm>
              <a:off x="683591" y="351841"/>
              <a:ext cx="48278"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79" name="Google Shape;979;p8"/>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80" name="Google Shape;980;p8"/>
            <p:cNvSpPr/>
            <p:nvPr/>
          </p:nvSpPr>
          <p:spPr>
            <a:xfrm>
              <a:off x="542955" y="492477"/>
              <a:ext cx="46179"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81" name="Google Shape;981;p8"/>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82" name="Google Shape;982;p8"/>
            <p:cNvSpPr/>
            <p:nvPr/>
          </p:nvSpPr>
          <p:spPr>
            <a:xfrm>
              <a:off x="400220" y="635212"/>
              <a:ext cx="48278" cy="48278"/>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83" name="Google Shape;983;p8"/>
            <p:cNvSpPr/>
            <p:nvPr/>
          </p:nvSpPr>
          <p:spPr>
            <a:xfrm>
              <a:off x="328852" y="70658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84" name="Google Shape;984;p8"/>
            <p:cNvSpPr/>
            <p:nvPr/>
          </p:nvSpPr>
          <p:spPr>
            <a:xfrm>
              <a:off x="841020" y="81064"/>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85" name="Google Shape;985;p8"/>
            <p:cNvSpPr/>
            <p:nvPr/>
          </p:nvSpPr>
          <p:spPr>
            <a:xfrm>
              <a:off x="767553" y="15033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86" name="Google Shape;986;p8"/>
            <p:cNvSpPr/>
            <p:nvPr/>
          </p:nvSpPr>
          <p:spPr>
            <a:xfrm>
              <a:off x="696185" y="22170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87" name="Google Shape;987;p8"/>
            <p:cNvSpPr/>
            <p:nvPr/>
          </p:nvSpPr>
          <p:spPr>
            <a:xfrm>
              <a:off x="626917" y="293068"/>
              <a:ext cx="46179"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88" name="Google Shape;988;p8"/>
            <p:cNvSpPr/>
            <p:nvPr/>
          </p:nvSpPr>
          <p:spPr>
            <a:xfrm>
              <a:off x="555549" y="36443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89" name="Google Shape;989;p8"/>
            <p:cNvSpPr/>
            <p:nvPr/>
          </p:nvSpPr>
          <p:spPr>
            <a:xfrm>
              <a:off x="484182" y="435803"/>
              <a:ext cx="48278"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90" name="Google Shape;990;p8"/>
            <p:cNvSpPr/>
            <p:nvPr/>
          </p:nvSpPr>
          <p:spPr>
            <a:xfrm>
              <a:off x="412814" y="507170"/>
              <a:ext cx="48278" cy="46179"/>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91" name="Google Shape;991;p8"/>
            <p:cNvSpPr/>
            <p:nvPr/>
          </p:nvSpPr>
          <p:spPr>
            <a:xfrm>
              <a:off x="341447" y="576439"/>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92" name="Google Shape;992;p8"/>
            <p:cNvSpPr/>
            <p:nvPr/>
          </p:nvSpPr>
          <p:spPr>
            <a:xfrm>
              <a:off x="270079" y="64780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93" name="Google Shape;993;p8"/>
            <p:cNvSpPr/>
            <p:nvPr/>
          </p:nvSpPr>
          <p:spPr>
            <a:xfrm>
              <a:off x="782246" y="22291"/>
              <a:ext cx="46179"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94" name="Google Shape;994;p8"/>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95" name="Google Shape;995;p8"/>
            <p:cNvSpPr/>
            <p:nvPr/>
          </p:nvSpPr>
          <p:spPr>
            <a:xfrm>
              <a:off x="641610" y="167125"/>
              <a:ext cx="44080"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96" name="Google Shape;996;p8"/>
            <p:cNvSpPr/>
            <p:nvPr/>
          </p:nvSpPr>
          <p:spPr>
            <a:xfrm>
              <a:off x="570243" y="236393"/>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97" name="Google Shape;997;p8"/>
            <p:cNvSpPr/>
            <p:nvPr/>
          </p:nvSpPr>
          <p:spPr>
            <a:xfrm>
              <a:off x="496776" y="305662"/>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98" name="Google Shape;998;p8"/>
            <p:cNvSpPr/>
            <p:nvPr/>
          </p:nvSpPr>
          <p:spPr>
            <a:xfrm>
              <a:off x="425408" y="37703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99" name="Google Shape;999;p8"/>
            <p:cNvSpPr/>
            <p:nvPr/>
          </p:nvSpPr>
          <p:spPr>
            <a:xfrm>
              <a:off x="356140" y="448397"/>
              <a:ext cx="46179"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00" name="Google Shape;1000;p8"/>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01" name="Google Shape;1001;p8"/>
            <p:cNvSpPr/>
            <p:nvPr/>
          </p:nvSpPr>
          <p:spPr>
            <a:xfrm>
              <a:off x="213405" y="591132"/>
              <a:ext cx="48278" cy="46179"/>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02" name="Google Shape;1002;p8"/>
            <p:cNvSpPr/>
            <p:nvPr/>
          </p:nvSpPr>
          <p:spPr>
            <a:xfrm>
              <a:off x="723473" y="-36482"/>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03" name="Google Shape;1003;p8"/>
            <p:cNvSpPr/>
            <p:nvPr/>
          </p:nvSpPr>
          <p:spPr>
            <a:xfrm>
              <a:off x="652105" y="3488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04" name="Google Shape;1004;p8"/>
            <p:cNvSpPr/>
            <p:nvPr/>
          </p:nvSpPr>
          <p:spPr>
            <a:xfrm>
              <a:off x="582837" y="108352"/>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05" name="Google Shape;1005;p8"/>
            <p:cNvSpPr/>
            <p:nvPr/>
          </p:nvSpPr>
          <p:spPr>
            <a:xfrm>
              <a:off x="511469" y="179719"/>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06" name="Google Shape;1006;p8"/>
            <p:cNvSpPr/>
            <p:nvPr/>
          </p:nvSpPr>
          <p:spPr>
            <a:xfrm>
              <a:off x="440102" y="248988"/>
              <a:ext cx="46179" cy="46179"/>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07" name="Google Shape;1007;p8"/>
            <p:cNvSpPr/>
            <p:nvPr/>
          </p:nvSpPr>
          <p:spPr>
            <a:xfrm>
              <a:off x="368734" y="31825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08" name="Google Shape;1008;p8"/>
            <p:cNvSpPr/>
            <p:nvPr/>
          </p:nvSpPr>
          <p:spPr>
            <a:xfrm>
              <a:off x="297367" y="389624"/>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09" name="Google Shape;1009;p8"/>
            <p:cNvSpPr/>
            <p:nvPr/>
          </p:nvSpPr>
          <p:spPr>
            <a:xfrm>
              <a:off x="225999" y="460991"/>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10" name="Google Shape;1010;p8"/>
            <p:cNvSpPr/>
            <p:nvPr/>
          </p:nvSpPr>
          <p:spPr>
            <a:xfrm>
              <a:off x="154631" y="532359"/>
              <a:ext cx="48278"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11" name="Google Shape;1011;p8"/>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12" name="Google Shape;1012;p8"/>
            <p:cNvSpPr/>
            <p:nvPr/>
          </p:nvSpPr>
          <p:spPr>
            <a:xfrm>
              <a:off x="593332" y="-23888"/>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13" name="Google Shape;1013;p8"/>
            <p:cNvSpPr/>
            <p:nvPr/>
          </p:nvSpPr>
          <p:spPr>
            <a:xfrm>
              <a:off x="524064" y="47479"/>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14" name="Google Shape;1014;p8"/>
            <p:cNvSpPr/>
            <p:nvPr/>
          </p:nvSpPr>
          <p:spPr>
            <a:xfrm>
              <a:off x="452696" y="118847"/>
              <a:ext cx="48278"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15" name="Google Shape;1015;p8"/>
            <p:cNvSpPr/>
            <p:nvPr/>
          </p:nvSpPr>
          <p:spPr>
            <a:xfrm>
              <a:off x="381328" y="190214"/>
              <a:ext cx="48278"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16" name="Google Shape;1016;p8"/>
            <p:cNvSpPr/>
            <p:nvPr/>
          </p:nvSpPr>
          <p:spPr>
            <a:xfrm>
              <a:off x="312060" y="263681"/>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17" name="Google Shape;1017;p8"/>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18" name="Google Shape;1018;p8"/>
            <p:cNvSpPr/>
            <p:nvPr/>
          </p:nvSpPr>
          <p:spPr>
            <a:xfrm>
              <a:off x="167226" y="404317"/>
              <a:ext cx="48278"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19" name="Google Shape;1019;p8"/>
            <p:cNvSpPr/>
            <p:nvPr/>
          </p:nvSpPr>
          <p:spPr>
            <a:xfrm>
              <a:off x="97957" y="473586"/>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0" name="Google Shape;1020;p8"/>
            <p:cNvSpPr/>
            <p:nvPr/>
          </p:nvSpPr>
          <p:spPr>
            <a:xfrm>
              <a:off x="608025" y="-151930"/>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1" name="Google Shape;1021;p8"/>
            <p:cNvSpPr/>
            <p:nvPr/>
          </p:nvSpPr>
          <p:spPr>
            <a:xfrm>
              <a:off x="536658" y="-80562"/>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2" name="Google Shape;1022;p8"/>
            <p:cNvSpPr/>
            <p:nvPr/>
          </p:nvSpPr>
          <p:spPr>
            <a:xfrm>
              <a:off x="465290" y="-9195"/>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3" name="Google Shape;1023;p8"/>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4" name="Google Shape;1024;p8"/>
            <p:cNvSpPr/>
            <p:nvPr/>
          </p:nvSpPr>
          <p:spPr>
            <a:xfrm>
              <a:off x="322555" y="131441"/>
              <a:ext cx="48278" cy="48278"/>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5" name="Google Shape;1025;p8"/>
            <p:cNvSpPr/>
            <p:nvPr/>
          </p:nvSpPr>
          <p:spPr>
            <a:xfrm>
              <a:off x="255386" y="204908"/>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6" name="Google Shape;1026;p8"/>
            <p:cNvSpPr/>
            <p:nvPr/>
          </p:nvSpPr>
          <p:spPr>
            <a:xfrm>
              <a:off x="184018" y="276275"/>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7" name="Google Shape;1027;p8"/>
            <p:cNvSpPr/>
            <p:nvPr/>
          </p:nvSpPr>
          <p:spPr>
            <a:xfrm>
              <a:off x="110552" y="345544"/>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8" name="Google Shape;1028;p8"/>
            <p:cNvSpPr/>
            <p:nvPr/>
          </p:nvSpPr>
          <p:spPr>
            <a:xfrm>
              <a:off x="39184" y="416911"/>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029"/>
        <p:cNvGrpSpPr/>
        <p:nvPr/>
      </p:nvGrpSpPr>
      <p:grpSpPr>
        <a:xfrm>
          <a:off x="0" y="0"/>
          <a:ext cx="0" cy="0"/>
          <a:chOff x="0" y="0"/>
          <a:chExt cx="0" cy="0"/>
        </a:xfrm>
      </p:grpSpPr>
      <p:grpSp>
        <p:nvGrpSpPr>
          <p:cNvPr id="1030" name="Google Shape;1030;p9"/>
          <p:cNvGrpSpPr/>
          <p:nvPr/>
        </p:nvGrpSpPr>
        <p:grpSpPr>
          <a:xfrm>
            <a:off x="7144602" y="3147253"/>
            <a:ext cx="2300556" cy="2575530"/>
            <a:chOff x="3238240" y="323850"/>
            <a:chExt cx="1739901" cy="1947863"/>
          </a:xfrm>
        </p:grpSpPr>
        <p:sp>
          <p:nvSpPr>
            <p:cNvPr id="1031" name="Google Shape;1031;p9"/>
            <p:cNvSpPr/>
            <p:nvPr/>
          </p:nvSpPr>
          <p:spPr>
            <a:xfrm>
              <a:off x="3238240" y="323850"/>
              <a:ext cx="1654175" cy="1947863"/>
            </a:xfrm>
            <a:custGeom>
              <a:avLst/>
              <a:gdLst/>
              <a:ahLst/>
              <a:cxnLst/>
              <a:rect l="l" t="t" r="r" b="b"/>
              <a:pathLst>
                <a:path w="50016" h="58876" extrusionOk="0">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32" name="Google Shape;1032;p9"/>
            <p:cNvSpPr/>
            <p:nvPr/>
          </p:nvSpPr>
          <p:spPr>
            <a:xfrm>
              <a:off x="4036753" y="947738"/>
              <a:ext cx="941388" cy="657225"/>
            </a:xfrm>
            <a:custGeom>
              <a:avLst/>
              <a:gdLst/>
              <a:ahLst/>
              <a:cxnLst/>
              <a:rect l="l" t="t" r="r" b="b"/>
              <a:pathLst>
                <a:path w="28452" h="19847" extrusionOk="0">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33" name="Google Shape;1033;p9"/>
            <p:cNvSpPr/>
            <p:nvPr/>
          </p:nvSpPr>
          <p:spPr>
            <a:xfrm>
              <a:off x="3724015" y="1260475"/>
              <a:ext cx="941388" cy="657225"/>
            </a:xfrm>
            <a:custGeom>
              <a:avLst/>
              <a:gdLst/>
              <a:ahLst/>
              <a:cxnLst/>
              <a:rect l="l" t="t" r="r" b="b"/>
              <a:pathLst>
                <a:path w="28452" h="19847" extrusionOk="0">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34" name="Google Shape;1034;p9"/>
            <p:cNvSpPr/>
            <p:nvPr/>
          </p:nvSpPr>
          <p:spPr>
            <a:xfrm>
              <a:off x="4109778" y="1271588"/>
              <a:ext cx="403225" cy="403225"/>
            </a:xfrm>
            <a:custGeom>
              <a:avLst/>
              <a:gdLst/>
              <a:ahLst/>
              <a:cxnLst/>
              <a:rect l="l" t="t" r="r" b="b"/>
              <a:pathLst>
                <a:path w="12207" h="12207" extrusionOk="0">
                  <a:moveTo>
                    <a:pt x="2664" y="9543"/>
                  </a:moveTo>
                  <a:cubicBezTo>
                    <a:pt x="5293" y="12173"/>
                    <a:pt x="9529" y="12207"/>
                    <a:pt x="12207" y="9655"/>
                  </a:cubicBezTo>
                  <a:lnTo>
                    <a:pt x="2552" y="0"/>
                  </a:lnTo>
                  <a:cubicBezTo>
                    <a:pt x="0" y="2678"/>
                    <a:pt x="34" y="6914"/>
                    <a:pt x="2664" y="954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35" name="Google Shape;1035;p9"/>
            <p:cNvSpPr/>
            <p:nvPr/>
          </p:nvSpPr>
          <p:spPr>
            <a:xfrm>
              <a:off x="4192328" y="1189038"/>
              <a:ext cx="403225" cy="403225"/>
            </a:xfrm>
            <a:custGeom>
              <a:avLst/>
              <a:gdLst/>
              <a:ahLst/>
              <a:cxnLst/>
              <a:rect l="l" t="t" r="r" b="b"/>
              <a:pathLst>
                <a:path w="12206" h="12206" extrusionOk="0">
                  <a:moveTo>
                    <a:pt x="9543" y="2663"/>
                  </a:moveTo>
                  <a:cubicBezTo>
                    <a:pt x="6913" y="34"/>
                    <a:pt x="2677" y="0"/>
                    <a:pt x="0" y="2551"/>
                  </a:cubicBezTo>
                  <a:lnTo>
                    <a:pt x="9655" y="12206"/>
                  </a:lnTo>
                  <a:cubicBezTo>
                    <a:pt x="12206" y="9529"/>
                    <a:pt x="12172" y="5293"/>
                    <a:pt x="9543" y="266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1036" name="Google Shape;1036;p9"/>
          <p:cNvSpPr txBox="1">
            <a:spLocks noGrp="1"/>
          </p:cNvSpPr>
          <p:nvPr>
            <p:ph type="title"/>
          </p:nvPr>
        </p:nvSpPr>
        <p:spPr>
          <a:xfrm>
            <a:off x="723901" y="1362353"/>
            <a:ext cx="3998224" cy="155042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500"/>
              <a:buFont typeface="Bebas Neue"/>
              <a:buNone/>
              <a:defRPr sz="3400">
                <a:latin typeface="Poppins ExtraBold"/>
                <a:ea typeface="Poppins ExtraBold"/>
                <a:cs typeface="Poppins ExtraBold"/>
                <a:sym typeface="Poppi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7" name="Google Shape;1037;p9"/>
          <p:cNvSpPr txBox="1">
            <a:spLocks noGrp="1"/>
          </p:cNvSpPr>
          <p:nvPr>
            <p:ph type="body" idx="1"/>
          </p:nvPr>
        </p:nvSpPr>
        <p:spPr>
          <a:xfrm>
            <a:off x="723901" y="2890654"/>
            <a:ext cx="3998224" cy="88294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600"/>
              <a:buNone/>
              <a:defRPr sz="1200">
                <a:latin typeface="Arimo"/>
                <a:ea typeface="Arimo"/>
                <a:cs typeface="Arimo"/>
                <a:sym typeface="Arimo"/>
              </a:defRPr>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1038" name="Google Shape;1038;p9"/>
          <p:cNvSpPr>
            <a:spLocks noGrp="1"/>
          </p:cNvSpPr>
          <p:nvPr>
            <p:ph type="pic" idx="2"/>
          </p:nvPr>
        </p:nvSpPr>
        <p:spPr>
          <a:xfrm>
            <a:off x="5124450" y="1173659"/>
            <a:ext cx="3295650" cy="2804616"/>
          </a:xfrm>
          <a:prstGeom prst="roundRect">
            <a:avLst>
              <a:gd name="adj" fmla="val 7665"/>
            </a:avLst>
          </a:prstGeom>
          <a:noFill/>
          <a:ln>
            <a:noFill/>
          </a:ln>
        </p:spPr>
      </p:sp>
      <p:sp>
        <p:nvSpPr>
          <p:cNvPr id="1039" name="Google Shape;1039;p9"/>
          <p:cNvSpPr/>
          <p:nvPr/>
        </p:nvSpPr>
        <p:spPr>
          <a:xfrm>
            <a:off x="-684423" y="-1789571"/>
            <a:ext cx="2187206" cy="2575530"/>
          </a:xfrm>
          <a:custGeom>
            <a:avLst/>
            <a:gdLst/>
            <a:ahLst/>
            <a:cxnLst/>
            <a:rect l="l" t="t" r="r" b="b"/>
            <a:pathLst>
              <a:path w="50016" h="58876" extrusionOk="0">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1040" name="Google Shape;1040;p9"/>
          <p:cNvGrpSpPr/>
          <p:nvPr/>
        </p:nvGrpSpPr>
        <p:grpSpPr>
          <a:xfrm flipH="1">
            <a:off x="8238205" y="-570849"/>
            <a:ext cx="1507863" cy="1510278"/>
            <a:chOff x="39184" y="-151930"/>
            <a:chExt cx="1309806" cy="1311904"/>
          </a:xfrm>
        </p:grpSpPr>
        <p:sp>
          <p:nvSpPr>
            <p:cNvPr id="1041" name="Google Shape;1041;p9"/>
            <p:cNvSpPr/>
            <p:nvPr/>
          </p:nvSpPr>
          <p:spPr>
            <a:xfrm>
              <a:off x="1304909" y="544953"/>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42" name="Google Shape;1042;p9"/>
            <p:cNvSpPr/>
            <p:nvPr/>
          </p:nvSpPr>
          <p:spPr>
            <a:xfrm>
              <a:off x="1231442" y="614221"/>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43" name="Google Shape;1043;p9"/>
            <p:cNvSpPr/>
            <p:nvPr/>
          </p:nvSpPr>
          <p:spPr>
            <a:xfrm>
              <a:off x="1160075" y="685588"/>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44" name="Google Shape;1044;p9"/>
            <p:cNvSpPr/>
            <p:nvPr/>
          </p:nvSpPr>
          <p:spPr>
            <a:xfrm>
              <a:off x="1088707" y="756956"/>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45" name="Google Shape;1045;p9"/>
            <p:cNvSpPr/>
            <p:nvPr/>
          </p:nvSpPr>
          <p:spPr>
            <a:xfrm>
              <a:off x="1019439" y="828324"/>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46" name="Google Shape;1046;p9"/>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47" name="Google Shape;1047;p9"/>
            <p:cNvSpPr/>
            <p:nvPr/>
          </p:nvSpPr>
          <p:spPr>
            <a:xfrm>
              <a:off x="876704" y="968960"/>
              <a:ext cx="48279" cy="48279"/>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48" name="Google Shape;1048;p9"/>
            <p:cNvSpPr/>
            <p:nvPr/>
          </p:nvSpPr>
          <p:spPr>
            <a:xfrm>
              <a:off x="805336" y="1040328"/>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49" name="Google Shape;1049;p9"/>
            <p:cNvSpPr/>
            <p:nvPr/>
          </p:nvSpPr>
          <p:spPr>
            <a:xfrm>
              <a:off x="733969" y="1111695"/>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50" name="Google Shape;1050;p9"/>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51" name="Google Shape;1051;p9"/>
            <p:cNvSpPr/>
            <p:nvPr/>
          </p:nvSpPr>
          <p:spPr>
            <a:xfrm>
              <a:off x="1174769" y="557547"/>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52" name="Google Shape;1052;p9"/>
            <p:cNvSpPr/>
            <p:nvPr/>
          </p:nvSpPr>
          <p:spPr>
            <a:xfrm>
              <a:off x="1105499" y="628915"/>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53" name="Google Shape;1053;p9"/>
            <p:cNvSpPr/>
            <p:nvPr/>
          </p:nvSpPr>
          <p:spPr>
            <a:xfrm>
              <a:off x="1034132" y="700282"/>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54" name="Google Shape;1054;p9"/>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55" name="Google Shape;1055;p9"/>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56" name="Google Shape;1056;p9"/>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57" name="Google Shape;1057;p9"/>
            <p:cNvSpPr/>
            <p:nvPr/>
          </p:nvSpPr>
          <p:spPr>
            <a:xfrm>
              <a:off x="748662" y="983653"/>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58" name="Google Shape;1058;p9"/>
            <p:cNvSpPr/>
            <p:nvPr/>
          </p:nvSpPr>
          <p:spPr>
            <a:xfrm>
              <a:off x="677294" y="1052922"/>
              <a:ext cx="46179" cy="48279"/>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59" name="Google Shape;1059;p9"/>
            <p:cNvSpPr/>
            <p:nvPr/>
          </p:nvSpPr>
          <p:spPr>
            <a:xfrm>
              <a:off x="1187363" y="427407"/>
              <a:ext cx="48279"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60" name="Google Shape;1060;p9"/>
            <p:cNvSpPr/>
            <p:nvPr/>
          </p:nvSpPr>
          <p:spPr>
            <a:xfrm>
              <a:off x="1115995" y="498774"/>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61" name="Google Shape;1061;p9"/>
            <p:cNvSpPr/>
            <p:nvPr/>
          </p:nvSpPr>
          <p:spPr>
            <a:xfrm>
              <a:off x="1046726" y="572240"/>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62" name="Google Shape;1062;p9"/>
            <p:cNvSpPr/>
            <p:nvPr/>
          </p:nvSpPr>
          <p:spPr>
            <a:xfrm>
              <a:off x="975359" y="643608"/>
              <a:ext cx="44081"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63" name="Google Shape;1063;p9"/>
            <p:cNvSpPr/>
            <p:nvPr/>
          </p:nvSpPr>
          <p:spPr>
            <a:xfrm>
              <a:off x="901893" y="710777"/>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64" name="Google Shape;1064;p9"/>
            <p:cNvSpPr/>
            <p:nvPr/>
          </p:nvSpPr>
          <p:spPr>
            <a:xfrm>
              <a:off x="832623" y="782145"/>
              <a:ext cx="461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65" name="Google Shape;1065;p9"/>
            <p:cNvSpPr/>
            <p:nvPr/>
          </p:nvSpPr>
          <p:spPr>
            <a:xfrm>
              <a:off x="761256" y="853512"/>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66" name="Google Shape;1066;p9"/>
            <p:cNvSpPr/>
            <p:nvPr/>
          </p:nvSpPr>
          <p:spPr>
            <a:xfrm>
              <a:off x="689888" y="924880"/>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67" name="Google Shape;1067;p9"/>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68" name="Google Shape;1068;p9"/>
            <p:cNvSpPr/>
            <p:nvPr/>
          </p:nvSpPr>
          <p:spPr>
            <a:xfrm>
              <a:off x="1128589" y="370732"/>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69" name="Google Shape;1069;p9"/>
            <p:cNvSpPr/>
            <p:nvPr/>
          </p:nvSpPr>
          <p:spPr>
            <a:xfrm>
              <a:off x="1057221" y="440001"/>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70" name="Google Shape;1070;p9"/>
            <p:cNvSpPr/>
            <p:nvPr/>
          </p:nvSpPr>
          <p:spPr>
            <a:xfrm>
              <a:off x="985854" y="511368"/>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71" name="Google Shape;1071;p9"/>
            <p:cNvSpPr/>
            <p:nvPr/>
          </p:nvSpPr>
          <p:spPr>
            <a:xfrm>
              <a:off x="916585" y="582736"/>
              <a:ext cx="46179" cy="48278"/>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72" name="Google Shape;1072;p9"/>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73" name="Google Shape;1073;p9"/>
            <p:cNvSpPr/>
            <p:nvPr/>
          </p:nvSpPr>
          <p:spPr>
            <a:xfrm>
              <a:off x="775949" y="727570"/>
              <a:ext cx="44080"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74" name="Google Shape;1074;p9"/>
            <p:cNvSpPr/>
            <p:nvPr/>
          </p:nvSpPr>
          <p:spPr>
            <a:xfrm>
              <a:off x="702483" y="796839"/>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75" name="Google Shape;1075;p9"/>
            <p:cNvSpPr/>
            <p:nvPr/>
          </p:nvSpPr>
          <p:spPr>
            <a:xfrm>
              <a:off x="631115" y="866107"/>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76" name="Google Shape;1076;p9"/>
            <p:cNvSpPr/>
            <p:nvPr/>
          </p:nvSpPr>
          <p:spPr>
            <a:xfrm>
              <a:off x="559747" y="93747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77" name="Google Shape;1077;p9"/>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78" name="Google Shape;1078;p9"/>
            <p:cNvSpPr/>
            <p:nvPr/>
          </p:nvSpPr>
          <p:spPr>
            <a:xfrm>
              <a:off x="1000547" y="383327"/>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79" name="Google Shape;1079;p9"/>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80" name="Google Shape;1080;p9"/>
            <p:cNvSpPr/>
            <p:nvPr/>
          </p:nvSpPr>
          <p:spPr>
            <a:xfrm>
              <a:off x="857812" y="523963"/>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81" name="Google Shape;1081;p9"/>
            <p:cNvSpPr/>
            <p:nvPr/>
          </p:nvSpPr>
          <p:spPr>
            <a:xfrm>
              <a:off x="786444" y="595330"/>
              <a:ext cx="48278" cy="48278"/>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82" name="Google Shape;1082;p9"/>
            <p:cNvSpPr/>
            <p:nvPr/>
          </p:nvSpPr>
          <p:spPr>
            <a:xfrm>
              <a:off x="717176" y="668797"/>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83" name="Google Shape;1083;p9"/>
            <p:cNvSpPr/>
            <p:nvPr/>
          </p:nvSpPr>
          <p:spPr>
            <a:xfrm>
              <a:off x="647907" y="740164"/>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84" name="Google Shape;1084;p9"/>
            <p:cNvSpPr/>
            <p:nvPr/>
          </p:nvSpPr>
          <p:spPr>
            <a:xfrm>
              <a:off x="574441" y="809433"/>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85" name="Google Shape;1085;p9"/>
            <p:cNvSpPr/>
            <p:nvPr/>
          </p:nvSpPr>
          <p:spPr>
            <a:xfrm>
              <a:off x="503073" y="880800"/>
              <a:ext cx="48278" cy="461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86" name="Google Shape;1086;p9"/>
            <p:cNvSpPr/>
            <p:nvPr/>
          </p:nvSpPr>
          <p:spPr>
            <a:xfrm>
              <a:off x="1013141" y="253186"/>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87" name="Google Shape;1087;p9"/>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88" name="Google Shape;1088;p9"/>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89" name="Google Shape;1089;p9"/>
            <p:cNvSpPr/>
            <p:nvPr/>
          </p:nvSpPr>
          <p:spPr>
            <a:xfrm>
              <a:off x="799039" y="467288"/>
              <a:ext cx="48278"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90" name="Google Shape;1090;p9"/>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91" name="Google Shape;1091;p9"/>
            <p:cNvSpPr/>
            <p:nvPr/>
          </p:nvSpPr>
          <p:spPr>
            <a:xfrm>
              <a:off x="658403" y="60792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92" name="Google Shape;1092;p9"/>
            <p:cNvSpPr/>
            <p:nvPr/>
          </p:nvSpPr>
          <p:spPr>
            <a:xfrm>
              <a:off x="587035" y="679292"/>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93" name="Google Shape;1093;p9"/>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94" name="Google Shape;1094;p9"/>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95" name="Google Shape;1095;p9"/>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96" name="Google Shape;1096;p9"/>
            <p:cNvSpPr/>
            <p:nvPr/>
          </p:nvSpPr>
          <p:spPr>
            <a:xfrm>
              <a:off x="885100" y="267879"/>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97" name="Google Shape;1097;p9"/>
            <p:cNvSpPr/>
            <p:nvPr/>
          </p:nvSpPr>
          <p:spPr>
            <a:xfrm>
              <a:off x="813732" y="337148"/>
              <a:ext cx="46179"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98" name="Google Shape;1098;p9"/>
            <p:cNvSpPr/>
            <p:nvPr/>
          </p:nvSpPr>
          <p:spPr>
            <a:xfrm>
              <a:off x="742364" y="408515"/>
              <a:ext cx="48278"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99" name="Google Shape;1099;p9"/>
            <p:cNvSpPr/>
            <p:nvPr/>
          </p:nvSpPr>
          <p:spPr>
            <a:xfrm>
              <a:off x="670997" y="47988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00" name="Google Shape;1100;p9"/>
            <p:cNvSpPr/>
            <p:nvPr/>
          </p:nvSpPr>
          <p:spPr>
            <a:xfrm>
              <a:off x="599629" y="55125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01" name="Google Shape;1101;p9"/>
            <p:cNvSpPr/>
            <p:nvPr/>
          </p:nvSpPr>
          <p:spPr>
            <a:xfrm>
              <a:off x="528262" y="622618"/>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02" name="Google Shape;1102;p9"/>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03" name="Google Shape;1103;p9"/>
            <p:cNvSpPr/>
            <p:nvPr/>
          </p:nvSpPr>
          <p:spPr>
            <a:xfrm>
              <a:off x="389725" y="765353"/>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04" name="Google Shape;1104;p9"/>
            <p:cNvSpPr/>
            <p:nvPr/>
          </p:nvSpPr>
          <p:spPr>
            <a:xfrm>
              <a:off x="899793" y="139837"/>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05" name="Google Shape;1105;p9"/>
            <p:cNvSpPr/>
            <p:nvPr/>
          </p:nvSpPr>
          <p:spPr>
            <a:xfrm>
              <a:off x="828425" y="211205"/>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06" name="Google Shape;1106;p9"/>
            <p:cNvSpPr/>
            <p:nvPr/>
          </p:nvSpPr>
          <p:spPr>
            <a:xfrm>
              <a:off x="754959" y="280473"/>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07" name="Google Shape;1107;p9"/>
            <p:cNvSpPr/>
            <p:nvPr/>
          </p:nvSpPr>
          <p:spPr>
            <a:xfrm>
              <a:off x="683591" y="351841"/>
              <a:ext cx="48278"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08" name="Google Shape;1108;p9"/>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09" name="Google Shape;1109;p9"/>
            <p:cNvSpPr/>
            <p:nvPr/>
          </p:nvSpPr>
          <p:spPr>
            <a:xfrm>
              <a:off x="542955" y="492477"/>
              <a:ext cx="46179"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10" name="Google Shape;1110;p9"/>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11" name="Google Shape;1111;p9"/>
            <p:cNvSpPr/>
            <p:nvPr/>
          </p:nvSpPr>
          <p:spPr>
            <a:xfrm>
              <a:off x="400220" y="635212"/>
              <a:ext cx="48278" cy="48278"/>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12" name="Google Shape;1112;p9"/>
            <p:cNvSpPr/>
            <p:nvPr/>
          </p:nvSpPr>
          <p:spPr>
            <a:xfrm>
              <a:off x="328852" y="70658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13" name="Google Shape;1113;p9"/>
            <p:cNvSpPr/>
            <p:nvPr/>
          </p:nvSpPr>
          <p:spPr>
            <a:xfrm>
              <a:off x="841020" y="81064"/>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14" name="Google Shape;1114;p9"/>
            <p:cNvSpPr/>
            <p:nvPr/>
          </p:nvSpPr>
          <p:spPr>
            <a:xfrm>
              <a:off x="767553" y="15033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15" name="Google Shape;1115;p9"/>
            <p:cNvSpPr/>
            <p:nvPr/>
          </p:nvSpPr>
          <p:spPr>
            <a:xfrm>
              <a:off x="696185" y="22170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16" name="Google Shape;1116;p9"/>
            <p:cNvSpPr/>
            <p:nvPr/>
          </p:nvSpPr>
          <p:spPr>
            <a:xfrm>
              <a:off x="626917" y="293068"/>
              <a:ext cx="46179"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17" name="Google Shape;1117;p9"/>
            <p:cNvSpPr/>
            <p:nvPr/>
          </p:nvSpPr>
          <p:spPr>
            <a:xfrm>
              <a:off x="555549" y="36443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18" name="Google Shape;1118;p9"/>
            <p:cNvSpPr/>
            <p:nvPr/>
          </p:nvSpPr>
          <p:spPr>
            <a:xfrm>
              <a:off x="484182" y="435803"/>
              <a:ext cx="48278"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19" name="Google Shape;1119;p9"/>
            <p:cNvSpPr/>
            <p:nvPr/>
          </p:nvSpPr>
          <p:spPr>
            <a:xfrm>
              <a:off x="412814" y="507170"/>
              <a:ext cx="48278" cy="46179"/>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20" name="Google Shape;1120;p9"/>
            <p:cNvSpPr/>
            <p:nvPr/>
          </p:nvSpPr>
          <p:spPr>
            <a:xfrm>
              <a:off x="341447" y="576439"/>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21" name="Google Shape;1121;p9"/>
            <p:cNvSpPr/>
            <p:nvPr/>
          </p:nvSpPr>
          <p:spPr>
            <a:xfrm>
              <a:off x="270079" y="64780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22" name="Google Shape;1122;p9"/>
            <p:cNvSpPr/>
            <p:nvPr/>
          </p:nvSpPr>
          <p:spPr>
            <a:xfrm>
              <a:off x="782246" y="22291"/>
              <a:ext cx="46179"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23" name="Google Shape;1123;p9"/>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24" name="Google Shape;1124;p9"/>
            <p:cNvSpPr/>
            <p:nvPr/>
          </p:nvSpPr>
          <p:spPr>
            <a:xfrm>
              <a:off x="641610" y="167125"/>
              <a:ext cx="44080"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25" name="Google Shape;1125;p9"/>
            <p:cNvSpPr/>
            <p:nvPr/>
          </p:nvSpPr>
          <p:spPr>
            <a:xfrm>
              <a:off x="570243" y="236393"/>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26" name="Google Shape;1126;p9"/>
            <p:cNvSpPr/>
            <p:nvPr/>
          </p:nvSpPr>
          <p:spPr>
            <a:xfrm>
              <a:off x="496776" y="305662"/>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27" name="Google Shape;1127;p9"/>
            <p:cNvSpPr/>
            <p:nvPr/>
          </p:nvSpPr>
          <p:spPr>
            <a:xfrm>
              <a:off x="425408" y="37703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28" name="Google Shape;1128;p9"/>
            <p:cNvSpPr/>
            <p:nvPr/>
          </p:nvSpPr>
          <p:spPr>
            <a:xfrm>
              <a:off x="356140" y="448397"/>
              <a:ext cx="46179"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29" name="Google Shape;1129;p9"/>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0" name="Google Shape;1130;p9"/>
            <p:cNvSpPr/>
            <p:nvPr/>
          </p:nvSpPr>
          <p:spPr>
            <a:xfrm>
              <a:off x="213405" y="591132"/>
              <a:ext cx="48278" cy="46179"/>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1" name="Google Shape;1131;p9"/>
            <p:cNvSpPr/>
            <p:nvPr/>
          </p:nvSpPr>
          <p:spPr>
            <a:xfrm>
              <a:off x="723473" y="-36482"/>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2" name="Google Shape;1132;p9"/>
            <p:cNvSpPr/>
            <p:nvPr/>
          </p:nvSpPr>
          <p:spPr>
            <a:xfrm>
              <a:off x="652105" y="3488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3" name="Google Shape;1133;p9"/>
            <p:cNvSpPr/>
            <p:nvPr/>
          </p:nvSpPr>
          <p:spPr>
            <a:xfrm>
              <a:off x="582837" y="108352"/>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4" name="Google Shape;1134;p9"/>
            <p:cNvSpPr/>
            <p:nvPr/>
          </p:nvSpPr>
          <p:spPr>
            <a:xfrm>
              <a:off x="511469" y="179719"/>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5" name="Google Shape;1135;p9"/>
            <p:cNvSpPr/>
            <p:nvPr/>
          </p:nvSpPr>
          <p:spPr>
            <a:xfrm>
              <a:off x="440102" y="248988"/>
              <a:ext cx="46179" cy="46179"/>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6" name="Google Shape;1136;p9"/>
            <p:cNvSpPr/>
            <p:nvPr/>
          </p:nvSpPr>
          <p:spPr>
            <a:xfrm>
              <a:off x="368734" y="31825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7" name="Google Shape;1137;p9"/>
            <p:cNvSpPr/>
            <p:nvPr/>
          </p:nvSpPr>
          <p:spPr>
            <a:xfrm>
              <a:off x="297367" y="389624"/>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8" name="Google Shape;1138;p9"/>
            <p:cNvSpPr/>
            <p:nvPr/>
          </p:nvSpPr>
          <p:spPr>
            <a:xfrm>
              <a:off x="225999" y="460991"/>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9" name="Google Shape;1139;p9"/>
            <p:cNvSpPr/>
            <p:nvPr/>
          </p:nvSpPr>
          <p:spPr>
            <a:xfrm>
              <a:off x="154631" y="532359"/>
              <a:ext cx="48278"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40" name="Google Shape;1140;p9"/>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41" name="Google Shape;1141;p9"/>
            <p:cNvSpPr/>
            <p:nvPr/>
          </p:nvSpPr>
          <p:spPr>
            <a:xfrm>
              <a:off x="593332" y="-23888"/>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42" name="Google Shape;1142;p9"/>
            <p:cNvSpPr/>
            <p:nvPr/>
          </p:nvSpPr>
          <p:spPr>
            <a:xfrm>
              <a:off x="524064" y="47479"/>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43" name="Google Shape;1143;p9"/>
            <p:cNvSpPr/>
            <p:nvPr/>
          </p:nvSpPr>
          <p:spPr>
            <a:xfrm>
              <a:off x="452696" y="118847"/>
              <a:ext cx="48278"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44" name="Google Shape;1144;p9"/>
            <p:cNvSpPr/>
            <p:nvPr/>
          </p:nvSpPr>
          <p:spPr>
            <a:xfrm>
              <a:off x="381328" y="190214"/>
              <a:ext cx="48278"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45" name="Google Shape;1145;p9"/>
            <p:cNvSpPr/>
            <p:nvPr/>
          </p:nvSpPr>
          <p:spPr>
            <a:xfrm>
              <a:off x="312060" y="263681"/>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46" name="Google Shape;1146;p9"/>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47" name="Google Shape;1147;p9"/>
            <p:cNvSpPr/>
            <p:nvPr/>
          </p:nvSpPr>
          <p:spPr>
            <a:xfrm>
              <a:off x="167226" y="404317"/>
              <a:ext cx="48278"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48" name="Google Shape;1148;p9"/>
            <p:cNvSpPr/>
            <p:nvPr/>
          </p:nvSpPr>
          <p:spPr>
            <a:xfrm>
              <a:off x="97957" y="473586"/>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49" name="Google Shape;1149;p9"/>
            <p:cNvSpPr/>
            <p:nvPr/>
          </p:nvSpPr>
          <p:spPr>
            <a:xfrm>
              <a:off x="608025" y="-151930"/>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50" name="Google Shape;1150;p9"/>
            <p:cNvSpPr/>
            <p:nvPr/>
          </p:nvSpPr>
          <p:spPr>
            <a:xfrm>
              <a:off x="536658" y="-80562"/>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51" name="Google Shape;1151;p9"/>
            <p:cNvSpPr/>
            <p:nvPr/>
          </p:nvSpPr>
          <p:spPr>
            <a:xfrm>
              <a:off x="465290" y="-9195"/>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52" name="Google Shape;1152;p9"/>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53" name="Google Shape;1153;p9"/>
            <p:cNvSpPr/>
            <p:nvPr/>
          </p:nvSpPr>
          <p:spPr>
            <a:xfrm>
              <a:off x="322555" y="131441"/>
              <a:ext cx="48278" cy="48278"/>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54" name="Google Shape;1154;p9"/>
            <p:cNvSpPr/>
            <p:nvPr/>
          </p:nvSpPr>
          <p:spPr>
            <a:xfrm>
              <a:off x="255386" y="204908"/>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55" name="Google Shape;1155;p9"/>
            <p:cNvSpPr/>
            <p:nvPr/>
          </p:nvSpPr>
          <p:spPr>
            <a:xfrm>
              <a:off x="184018" y="276275"/>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56" name="Google Shape;1156;p9"/>
            <p:cNvSpPr/>
            <p:nvPr/>
          </p:nvSpPr>
          <p:spPr>
            <a:xfrm>
              <a:off x="110552" y="345544"/>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57" name="Google Shape;1157;p9"/>
            <p:cNvSpPr/>
            <p:nvPr/>
          </p:nvSpPr>
          <p:spPr>
            <a:xfrm>
              <a:off x="39184" y="416911"/>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58"/>
        <p:cNvGrpSpPr/>
        <p:nvPr/>
      </p:nvGrpSpPr>
      <p:grpSpPr>
        <a:xfrm>
          <a:off x="0" y="0"/>
          <a:ext cx="0" cy="0"/>
          <a:chOff x="0" y="0"/>
          <a:chExt cx="0" cy="0"/>
        </a:xfrm>
      </p:grpSpPr>
      <p:sp>
        <p:nvSpPr>
          <p:cNvPr id="1159" name="Google Shape;1159;p10"/>
          <p:cNvSpPr txBox="1">
            <a:spLocks noGrp="1"/>
          </p:cNvSpPr>
          <p:nvPr>
            <p:ph type="title"/>
          </p:nvPr>
        </p:nvSpPr>
        <p:spPr>
          <a:xfrm>
            <a:off x="723900" y="552449"/>
            <a:ext cx="7696200" cy="639388"/>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sz="3400" b="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0" name="Google Shape;1160;p10"/>
          <p:cNvSpPr/>
          <p:nvPr/>
        </p:nvSpPr>
        <p:spPr>
          <a:xfrm>
            <a:off x="8420420" y="4398962"/>
            <a:ext cx="740964" cy="740964"/>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1161" name="Google Shape;1161;p10"/>
          <p:cNvGrpSpPr/>
          <p:nvPr/>
        </p:nvGrpSpPr>
        <p:grpSpPr>
          <a:xfrm>
            <a:off x="-426172" y="4245886"/>
            <a:ext cx="1507863" cy="1510278"/>
            <a:chOff x="39184" y="-151930"/>
            <a:chExt cx="1309806" cy="1311904"/>
          </a:xfrm>
        </p:grpSpPr>
        <p:sp>
          <p:nvSpPr>
            <p:cNvPr id="1162" name="Google Shape;1162;p10"/>
            <p:cNvSpPr/>
            <p:nvPr/>
          </p:nvSpPr>
          <p:spPr>
            <a:xfrm>
              <a:off x="1304909" y="544953"/>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63" name="Google Shape;1163;p10"/>
            <p:cNvSpPr/>
            <p:nvPr/>
          </p:nvSpPr>
          <p:spPr>
            <a:xfrm>
              <a:off x="1231442" y="614221"/>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64" name="Google Shape;1164;p10"/>
            <p:cNvSpPr/>
            <p:nvPr/>
          </p:nvSpPr>
          <p:spPr>
            <a:xfrm>
              <a:off x="1160075" y="685588"/>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65" name="Google Shape;1165;p10"/>
            <p:cNvSpPr/>
            <p:nvPr/>
          </p:nvSpPr>
          <p:spPr>
            <a:xfrm>
              <a:off x="1088707" y="756956"/>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66" name="Google Shape;1166;p10"/>
            <p:cNvSpPr/>
            <p:nvPr/>
          </p:nvSpPr>
          <p:spPr>
            <a:xfrm>
              <a:off x="1019439" y="828324"/>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67" name="Google Shape;1167;p10"/>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68" name="Google Shape;1168;p10"/>
            <p:cNvSpPr/>
            <p:nvPr/>
          </p:nvSpPr>
          <p:spPr>
            <a:xfrm>
              <a:off x="876704" y="968960"/>
              <a:ext cx="48279" cy="48279"/>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69" name="Google Shape;1169;p10"/>
            <p:cNvSpPr/>
            <p:nvPr/>
          </p:nvSpPr>
          <p:spPr>
            <a:xfrm>
              <a:off x="805336" y="1040328"/>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70" name="Google Shape;1170;p10"/>
            <p:cNvSpPr/>
            <p:nvPr/>
          </p:nvSpPr>
          <p:spPr>
            <a:xfrm>
              <a:off x="733969" y="1111695"/>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71" name="Google Shape;1171;p10"/>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72" name="Google Shape;1172;p10"/>
            <p:cNvSpPr/>
            <p:nvPr/>
          </p:nvSpPr>
          <p:spPr>
            <a:xfrm>
              <a:off x="1174769" y="557547"/>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73" name="Google Shape;1173;p10"/>
            <p:cNvSpPr/>
            <p:nvPr/>
          </p:nvSpPr>
          <p:spPr>
            <a:xfrm>
              <a:off x="1105499" y="628915"/>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74" name="Google Shape;1174;p10"/>
            <p:cNvSpPr/>
            <p:nvPr/>
          </p:nvSpPr>
          <p:spPr>
            <a:xfrm>
              <a:off x="1034132" y="700282"/>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75" name="Google Shape;1175;p10"/>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76" name="Google Shape;1176;p10"/>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77" name="Google Shape;1177;p10"/>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78" name="Google Shape;1178;p10"/>
            <p:cNvSpPr/>
            <p:nvPr/>
          </p:nvSpPr>
          <p:spPr>
            <a:xfrm>
              <a:off x="748662" y="983653"/>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79" name="Google Shape;1179;p10"/>
            <p:cNvSpPr/>
            <p:nvPr/>
          </p:nvSpPr>
          <p:spPr>
            <a:xfrm>
              <a:off x="677294" y="1052922"/>
              <a:ext cx="46179" cy="48279"/>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80" name="Google Shape;1180;p10"/>
            <p:cNvSpPr/>
            <p:nvPr/>
          </p:nvSpPr>
          <p:spPr>
            <a:xfrm>
              <a:off x="1187363" y="427407"/>
              <a:ext cx="48279"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81" name="Google Shape;1181;p10"/>
            <p:cNvSpPr/>
            <p:nvPr/>
          </p:nvSpPr>
          <p:spPr>
            <a:xfrm>
              <a:off x="1115995" y="498774"/>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82" name="Google Shape;1182;p10"/>
            <p:cNvSpPr/>
            <p:nvPr/>
          </p:nvSpPr>
          <p:spPr>
            <a:xfrm>
              <a:off x="1046726" y="572240"/>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83" name="Google Shape;1183;p10"/>
            <p:cNvSpPr/>
            <p:nvPr/>
          </p:nvSpPr>
          <p:spPr>
            <a:xfrm>
              <a:off x="975359" y="643608"/>
              <a:ext cx="44081" cy="419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84" name="Google Shape;1184;p10"/>
            <p:cNvSpPr/>
            <p:nvPr/>
          </p:nvSpPr>
          <p:spPr>
            <a:xfrm>
              <a:off x="901893" y="710777"/>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85" name="Google Shape;1185;p10"/>
            <p:cNvSpPr/>
            <p:nvPr/>
          </p:nvSpPr>
          <p:spPr>
            <a:xfrm>
              <a:off x="832623" y="782145"/>
              <a:ext cx="461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86" name="Google Shape;1186;p10"/>
            <p:cNvSpPr/>
            <p:nvPr/>
          </p:nvSpPr>
          <p:spPr>
            <a:xfrm>
              <a:off x="761256" y="853512"/>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87" name="Google Shape;1187;p10"/>
            <p:cNvSpPr/>
            <p:nvPr/>
          </p:nvSpPr>
          <p:spPr>
            <a:xfrm>
              <a:off x="689888" y="924880"/>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88" name="Google Shape;1188;p10"/>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89" name="Google Shape;1189;p10"/>
            <p:cNvSpPr/>
            <p:nvPr/>
          </p:nvSpPr>
          <p:spPr>
            <a:xfrm>
              <a:off x="1128589" y="370732"/>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90" name="Google Shape;1190;p10"/>
            <p:cNvSpPr/>
            <p:nvPr/>
          </p:nvSpPr>
          <p:spPr>
            <a:xfrm>
              <a:off x="1057221" y="440001"/>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91" name="Google Shape;1191;p10"/>
            <p:cNvSpPr/>
            <p:nvPr/>
          </p:nvSpPr>
          <p:spPr>
            <a:xfrm>
              <a:off x="985854" y="511368"/>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92" name="Google Shape;1192;p10"/>
            <p:cNvSpPr/>
            <p:nvPr/>
          </p:nvSpPr>
          <p:spPr>
            <a:xfrm>
              <a:off x="916585" y="582736"/>
              <a:ext cx="46179" cy="48278"/>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93" name="Google Shape;1193;p10"/>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94" name="Google Shape;1194;p10"/>
            <p:cNvSpPr/>
            <p:nvPr/>
          </p:nvSpPr>
          <p:spPr>
            <a:xfrm>
              <a:off x="775949" y="727570"/>
              <a:ext cx="44080" cy="419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95" name="Google Shape;1195;p10"/>
            <p:cNvSpPr/>
            <p:nvPr/>
          </p:nvSpPr>
          <p:spPr>
            <a:xfrm>
              <a:off x="702483" y="796839"/>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96" name="Google Shape;1196;p10"/>
            <p:cNvSpPr/>
            <p:nvPr/>
          </p:nvSpPr>
          <p:spPr>
            <a:xfrm>
              <a:off x="631115" y="866107"/>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97" name="Google Shape;1197;p10"/>
            <p:cNvSpPr/>
            <p:nvPr/>
          </p:nvSpPr>
          <p:spPr>
            <a:xfrm>
              <a:off x="559747" y="93747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98" name="Google Shape;1198;p10"/>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99" name="Google Shape;1199;p10"/>
            <p:cNvSpPr/>
            <p:nvPr/>
          </p:nvSpPr>
          <p:spPr>
            <a:xfrm>
              <a:off x="1000547" y="383327"/>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00" name="Google Shape;1200;p10"/>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01" name="Google Shape;1201;p10"/>
            <p:cNvSpPr/>
            <p:nvPr/>
          </p:nvSpPr>
          <p:spPr>
            <a:xfrm>
              <a:off x="857812" y="523963"/>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02" name="Google Shape;1202;p10"/>
            <p:cNvSpPr/>
            <p:nvPr/>
          </p:nvSpPr>
          <p:spPr>
            <a:xfrm>
              <a:off x="786444" y="595330"/>
              <a:ext cx="48278" cy="48278"/>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03" name="Google Shape;1203;p10"/>
            <p:cNvSpPr/>
            <p:nvPr/>
          </p:nvSpPr>
          <p:spPr>
            <a:xfrm>
              <a:off x="717176" y="668797"/>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04" name="Google Shape;1204;p10"/>
            <p:cNvSpPr/>
            <p:nvPr/>
          </p:nvSpPr>
          <p:spPr>
            <a:xfrm>
              <a:off x="647907" y="740164"/>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05" name="Google Shape;1205;p10"/>
            <p:cNvSpPr/>
            <p:nvPr/>
          </p:nvSpPr>
          <p:spPr>
            <a:xfrm>
              <a:off x="574441" y="809433"/>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06" name="Google Shape;1206;p10"/>
            <p:cNvSpPr/>
            <p:nvPr/>
          </p:nvSpPr>
          <p:spPr>
            <a:xfrm>
              <a:off x="503073" y="880800"/>
              <a:ext cx="48278" cy="461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07" name="Google Shape;1207;p10"/>
            <p:cNvSpPr/>
            <p:nvPr/>
          </p:nvSpPr>
          <p:spPr>
            <a:xfrm>
              <a:off x="1013141" y="253186"/>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08" name="Google Shape;1208;p10"/>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09" name="Google Shape;1209;p10"/>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10" name="Google Shape;1210;p10"/>
            <p:cNvSpPr/>
            <p:nvPr/>
          </p:nvSpPr>
          <p:spPr>
            <a:xfrm>
              <a:off x="799039" y="467288"/>
              <a:ext cx="48278"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11" name="Google Shape;1211;p10"/>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12" name="Google Shape;1212;p10"/>
            <p:cNvSpPr/>
            <p:nvPr/>
          </p:nvSpPr>
          <p:spPr>
            <a:xfrm>
              <a:off x="658403" y="60792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13" name="Google Shape;1213;p10"/>
            <p:cNvSpPr/>
            <p:nvPr/>
          </p:nvSpPr>
          <p:spPr>
            <a:xfrm>
              <a:off x="587035" y="679292"/>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14" name="Google Shape;1214;p10"/>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15" name="Google Shape;1215;p10"/>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16" name="Google Shape;1216;p10"/>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17" name="Google Shape;1217;p10"/>
            <p:cNvSpPr/>
            <p:nvPr/>
          </p:nvSpPr>
          <p:spPr>
            <a:xfrm>
              <a:off x="885100" y="267879"/>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18" name="Google Shape;1218;p10"/>
            <p:cNvSpPr/>
            <p:nvPr/>
          </p:nvSpPr>
          <p:spPr>
            <a:xfrm>
              <a:off x="813732" y="337148"/>
              <a:ext cx="46179"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19" name="Google Shape;1219;p10"/>
            <p:cNvSpPr/>
            <p:nvPr/>
          </p:nvSpPr>
          <p:spPr>
            <a:xfrm>
              <a:off x="742364" y="408515"/>
              <a:ext cx="48278"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20" name="Google Shape;1220;p10"/>
            <p:cNvSpPr/>
            <p:nvPr/>
          </p:nvSpPr>
          <p:spPr>
            <a:xfrm>
              <a:off x="670997" y="47988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21" name="Google Shape;1221;p10"/>
            <p:cNvSpPr/>
            <p:nvPr/>
          </p:nvSpPr>
          <p:spPr>
            <a:xfrm>
              <a:off x="599629" y="55125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22" name="Google Shape;1222;p10"/>
            <p:cNvSpPr/>
            <p:nvPr/>
          </p:nvSpPr>
          <p:spPr>
            <a:xfrm>
              <a:off x="528262" y="622618"/>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23" name="Google Shape;1223;p10"/>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24" name="Google Shape;1224;p10"/>
            <p:cNvSpPr/>
            <p:nvPr/>
          </p:nvSpPr>
          <p:spPr>
            <a:xfrm>
              <a:off x="389725" y="765353"/>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25" name="Google Shape;1225;p10"/>
            <p:cNvSpPr/>
            <p:nvPr/>
          </p:nvSpPr>
          <p:spPr>
            <a:xfrm>
              <a:off x="899793" y="139837"/>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26" name="Google Shape;1226;p10"/>
            <p:cNvSpPr/>
            <p:nvPr/>
          </p:nvSpPr>
          <p:spPr>
            <a:xfrm>
              <a:off x="828425" y="211205"/>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27" name="Google Shape;1227;p10"/>
            <p:cNvSpPr/>
            <p:nvPr/>
          </p:nvSpPr>
          <p:spPr>
            <a:xfrm>
              <a:off x="754959" y="280473"/>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28" name="Google Shape;1228;p10"/>
            <p:cNvSpPr/>
            <p:nvPr/>
          </p:nvSpPr>
          <p:spPr>
            <a:xfrm>
              <a:off x="683591" y="351841"/>
              <a:ext cx="48278"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29" name="Google Shape;1229;p10"/>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30" name="Google Shape;1230;p10"/>
            <p:cNvSpPr/>
            <p:nvPr/>
          </p:nvSpPr>
          <p:spPr>
            <a:xfrm>
              <a:off x="542955" y="492477"/>
              <a:ext cx="46179"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31" name="Google Shape;1231;p10"/>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32" name="Google Shape;1232;p10"/>
            <p:cNvSpPr/>
            <p:nvPr/>
          </p:nvSpPr>
          <p:spPr>
            <a:xfrm>
              <a:off x="400220" y="635212"/>
              <a:ext cx="48278" cy="48278"/>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33" name="Google Shape;1233;p10"/>
            <p:cNvSpPr/>
            <p:nvPr/>
          </p:nvSpPr>
          <p:spPr>
            <a:xfrm>
              <a:off x="328852" y="70658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34" name="Google Shape;1234;p10"/>
            <p:cNvSpPr/>
            <p:nvPr/>
          </p:nvSpPr>
          <p:spPr>
            <a:xfrm>
              <a:off x="841020" y="81064"/>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35" name="Google Shape;1235;p10"/>
            <p:cNvSpPr/>
            <p:nvPr/>
          </p:nvSpPr>
          <p:spPr>
            <a:xfrm>
              <a:off x="767553" y="15033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36" name="Google Shape;1236;p10"/>
            <p:cNvSpPr/>
            <p:nvPr/>
          </p:nvSpPr>
          <p:spPr>
            <a:xfrm>
              <a:off x="696185" y="22170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37" name="Google Shape;1237;p10"/>
            <p:cNvSpPr/>
            <p:nvPr/>
          </p:nvSpPr>
          <p:spPr>
            <a:xfrm>
              <a:off x="626917" y="293068"/>
              <a:ext cx="46179"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38" name="Google Shape;1238;p10"/>
            <p:cNvSpPr/>
            <p:nvPr/>
          </p:nvSpPr>
          <p:spPr>
            <a:xfrm>
              <a:off x="555549" y="36443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39" name="Google Shape;1239;p10"/>
            <p:cNvSpPr/>
            <p:nvPr/>
          </p:nvSpPr>
          <p:spPr>
            <a:xfrm>
              <a:off x="484182" y="435803"/>
              <a:ext cx="48278"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40" name="Google Shape;1240;p10"/>
            <p:cNvSpPr/>
            <p:nvPr/>
          </p:nvSpPr>
          <p:spPr>
            <a:xfrm>
              <a:off x="412814" y="507170"/>
              <a:ext cx="48278" cy="46179"/>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41" name="Google Shape;1241;p10"/>
            <p:cNvSpPr/>
            <p:nvPr/>
          </p:nvSpPr>
          <p:spPr>
            <a:xfrm>
              <a:off x="341447" y="576439"/>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42" name="Google Shape;1242;p10"/>
            <p:cNvSpPr/>
            <p:nvPr/>
          </p:nvSpPr>
          <p:spPr>
            <a:xfrm>
              <a:off x="270079" y="64780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43" name="Google Shape;1243;p10"/>
            <p:cNvSpPr/>
            <p:nvPr/>
          </p:nvSpPr>
          <p:spPr>
            <a:xfrm>
              <a:off x="782246" y="22291"/>
              <a:ext cx="46179"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44" name="Google Shape;1244;p10"/>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45" name="Google Shape;1245;p10"/>
            <p:cNvSpPr/>
            <p:nvPr/>
          </p:nvSpPr>
          <p:spPr>
            <a:xfrm>
              <a:off x="641610" y="167125"/>
              <a:ext cx="44080" cy="419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46" name="Google Shape;1246;p10"/>
            <p:cNvSpPr/>
            <p:nvPr/>
          </p:nvSpPr>
          <p:spPr>
            <a:xfrm>
              <a:off x="570243" y="236393"/>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47" name="Google Shape;1247;p10"/>
            <p:cNvSpPr/>
            <p:nvPr/>
          </p:nvSpPr>
          <p:spPr>
            <a:xfrm>
              <a:off x="496776" y="305662"/>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48" name="Google Shape;1248;p10"/>
            <p:cNvSpPr/>
            <p:nvPr/>
          </p:nvSpPr>
          <p:spPr>
            <a:xfrm>
              <a:off x="425408" y="37703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49" name="Google Shape;1249;p10"/>
            <p:cNvSpPr/>
            <p:nvPr/>
          </p:nvSpPr>
          <p:spPr>
            <a:xfrm>
              <a:off x="356140" y="448397"/>
              <a:ext cx="46179"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50" name="Google Shape;1250;p10"/>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51" name="Google Shape;1251;p10"/>
            <p:cNvSpPr/>
            <p:nvPr/>
          </p:nvSpPr>
          <p:spPr>
            <a:xfrm>
              <a:off x="213405" y="591132"/>
              <a:ext cx="48278" cy="46179"/>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52" name="Google Shape;1252;p10"/>
            <p:cNvSpPr/>
            <p:nvPr/>
          </p:nvSpPr>
          <p:spPr>
            <a:xfrm>
              <a:off x="723473" y="-36482"/>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53" name="Google Shape;1253;p10"/>
            <p:cNvSpPr/>
            <p:nvPr/>
          </p:nvSpPr>
          <p:spPr>
            <a:xfrm>
              <a:off x="652105" y="3488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54" name="Google Shape;1254;p10"/>
            <p:cNvSpPr/>
            <p:nvPr/>
          </p:nvSpPr>
          <p:spPr>
            <a:xfrm>
              <a:off x="582837" y="108352"/>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55" name="Google Shape;1255;p10"/>
            <p:cNvSpPr/>
            <p:nvPr/>
          </p:nvSpPr>
          <p:spPr>
            <a:xfrm>
              <a:off x="511469" y="179719"/>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56" name="Google Shape;1256;p10"/>
            <p:cNvSpPr/>
            <p:nvPr/>
          </p:nvSpPr>
          <p:spPr>
            <a:xfrm>
              <a:off x="440102" y="248988"/>
              <a:ext cx="46179" cy="46179"/>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57" name="Google Shape;1257;p10"/>
            <p:cNvSpPr/>
            <p:nvPr/>
          </p:nvSpPr>
          <p:spPr>
            <a:xfrm>
              <a:off x="368734" y="31825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58" name="Google Shape;1258;p10"/>
            <p:cNvSpPr/>
            <p:nvPr/>
          </p:nvSpPr>
          <p:spPr>
            <a:xfrm>
              <a:off x="297367" y="389624"/>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59" name="Google Shape;1259;p10"/>
            <p:cNvSpPr/>
            <p:nvPr/>
          </p:nvSpPr>
          <p:spPr>
            <a:xfrm>
              <a:off x="225999" y="460991"/>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60" name="Google Shape;1260;p10"/>
            <p:cNvSpPr/>
            <p:nvPr/>
          </p:nvSpPr>
          <p:spPr>
            <a:xfrm>
              <a:off x="154631" y="532359"/>
              <a:ext cx="48278"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61" name="Google Shape;1261;p10"/>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62" name="Google Shape;1262;p10"/>
            <p:cNvSpPr/>
            <p:nvPr/>
          </p:nvSpPr>
          <p:spPr>
            <a:xfrm>
              <a:off x="593332" y="-23888"/>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63" name="Google Shape;1263;p10"/>
            <p:cNvSpPr/>
            <p:nvPr/>
          </p:nvSpPr>
          <p:spPr>
            <a:xfrm>
              <a:off x="524064" y="47479"/>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64" name="Google Shape;1264;p10"/>
            <p:cNvSpPr/>
            <p:nvPr/>
          </p:nvSpPr>
          <p:spPr>
            <a:xfrm>
              <a:off x="452696" y="118847"/>
              <a:ext cx="48278"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65" name="Google Shape;1265;p10"/>
            <p:cNvSpPr/>
            <p:nvPr/>
          </p:nvSpPr>
          <p:spPr>
            <a:xfrm>
              <a:off x="381328" y="190214"/>
              <a:ext cx="48278"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66" name="Google Shape;1266;p10"/>
            <p:cNvSpPr/>
            <p:nvPr/>
          </p:nvSpPr>
          <p:spPr>
            <a:xfrm>
              <a:off x="312060" y="263681"/>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67" name="Google Shape;1267;p10"/>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68" name="Google Shape;1268;p10"/>
            <p:cNvSpPr/>
            <p:nvPr/>
          </p:nvSpPr>
          <p:spPr>
            <a:xfrm>
              <a:off x="167226" y="404317"/>
              <a:ext cx="48278"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69" name="Google Shape;1269;p10"/>
            <p:cNvSpPr/>
            <p:nvPr/>
          </p:nvSpPr>
          <p:spPr>
            <a:xfrm>
              <a:off x="97957" y="473586"/>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70" name="Google Shape;1270;p10"/>
            <p:cNvSpPr/>
            <p:nvPr/>
          </p:nvSpPr>
          <p:spPr>
            <a:xfrm>
              <a:off x="608025" y="-151930"/>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71" name="Google Shape;1271;p10"/>
            <p:cNvSpPr/>
            <p:nvPr/>
          </p:nvSpPr>
          <p:spPr>
            <a:xfrm>
              <a:off x="536658" y="-80562"/>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72" name="Google Shape;1272;p10"/>
            <p:cNvSpPr/>
            <p:nvPr/>
          </p:nvSpPr>
          <p:spPr>
            <a:xfrm>
              <a:off x="465290" y="-9195"/>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73" name="Google Shape;1273;p10"/>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74" name="Google Shape;1274;p10"/>
            <p:cNvSpPr/>
            <p:nvPr/>
          </p:nvSpPr>
          <p:spPr>
            <a:xfrm>
              <a:off x="322555" y="131441"/>
              <a:ext cx="48278" cy="48278"/>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75" name="Google Shape;1275;p10"/>
            <p:cNvSpPr/>
            <p:nvPr/>
          </p:nvSpPr>
          <p:spPr>
            <a:xfrm>
              <a:off x="255386" y="204908"/>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76" name="Google Shape;1276;p10"/>
            <p:cNvSpPr/>
            <p:nvPr/>
          </p:nvSpPr>
          <p:spPr>
            <a:xfrm>
              <a:off x="184018" y="276275"/>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77" name="Google Shape;1277;p10"/>
            <p:cNvSpPr/>
            <p:nvPr/>
          </p:nvSpPr>
          <p:spPr>
            <a:xfrm>
              <a:off x="110552" y="345544"/>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78" name="Google Shape;1278;p10"/>
            <p:cNvSpPr/>
            <p:nvPr/>
          </p:nvSpPr>
          <p:spPr>
            <a:xfrm>
              <a:off x="39184" y="416911"/>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grpSp>
        <p:nvGrpSpPr>
          <p:cNvPr id="1279" name="Google Shape;1279;p10"/>
          <p:cNvGrpSpPr/>
          <p:nvPr/>
        </p:nvGrpSpPr>
        <p:grpSpPr>
          <a:xfrm flipH="1">
            <a:off x="8329145" y="-639688"/>
            <a:ext cx="1507863" cy="1510278"/>
            <a:chOff x="39184" y="-151930"/>
            <a:chExt cx="1309806" cy="1311904"/>
          </a:xfrm>
        </p:grpSpPr>
        <p:sp>
          <p:nvSpPr>
            <p:cNvPr id="1280" name="Google Shape;1280;p10"/>
            <p:cNvSpPr/>
            <p:nvPr/>
          </p:nvSpPr>
          <p:spPr>
            <a:xfrm>
              <a:off x="1304909" y="544953"/>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81" name="Google Shape;1281;p10"/>
            <p:cNvSpPr/>
            <p:nvPr/>
          </p:nvSpPr>
          <p:spPr>
            <a:xfrm>
              <a:off x="1231442" y="614221"/>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82" name="Google Shape;1282;p10"/>
            <p:cNvSpPr/>
            <p:nvPr/>
          </p:nvSpPr>
          <p:spPr>
            <a:xfrm>
              <a:off x="1160075" y="685588"/>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83" name="Google Shape;1283;p10"/>
            <p:cNvSpPr/>
            <p:nvPr/>
          </p:nvSpPr>
          <p:spPr>
            <a:xfrm>
              <a:off x="1088707" y="756956"/>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84" name="Google Shape;1284;p10"/>
            <p:cNvSpPr/>
            <p:nvPr/>
          </p:nvSpPr>
          <p:spPr>
            <a:xfrm>
              <a:off x="1019439" y="828324"/>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85" name="Google Shape;1285;p10"/>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86" name="Google Shape;1286;p10"/>
            <p:cNvSpPr/>
            <p:nvPr/>
          </p:nvSpPr>
          <p:spPr>
            <a:xfrm>
              <a:off x="876704" y="968960"/>
              <a:ext cx="48279" cy="48279"/>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87" name="Google Shape;1287;p10"/>
            <p:cNvSpPr/>
            <p:nvPr/>
          </p:nvSpPr>
          <p:spPr>
            <a:xfrm>
              <a:off x="805336" y="1040328"/>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88" name="Google Shape;1288;p10"/>
            <p:cNvSpPr/>
            <p:nvPr/>
          </p:nvSpPr>
          <p:spPr>
            <a:xfrm>
              <a:off x="733969" y="1111695"/>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89" name="Google Shape;1289;p10"/>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90" name="Google Shape;1290;p10"/>
            <p:cNvSpPr/>
            <p:nvPr/>
          </p:nvSpPr>
          <p:spPr>
            <a:xfrm>
              <a:off x="1174769" y="557547"/>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91" name="Google Shape;1291;p10"/>
            <p:cNvSpPr/>
            <p:nvPr/>
          </p:nvSpPr>
          <p:spPr>
            <a:xfrm>
              <a:off x="1105499" y="628915"/>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92" name="Google Shape;1292;p10"/>
            <p:cNvSpPr/>
            <p:nvPr/>
          </p:nvSpPr>
          <p:spPr>
            <a:xfrm>
              <a:off x="1034132" y="700282"/>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93" name="Google Shape;1293;p10"/>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94" name="Google Shape;1294;p10"/>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95" name="Google Shape;1295;p10"/>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96" name="Google Shape;1296;p10"/>
            <p:cNvSpPr/>
            <p:nvPr/>
          </p:nvSpPr>
          <p:spPr>
            <a:xfrm>
              <a:off x="748662" y="983653"/>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97" name="Google Shape;1297;p10"/>
            <p:cNvSpPr/>
            <p:nvPr/>
          </p:nvSpPr>
          <p:spPr>
            <a:xfrm>
              <a:off x="677294" y="1052922"/>
              <a:ext cx="46179" cy="48279"/>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98" name="Google Shape;1298;p10"/>
            <p:cNvSpPr/>
            <p:nvPr/>
          </p:nvSpPr>
          <p:spPr>
            <a:xfrm>
              <a:off x="1187363" y="427407"/>
              <a:ext cx="48279"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99" name="Google Shape;1299;p10"/>
            <p:cNvSpPr/>
            <p:nvPr/>
          </p:nvSpPr>
          <p:spPr>
            <a:xfrm>
              <a:off x="1115995" y="498774"/>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00" name="Google Shape;1300;p10"/>
            <p:cNvSpPr/>
            <p:nvPr/>
          </p:nvSpPr>
          <p:spPr>
            <a:xfrm>
              <a:off x="1046726" y="572240"/>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01" name="Google Shape;1301;p10"/>
            <p:cNvSpPr/>
            <p:nvPr/>
          </p:nvSpPr>
          <p:spPr>
            <a:xfrm>
              <a:off x="975359" y="643608"/>
              <a:ext cx="44081"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02" name="Google Shape;1302;p10"/>
            <p:cNvSpPr/>
            <p:nvPr/>
          </p:nvSpPr>
          <p:spPr>
            <a:xfrm>
              <a:off x="901893" y="710777"/>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03" name="Google Shape;1303;p10"/>
            <p:cNvSpPr/>
            <p:nvPr/>
          </p:nvSpPr>
          <p:spPr>
            <a:xfrm>
              <a:off x="832623" y="782145"/>
              <a:ext cx="461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04" name="Google Shape;1304;p10"/>
            <p:cNvSpPr/>
            <p:nvPr/>
          </p:nvSpPr>
          <p:spPr>
            <a:xfrm>
              <a:off x="761256" y="853512"/>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05" name="Google Shape;1305;p10"/>
            <p:cNvSpPr/>
            <p:nvPr/>
          </p:nvSpPr>
          <p:spPr>
            <a:xfrm>
              <a:off x="689888" y="924880"/>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06" name="Google Shape;1306;p10"/>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07" name="Google Shape;1307;p10"/>
            <p:cNvSpPr/>
            <p:nvPr/>
          </p:nvSpPr>
          <p:spPr>
            <a:xfrm>
              <a:off x="1128589" y="370732"/>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08" name="Google Shape;1308;p10"/>
            <p:cNvSpPr/>
            <p:nvPr/>
          </p:nvSpPr>
          <p:spPr>
            <a:xfrm>
              <a:off x="1057221" y="440001"/>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09" name="Google Shape;1309;p10"/>
            <p:cNvSpPr/>
            <p:nvPr/>
          </p:nvSpPr>
          <p:spPr>
            <a:xfrm>
              <a:off x="985854" y="511368"/>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10" name="Google Shape;1310;p10"/>
            <p:cNvSpPr/>
            <p:nvPr/>
          </p:nvSpPr>
          <p:spPr>
            <a:xfrm>
              <a:off x="916585" y="582736"/>
              <a:ext cx="46179" cy="48278"/>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11" name="Google Shape;1311;p10"/>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12" name="Google Shape;1312;p10"/>
            <p:cNvSpPr/>
            <p:nvPr/>
          </p:nvSpPr>
          <p:spPr>
            <a:xfrm>
              <a:off x="775949" y="727570"/>
              <a:ext cx="44080"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13" name="Google Shape;1313;p10"/>
            <p:cNvSpPr/>
            <p:nvPr/>
          </p:nvSpPr>
          <p:spPr>
            <a:xfrm>
              <a:off x="702483" y="796839"/>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14" name="Google Shape;1314;p10"/>
            <p:cNvSpPr/>
            <p:nvPr/>
          </p:nvSpPr>
          <p:spPr>
            <a:xfrm>
              <a:off x="631115" y="866107"/>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15" name="Google Shape;1315;p10"/>
            <p:cNvSpPr/>
            <p:nvPr/>
          </p:nvSpPr>
          <p:spPr>
            <a:xfrm>
              <a:off x="559747" y="93747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16" name="Google Shape;1316;p10"/>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17" name="Google Shape;1317;p10"/>
            <p:cNvSpPr/>
            <p:nvPr/>
          </p:nvSpPr>
          <p:spPr>
            <a:xfrm>
              <a:off x="1000547" y="383327"/>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18" name="Google Shape;1318;p10"/>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19" name="Google Shape;1319;p10"/>
            <p:cNvSpPr/>
            <p:nvPr/>
          </p:nvSpPr>
          <p:spPr>
            <a:xfrm>
              <a:off x="857812" y="523963"/>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20" name="Google Shape;1320;p10"/>
            <p:cNvSpPr/>
            <p:nvPr/>
          </p:nvSpPr>
          <p:spPr>
            <a:xfrm>
              <a:off x="786444" y="595330"/>
              <a:ext cx="48278" cy="48278"/>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21" name="Google Shape;1321;p10"/>
            <p:cNvSpPr/>
            <p:nvPr/>
          </p:nvSpPr>
          <p:spPr>
            <a:xfrm>
              <a:off x="717176" y="668797"/>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22" name="Google Shape;1322;p10"/>
            <p:cNvSpPr/>
            <p:nvPr/>
          </p:nvSpPr>
          <p:spPr>
            <a:xfrm>
              <a:off x="647907" y="740164"/>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23" name="Google Shape;1323;p10"/>
            <p:cNvSpPr/>
            <p:nvPr/>
          </p:nvSpPr>
          <p:spPr>
            <a:xfrm>
              <a:off x="574441" y="809433"/>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24" name="Google Shape;1324;p10"/>
            <p:cNvSpPr/>
            <p:nvPr/>
          </p:nvSpPr>
          <p:spPr>
            <a:xfrm>
              <a:off x="503073" y="880800"/>
              <a:ext cx="48278" cy="461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25" name="Google Shape;1325;p10"/>
            <p:cNvSpPr/>
            <p:nvPr/>
          </p:nvSpPr>
          <p:spPr>
            <a:xfrm>
              <a:off x="1013141" y="253186"/>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26" name="Google Shape;1326;p10"/>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27" name="Google Shape;1327;p10"/>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28" name="Google Shape;1328;p10"/>
            <p:cNvSpPr/>
            <p:nvPr/>
          </p:nvSpPr>
          <p:spPr>
            <a:xfrm>
              <a:off x="799039" y="467288"/>
              <a:ext cx="48278"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29" name="Google Shape;1329;p10"/>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30" name="Google Shape;1330;p10"/>
            <p:cNvSpPr/>
            <p:nvPr/>
          </p:nvSpPr>
          <p:spPr>
            <a:xfrm>
              <a:off x="658403" y="60792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31" name="Google Shape;1331;p10"/>
            <p:cNvSpPr/>
            <p:nvPr/>
          </p:nvSpPr>
          <p:spPr>
            <a:xfrm>
              <a:off x="587035" y="679292"/>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32" name="Google Shape;1332;p10"/>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33" name="Google Shape;1333;p10"/>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34" name="Google Shape;1334;p10"/>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35" name="Google Shape;1335;p10"/>
            <p:cNvSpPr/>
            <p:nvPr/>
          </p:nvSpPr>
          <p:spPr>
            <a:xfrm>
              <a:off x="885100" y="267879"/>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36" name="Google Shape;1336;p10"/>
            <p:cNvSpPr/>
            <p:nvPr/>
          </p:nvSpPr>
          <p:spPr>
            <a:xfrm>
              <a:off x="813732" y="337148"/>
              <a:ext cx="46179"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37" name="Google Shape;1337;p10"/>
            <p:cNvSpPr/>
            <p:nvPr/>
          </p:nvSpPr>
          <p:spPr>
            <a:xfrm>
              <a:off x="742364" y="408515"/>
              <a:ext cx="48278"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38" name="Google Shape;1338;p10"/>
            <p:cNvSpPr/>
            <p:nvPr/>
          </p:nvSpPr>
          <p:spPr>
            <a:xfrm>
              <a:off x="670997" y="47988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39" name="Google Shape;1339;p10"/>
            <p:cNvSpPr/>
            <p:nvPr/>
          </p:nvSpPr>
          <p:spPr>
            <a:xfrm>
              <a:off x="599629" y="55125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40" name="Google Shape;1340;p10"/>
            <p:cNvSpPr/>
            <p:nvPr/>
          </p:nvSpPr>
          <p:spPr>
            <a:xfrm>
              <a:off x="528262" y="622618"/>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41" name="Google Shape;1341;p10"/>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42" name="Google Shape;1342;p10"/>
            <p:cNvSpPr/>
            <p:nvPr/>
          </p:nvSpPr>
          <p:spPr>
            <a:xfrm>
              <a:off x="389725" y="765353"/>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43" name="Google Shape;1343;p10"/>
            <p:cNvSpPr/>
            <p:nvPr/>
          </p:nvSpPr>
          <p:spPr>
            <a:xfrm>
              <a:off x="899793" y="139837"/>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44" name="Google Shape;1344;p10"/>
            <p:cNvSpPr/>
            <p:nvPr/>
          </p:nvSpPr>
          <p:spPr>
            <a:xfrm>
              <a:off x="828425" y="211205"/>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45" name="Google Shape;1345;p10"/>
            <p:cNvSpPr/>
            <p:nvPr/>
          </p:nvSpPr>
          <p:spPr>
            <a:xfrm>
              <a:off x="754959" y="280473"/>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46" name="Google Shape;1346;p10"/>
            <p:cNvSpPr/>
            <p:nvPr/>
          </p:nvSpPr>
          <p:spPr>
            <a:xfrm>
              <a:off x="683591" y="351841"/>
              <a:ext cx="48278"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47" name="Google Shape;1347;p10"/>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48" name="Google Shape;1348;p10"/>
            <p:cNvSpPr/>
            <p:nvPr/>
          </p:nvSpPr>
          <p:spPr>
            <a:xfrm>
              <a:off x="542955" y="492477"/>
              <a:ext cx="46179"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49" name="Google Shape;1349;p10"/>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50" name="Google Shape;1350;p10"/>
            <p:cNvSpPr/>
            <p:nvPr/>
          </p:nvSpPr>
          <p:spPr>
            <a:xfrm>
              <a:off x="400220" y="635212"/>
              <a:ext cx="48278" cy="48278"/>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51" name="Google Shape;1351;p10"/>
            <p:cNvSpPr/>
            <p:nvPr/>
          </p:nvSpPr>
          <p:spPr>
            <a:xfrm>
              <a:off x="328852" y="70658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52" name="Google Shape;1352;p10"/>
            <p:cNvSpPr/>
            <p:nvPr/>
          </p:nvSpPr>
          <p:spPr>
            <a:xfrm>
              <a:off x="841020" y="81064"/>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53" name="Google Shape;1353;p10"/>
            <p:cNvSpPr/>
            <p:nvPr/>
          </p:nvSpPr>
          <p:spPr>
            <a:xfrm>
              <a:off x="767553" y="15033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54" name="Google Shape;1354;p10"/>
            <p:cNvSpPr/>
            <p:nvPr/>
          </p:nvSpPr>
          <p:spPr>
            <a:xfrm>
              <a:off x="696185" y="22170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55" name="Google Shape;1355;p10"/>
            <p:cNvSpPr/>
            <p:nvPr/>
          </p:nvSpPr>
          <p:spPr>
            <a:xfrm>
              <a:off x="626917" y="293068"/>
              <a:ext cx="46179"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56" name="Google Shape;1356;p10"/>
            <p:cNvSpPr/>
            <p:nvPr/>
          </p:nvSpPr>
          <p:spPr>
            <a:xfrm>
              <a:off x="555549" y="36443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57" name="Google Shape;1357;p10"/>
            <p:cNvSpPr/>
            <p:nvPr/>
          </p:nvSpPr>
          <p:spPr>
            <a:xfrm>
              <a:off x="484182" y="435803"/>
              <a:ext cx="48278"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58" name="Google Shape;1358;p10"/>
            <p:cNvSpPr/>
            <p:nvPr/>
          </p:nvSpPr>
          <p:spPr>
            <a:xfrm>
              <a:off x="412814" y="507170"/>
              <a:ext cx="48278" cy="46179"/>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59" name="Google Shape;1359;p10"/>
            <p:cNvSpPr/>
            <p:nvPr/>
          </p:nvSpPr>
          <p:spPr>
            <a:xfrm>
              <a:off x="341447" y="576439"/>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60" name="Google Shape;1360;p10"/>
            <p:cNvSpPr/>
            <p:nvPr/>
          </p:nvSpPr>
          <p:spPr>
            <a:xfrm>
              <a:off x="270079" y="64780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61" name="Google Shape;1361;p10"/>
            <p:cNvSpPr/>
            <p:nvPr/>
          </p:nvSpPr>
          <p:spPr>
            <a:xfrm>
              <a:off x="782246" y="22291"/>
              <a:ext cx="46179"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62" name="Google Shape;1362;p10"/>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63" name="Google Shape;1363;p10"/>
            <p:cNvSpPr/>
            <p:nvPr/>
          </p:nvSpPr>
          <p:spPr>
            <a:xfrm>
              <a:off x="641610" y="167125"/>
              <a:ext cx="44080"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64" name="Google Shape;1364;p10"/>
            <p:cNvSpPr/>
            <p:nvPr/>
          </p:nvSpPr>
          <p:spPr>
            <a:xfrm>
              <a:off x="570243" y="236393"/>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65" name="Google Shape;1365;p10"/>
            <p:cNvSpPr/>
            <p:nvPr/>
          </p:nvSpPr>
          <p:spPr>
            <a:xfrm>
              <a:off x="496776" y="305662"/>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66" name="Google Shape;1366;p10"/>
            <p:cNvSpPr/>
            <p:nvPr/>
          </p:nvSpPr>
          <p:spPr>
            <a:xfrm>
              <a:off x="425408" y="37703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67" name="Google Shape;1367;p10"/>
            <p:cNvSpPr/>
            <p:nvPr/>
          </p:nvSpPr>
          <p:spPr>
            <a:xfrm>
              <a:off x="356140" y="448397"/>
              <a:ext cx="46179"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68" name="Google Shape;1368;p10"/>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69" name="Google Shape;1369;p10"/>
            <p:cNvSpPr/>
            <p:nvPr/>
          </p:nvSpPr>
          <p:spPr>
            <a:xfrm>
              <a:off x="213405" y="591132"/>
              <a:ext cx="48278" cy="46179"/>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0" name="Google Shape;1370;p10"/>
            <p:cNvSpPr/>
            <p:nvPr/>
          </p:nvSpPr>
          <p:spPr>
            <a:xfrm>
              <a:off x="723473" y="-36482"/>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1" name="Google Shape;1371;p10"/>
            <p:cNvSpPr/>
            <p:nvPr/>
          </p:nvSpPr>
          <p:spPr>
            <a:xfrm>
              <a:off x="652105" y="3488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2" name="Google Shape;1372;p10"/>
            <p:cNvSpPr/>
            <p:nvPr/>
          </p:nvSpPr>
          <p:spPr>
            <a:xfrm>
              <a:off x="582837" y="108352"/>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3" name="Google Shape;1373;p10"/>
            <p:cNvSpPr/>
            <p:nvPr/>
          </p:nvSpPr>
          <p:spPr>
            <a:xfrm>
              <a:off x="511469" y="179719"/>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4" name="Google Shape;1374;p10"/>
            <p:cNvSpPr/>
            <p:nvPr/>
          </p:nvSpPr>
          <p:spPr>
            <a:xfrm>
              <a:off x="440102" y="248988"/>
              <a:ext cx="46179" cy="46179"/>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5" name="Google Shape;1375;p10"/>
            <p:cNvSpPr/>
            <p:nvPr/>
          </p:nvSpPr>
          <p:spPr>
            <a:xfrm>
              <a:off x="368734" y="31825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6" name="Google Shape;1376;p10"/>
            <p:cNvSpPr/>
            <p:nvPr/>
          </p:nvSpPr>
          <p:spPr>
            <a:xfrm>
              <a:off x="297367" y="389624"/>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7" name="Google Shape;1377;p10"/>
            <p:cNvSpPr/>
            <p:nvPr/>
          </p:nvSpPr>
          <p:spPr>
            <a:xfrm>
              <a:off x="225999" y="460991"/>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8" name="Google Shape;1378;p10"/>
            <p:cNvSpPr/>
            <p:nvPr/>
          </p:nvSpPr>
          <p:spPr>
            <a:xfrm>
              <a:off x="154631" y="532359"/>
              <a:ext cx="48278"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79" name="Google Shape;1379;p10"/>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0" name="Google Shape;1380;p10"/>
            <p:cNvSpPr/>
            <p:nvPr/>
          </p:nvSpPr>
          <p:spPr>
            <a:xfrm>
              <a:off x="593332" y="-23888"/>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1" name="Google Shape;1381;p10"/>
            <p:cNvSpPr/>
            <p:nvPr/>
          </p:nvSpPr>
          <p:spPr>
            <a:xfrm>
              <a:off x="524064" y="47479"/>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2" name="Google Shape;1382;p10"/>
            <p:cNvSpPr/>
            <p:nvPr/>
          </p:nvSpPr>
          <p:spPr>
            <a:xfrm>
              <a:off x="452696" y="118847"/>
              <a:ext cx="48278"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3" name="Google Shape;1383;p10"/>
            <p:cNvSpPr/>
            <p:nvPr/>
          </p:nvSpPr>
          <p:spPr>
            <a:xfrm>
              <a:off x="381328" y="190214"/>
              <a:ext cx="48278"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4" name="Google Shape;1384;p10"/>
            <p:cNvSpPr/>
            <p:nvPr/>
          </p:nvSpPr>
          <p:spPr>
            <a:xfrm>
              <a:off x="312060" y="263681"/>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5" name="Google Shape;1385;p10"/>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6" name="Google Shape;1386;p10"/>
            <p:cNvSpPr/>
            <p:nvPr/>
          </p:nvSpPr>
          <p:spPr>
            <a:xfrm>
              <a:off x="167226" y="404317"/>
              <a:ext cx="48278"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7" name="Google Shape;1387;p10"/>
            <p:cNvSpPr/>
            <p:nvPr/>
          </p:nvSpPr>
          <p:spPr>
            <a:xfrm>
              <a:off x="97957" y="473586"/>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8" name="Google Shape;1388;p10"/>
            <p:cNvSpPr/>
            <p:nvPr/>
          </p:nvSpPr>
          <p:spPr>
            <a:xfrm>
              <a:off x="608025" y="-151930"/>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89" name="Google Shape;1389;p10"/>
            <p:cNvSpPr/>
            <p:nvPr/>
          </p:nvSpPr>
          <p:spPr>
            <a:xfrm>
              <a:off x="536658" y="-80562"/>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90" name="Google Shape;1390;p10"/>
            <p:cNvSpPr/>
            <p:nvPr/>
          </p:nvSpPr>
          <p:spPr>
            <a:xfrm>
              <a:off x="465290" y="-9195"/>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91" name="Google Shape;1391;p10"/>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92" name="Google Shape;1392;p10"/>
            <p:cNvSpPr/>
            <p:nvPr/>
          </p:nvSpPr>
          <p:spPr>
            <a:xfrm>
              <a:off x="322555" y="131441"/>
              <a:ext cx="48278" cy="48278"/>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93" name="Google Shape;1393;p10"/>
            <p:cNvSpPr/>
            <p:nvPr/>
          </p:nvSpPr>
          <p:spPr>
            <a:xfrm>
              <a:off x="255386" y="204908"/>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94" name="Google Shape;1394;p10"/>
            <p:cNvSpPr/>
            <p:nvPr/>
          </p:nvSpPr>
          <p:spPr>
            <a:xfrm>
              <a:off x="184018" y="276275"/>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95" name="Google Shape;1395;p10"/>
            <p:cNvSpPr/>
            <p:nvPr/>
          </p:nvSpPr>
          <p:spPr>
            <a:xfrm>
              <a:off x="110552" y="345544"/>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396" name="Google Shape;1396;p10"/>
            <p:cNvSpPr/>
            <p:nvPr/>
          </p:nvSpPr>
          <p:spPr>
            <a:xfrm>
              <a:off x="39184" y="416911"/>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p:cSld name="Title only 1">
    <p:spTree>
      <p:nvGrpSpPr>
        <p:cNvPr id="1" name="Shape 1397"/>
        <p:cNvGrpSpPr/>
        <p:nvPr/>
      </p:nvGrpSpPr>
      <p:grpSpPr>
        <a:xfrm>
          <a:off x="0" y="0"/>
          <a:ext cx="0" cy="0"/>
          <a:chOff x="0" y="0"/>
          <a:chExt cx="0" cy="0"/>
        </a:xfrm>
      </p:grpSpPr>
      <p:sp>
        <p:nvSpPr>
          <p:cNvPr id="1398" name="Google Shape;1398;p11"/>
          <p:cNvSpPr txBox="1">
            <a:spLocks noGrp="1"/>
          </p:cNvSpPr>
          <p:nvPr>
            <p:ph type="title"/>
          </p:nvPr>
        </p:nvSpPr>
        <p:spPr>
          <a:xfrm>
            <a:off x="723900" y="552449"/>
            <a:ext cx="7696200" cy="639388"/>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sz="3400" b="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9" name="Google Shape;1399;p11"/>
          <p:cNvSpPr/>
          <p:nvPr/>
        </p:nvSpPr>
        <p:spPr>
          <a:xfrm>
            <a:off x="8420420" y="4398962"/>
            <a:ext cx="740964" cy="740964"/>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1400" name="Google Shape;1400;p11"/>
          <p:cNvGrpSpPr/>
          <p:nvPr/>
        </p:nvGrpSpPr>
        <p:grpSpPr>
          <a:xfrm>
            <a:off x="-481750" y="4102338"/>
            <a:ext cx="1507863" cy="1510278"/>
            <a:chOff x="39184" y="-151930"/>
            <a:chExt cx="1309806" cy="1311904"/>
          </a:xfrm>
        </p:grpSpPr>
        <p:sp>
          <p:nvSpPr>
            <p:cNvPr id="1401" name="Google Shape;1401;p11"/>
            <p:cNvSpPr/>
            <p:nvPr/>
          </p:nvSpPr>
          <p:spPr>
            <a:xfrm>
              <a:off x="1304909" y="544953"/>
              <a:ext cx="44081" cy="44081"/>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02" name="Google Shape;1402;p11"/>
            <p:cNvSpPr/>
            <p:nvPr/>
          </p:nvSpPr>
          <p:spPr>
            <a:xfrm>
              <a:off x="1231442" y="614221"/>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03" name="Google Shape;1403;p11"/>
            <p:cNvSpPr/>
            <p:nvPr/>
          </p:nvSpPr>
          <p:spPr>
            <a:xfrm>
              <a:off x="1160075" y="685588"/>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04" name="Google Shape;1404;p11"/>
            <p:cNvSpPr/>
            <p:nvPr/>
          </p:nvSpPr>
          <p:spPr>
            <a:xfrm>
              <a:off x="1088707" y="756956"/>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05" name="Google Shape;1405;p11"/>
            <p:cNvSpPr/>
            <p:nvPr/>
          </p:nvSpPr>
          <p:spPr>
            <a:xfrm>
              <a:off x="1019439" y="828324"/>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06" name="Google Shape;1406;p11"/>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07" name="Google Shape;1407;p11"/>
            <p:cNvSpPr/>
            <p:nvPr/>
          </p:nvSpPr>
          <p:spPr>
            <a:xfrm>
              <a:off x="876704" y="968960"/>
              <a:ext cx="48279" cy="48279"/>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08" name="Google Shape;1408;p11"/>
            <p:cNvSpPr/>
            <p:nvPr/>
          </p:nvSpPr>
          <p:spPr>
            <a:xfrm>
              <a:off x="805336" y="1040328"/>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09" name="Google Shape;1409;p11"/>
            <p:cNvSpPr/>
            <p:nvPr/>
          </p:nvSpPr>
          <p:spPr>
            <a:xfrm>
              <a:off x="733969" y="1111695"/>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10" name="Google Shape;1410;p11"/>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11" name="Google Shape;1411;p11"/>
            <p:cNvSpPr/>
            <p:nvPr/>
          </p:nvSpPr>
          <p:spPr>
            <a:xfrm>
              <a:off x="1174769" y="557547"/>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12" name="Google Shape;1412;p11"/>
            <p:cNvSpPr/>
            <p:nvPr/>
          </p:nvSpPr>
          <p:spPr>
            <a:xfrm>
              <a:off x="1105499" y="628915"/>
              <a:ext cx="44081" cy="44081"/>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13" name="Google Shape;1413;p11"/>
            <p:cNvSpPr/>
            <p:nvPr/>
          </p:nvSpPr>
          <p:spPr>
            <a:xfrm>
              <a:off x="1034132" y="700282"/>
              <a:ext cx="44081" cy="44081"/>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14" name="Google Shape;1414;p11"/>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15" name="Google Shape;1415;p11"/>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16" name="Google Shape;1416;p11"/>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17" name="Google Shape;1417;p11"/>
            <p:cNvSpPr/>
            <p:nvPr/>
          </p:nvSpPr>
          <p:spPr>
            <a:xfrm>
              <a:off x="748662" y="983653"/>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18" name="Google Shape;1418;p11"/>
            <p:cNvSpPr/>
            <p:nvPr/>
          </p:nvSpPr>
          <p:spPr>
            <a:xfrm>
              <a:off x="677294" y="1052922"/>
              <a:ext cx="46179" cy="48279"/>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19" name="Google Shape;1419;p11"/>
            <p:cNvSpPr/>
            <p:nvPr/>
          </p:nvSpPr>
          <p:spPr>
            <a:xfrm>
              <a:off x="1187363" y="427407"/>
              <a:ext cx="48279"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20" name="Google Shape;1420;p11"/>
            <p:cNvSpPr/>
            <p:nvPr/>
          </p:nvSpPr>
          <p:spPr>
            <a:xfrm>
              <a:off x="1115995" y="498774"/>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21" name="Google Shape;1421;p11"/>
            <p:cNvSpPr/>
            <p:nvPr/>
          </p:nvSpPr>
          <p:spPr>
            <a:xfrm>
              <a:off x="1046726" y="572240"/>
              <a:ext cx="44081" cy="44081"/>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22" name="Google Shape;1422;p11"/>
            <p:cNvSpPr/>
            <p:nvPr/>
          </p:nvSpPr>
          <p:spPr>
            <a:xfrm>
              <a:off x="975359" y="643608"/>
              <a:ext cx="44081" cy="41981"/>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23" name="Google Shape;1423;p11"/>
            <p:cNvSpPr/>
            <p:nvPr/>
          </p:nvSpPr>
          <p:spPr>
            <a:xfrm>
              <a:off x="901893" y="710777"/>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24" name="Google Shape;1424;p11"/>
            <p:cNvSpPr/>
            <p:nvPr/>
          </p:nvSpPr>
          <p:spPr>
            <a:xfrm>
              <a:off x="832623" y="782145"/>
              <a:ext cx="461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25" name="Google Shape;1425;p11"/>
            <p:cNvSpPr/>
            <p:nvPr/>
          </p:nvSpPr>
          <p:spPr>
            <a:xfrm>
              <a:off x="761256" y="853512"/>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26" name="Google Shape;1426;p11"/>
            <p:cNvSpPr/>
            <p:nvPr/>
          </p:nvSpPr>
          <p:spPr>
            <a:xfrm>
              <a:off x="689888" y="924880"/>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27" name="Google Shape;1427;p11"/>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28" name="Google Shape;1428;p11"/>
            <p:cNvSpPr/>
            <p:nvPr/>
          </p:nvSpPr>
          <p:spPr>
            <a:xfrm>
              <a:off x="1128589" y="370732"/>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29" name="Google Shape;1429;p11"/>
            <p:cNvSpPr/>
            <p:nvPr/>
          </p:nvSpPr>
          <p:spPr>
            <a:xfrm>
              <a:off x="1057221" y="440001"/>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30" name="Google Shape;1430;p11"/>
            <p:cNvSpPr/>
            <p:nvPr/>
          </p:nvSpPr>
          <p:spPr>
            <a:xfrm>
              <a:off x="985854" y="511368"/>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31" name="Google Shape;1431;p11"/>
            <p:cNvSpPr/>
            <p:nvPr/>
          </p:nvSpPr>
          <p:spPr>
            <a:xfrm>
              <a:off x="916585" y="582736"/>
              <a:ext cx="46179" cy="48278"/>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32" name="Google Shape;1432;p11"/>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33" name="Google Shape;1433;p11"/>
            <p:cNvSpPr/>
            <p:nvPr/>
          </p:nvSpPr>
          <p:spPr>
            <a:xfrm>
              <a:off x="775949" y="727570"/>
              <a:ext cx="44080" cy="41981"/>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34" name="Google Shape;1434;p11"/>
            <p:cNvSpPr/>
            <p:nvPr/>
          </p:nvSpPr>
          <p:spPr>
            <a:xfrm>
              <a:off x="702483" y="796839"/>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35" name="Google Shape;1435;p11"/>
            <p:cNvSpPr/>
            <p:nvPr/>
          </p:nvSpPr>
          <p:spPr>
            <a:xfrm>
              <a:off x="631115" y="866107"/>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36" name="Google Shape;1436;p11"/>
            <p:cNvSpPr/>
            <p:nvPr/>
          </p:nvSpPr>
          <p:spPr>
            <a:xfrm>
              <a:off x="559747" y="93747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37" name="Google Shape;1437;p11"/>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38" name="Google Shape;1438;p11"/>
            <p:cNvSpPr/>
            <p:nvPr/>
          </p:nvSpPr>
          <p:spPr>
            <a:xfrm>
              <a:off x="1000547" y="383327"/>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39" name="Google Shape;1439;p11"/>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40" name="Google Shape;1440;p11"/>
            <p:cNvSpPr/>
            <p:nvPr/>
          </p:nvSpPr>
          <p:spPr>
            <a:xfrm>
              <a:off x="857812" y="523963"/>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41" name="Google Shape;1441;p11"/>
            <p:cNvSpPr/>
            <p:nvPr/>
          </p:nvSpPr>
          <p:spPr>
            <a:xfrm>
              <a:off x="786444" y="595330"/>
              <a:ext cx="48278" cy="48278"/>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42" name="Google Shape;1442;p11"/>
            <p:cNvSpPr/>
            <p:nvPr/>
          </p:nvSpPr>
          <p:spPr>
            <a:xfrm>
              <a:off x="717176" y="668797"/>
              <a:ext cx="44080"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43" name="Google Shape;1443;p11"/>
            <p:cNvSpPr/>
            <p:nvPr/>
          </p:nvSpPr>
          <p:spPr>
            <a:xfrm>
              <a:off x="647907" y="740164"/>
              <a:ext cx="41981"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44" name="Google Shape;1444;p11"/>
            <p:cNvSpPr/>
            <p:nvPr/>
          </p:nvSpPr>
          <p:spPr>
            <a:xfrm>
              <a:off x="574441" y="809433"/>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45" name="Google Shape;1445;p11"/>
            <p:cNvSpPr/>
            <p:nvPr/>
          </p:nvSpPr>
          <p:spPr>
            <a:xfrm>
              <a:off x="503073" y="880800"/>
              <a:ext cx="48278" cy="461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46" name="Google Shape;1446;p11"/>
            <p:cNvSpPr/>
            <p:nvPr/>
          </p:nvSpPr>
          <p:spPr>
            <a:xfrm>
              <a:off x="1013141" y="253186"/>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47" name="Google Shape;1447;p11"/>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48" name="Google Shape;1448;p11"/>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49" name="Google Shape;1449;p11"/>
            <p:cNvSpPr/>
            <p:nvPr/>
          </p:nvSpPr>
          <p:spPr>
            <a:xfrm>
              <a:off x="799039" y="467288"/>
              <a:ext cx="48278"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50" name="Google Shape;1450;p11"/>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51" name="Google Shape;1451;p11"/>
            <p:cNvSpPr/>
            <p:nvPr/>
          </p:nvSpPr>
          <p:spPr>
            <a:xfrm>
              <a:off x="658403" y="60792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52" name="Google Shape;1452;p11"/>
            <p:cNvSpPr/>
            <p:nvPr/>
          </p:nvSpPr>
          <p:spPr>
            <a:xfrm>
              <a:off x="587035" y="679292"/>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53" name="Google Shape;1453;p11"/>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54" name="Google Shape;1454;p11"/>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55" name="Google Shape;1455;p11"/>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56" name="Google Shape;1456;p11"/>
            <p:cNvSpPr/>
            <p:nvPr/>
          </p:nvSpPr>
          <p:spPr>
            <a:xfrm>
              <a:off x="885100" y="267879"/>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57" name="Google Shape;1457;p11"/>
            <p:cNvSpPr/>
            <p:nvPr/>
          </p:nvSpPr>
          <p:spPr>
            <a:xfrm>
              <a:off x="813732" y="337148"/>
              <a:ext cx="46179"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58" name="Google Shape;1458;p11"/>
            <p:cNvSpPr/>
            <p:nvPr/>
          </p:nvSpPr>
          <p:spPr>
            <a:xfrm>
              <a:off x="742364" y="408515"/>
              <a:ext cx="48278"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59" name="Google Shape;1459;p11"/>
            <p:cNvSpPr/>
            <p:nvPr/>
          </p:nvSpPr>
          <p:spPr>
            <a:xfrm>
              <a:off x="670997" y="47988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60" name="Google Shape;1460;p11"/>
            <p:cNvSpPr/>
            <p:nvPr/>
          </p:nvSpPr>
          <p:spPr>
            <a:xfrm>
              <a:off x="599629" y="55125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61" name="Google Shape;1461;p11"/>
            <p:cNvSpPr/>
            <p:nvPr/>
          </p:nvSpPr>
          <p:spPr>
            <a:xfrm>
              <a:off x="528262" y="622618"/>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62" name="Google Shape;1462;p11"/>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63" name="Google Shape;1463;p11"/>
            <p:cNvSpPr/>
            <p:nvPr/>
          </p:nvSpPr>
          <p:spPr>
            <a:xfrm>
              <a:off x="389725" y="765353"/>
              <a:ext cx="41981"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64" name="Google Shape;1464;p11"/>
            <p:cNvSpPr/>
            <p:nvPr/>
          </p:nvSpPr>
          <p:spPr>
            <a:xfrm>
              <a:off x="899793" y="139837"/>
              <a:ext cx="44080"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65" name="Google Shape;1465;p11"/>
            <p:cNvSpPr/>
            <p:nvPr/>
          </p:nvSpPr>
          <p:spPr>
            <a:xfrm>
              <a:off x="828425" y="211205"/>
              <a:ext cx="44080"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66" name="Google Shape;1466;p11"/>
            <p:cNvSpPr/>
            <p:nvPr/>
          </p:nvSpPr>
          <p:spPr>
            <a:xfrm>
              <a:off x="754959" y="280473"/>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67" name="Google Shape;1467;p11"/>
            <p:cNvSpPr/>
            <p:nvPr/>
          </p:nvSpPr>
          <p:spPr>
            <a:xfrm>
              <a:off x="683591" y="351841"/>
              <a:ext cx="48278"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68" name="Google Shape;1468;p11"/>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69" name="Google Shape;1469;p11"/>
            <p:cNvSpPr/>
            <p:nvPr/>
          </p:nvSpPr>
          <p:spPr>
            <a:xfrm>
              <a:off x="542955" y="492477"/>
              <a:ext cx="46179"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70" name="Google Shape;1470;p11"/>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71" name="Google Shape;1471;p11"/>
            <p:cNvSpPr/>
            <p:nvPr/>
          </p:nvSpPr>
          <p:spPr>
            <a:xfrm>
              <a:off x="400220" y="635212"/>
              <a:ext cx="48278" cy="48278"/>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72" name="Google Shape;1472;p11"/>
            <p:cNvSpPr/>
            <p:nvPr/>
          </p:nvSpPr>
          <p:spPr>
            <a:xfrm>
              <a:off x="328852" y="70658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73" name="Google Shape;1473;p11"/>
            <p:cNvSpPr/>
            <p:nvPr/>
          </p:nvSpPr>
          <p:spPr>
            <a:xfrm>
              <a:off x="841020" y="81064"/>
              <a:ext cx="44080"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74" name="Google Shape;1474;p11"/>
            <p:cNvSpPr/>
            <p:nvPr/>
          </p:nvSpPr>
          <p:spPr>
            <a:xfrm>
              <a:off x="767553" y="15033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75" name="Google Shape;1475;p11"/>
            <p:cNvSpPr/>
            <p:nvPr/>
          </p:nvSpPr>
          <p:spPr>
            <a:xfrm>
              <a:off x="696185" y="22170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76" name="Google Shape;1476;p11"/>
            <p:cNvSpPr/>
            <p:nvPr/>
          </p:nvSpPr>
          <p:spPr>
            <a:xfrm>
              <a:off x="626917" y="293068"/>
              <a:ext cx="46179"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77" name="Google Shape;1477;p11"/>
            <p:cNvSpPr/>
            <p:nvPr/>
          </p:nvSpPr>
          <p:spPr>
            <a:xfrm>
              <a:off x="555549" y="36443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78" name="Google Shape;1478;p11"/>
            <p:cNvSpPr/>
            <p:nvPr/>
          </p:nvSpPr>
          <p:spPr>
            <a:xfrm>
              <a:off x="484182" y="435803"/>
              <a:ext cx="48278"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79" name="Google Shape;1479;p11"/>
            <p:cNvSpPr/>
            <p:nvPr/>
          </p:nvSpPr>
          <p:spPr>
            <a:xfrm>
              <a:off x="412814" y="507170"/>
              <a:ext cx="48278" cy="46179"/>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80" name="Google Shape;1480;p11"/>
            <p:cNvSpPr/>
            <p:nvPr/>
          </p:nvSpPr>
          <p:spPr>
            <a:xfrm>
              <a:off x="341447" y="576439"/>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81" name="Google Shape;1481;p11"/>
            <p:cNvSpPr/>
            <p:nvPr/>
          </p:nvSpPr>
          <p:spPr>
            <a:xfrm>
              <a:off x="270079" y="64780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82" name="Google Shape;1482;p11"/>
            <p:cNvSpPr/>
            <p:nvPr/>
          </p:nvSpPr>
          <p:spPr>
            <a:xfrm>
              <a:off x="782246" y="22291"/>
              <a:ext cx="46179"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83" name="Google Shape;1483;p11"/>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84" name="Google Shape;1484;p11"/>
            <p:cNvSpPr/>
            <p:nvPr/>
          </p:nvSpPr>
          <p:spPr>
            <a:xfrm>
              <a:off x="641610" y="167125"/>
              <a:ext cx="44080" cy="41981"/>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85" name="Google Shape;1485;p11"/>
            <p:cNvSpPr/>
            <p:nvPr/>
          </p:nvSpPr>
          <p:spPr>
            <a:xfrm>
              <a:off x="570243" y="236393"/>
              <a:ext cx="44080"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86" name="Google Shape;1486;p11"/>
            <p:cNvSpPr/>
            <p:nvPr/>
          </p:nvSpPr>
          <p:spPr>
            <a:xfrm>
              <a:off x="496776" y="305662"/>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87" name="Google Shape;1487;p11"/>
            <p:cNvSpPr/>
            <p:nvPr/>
          </p:nvSpPr>
          <p:spPr>
            <a:xfrm>
              <a:off x="425408" y="37703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88" name="Google Shape;1488;p11"/>
            <p:cNvSpPr/>
            <p:nvPr/>
          </p:nvSpPr>
          <p:spPr>
            <a:xfrm>
              <a:off x="356140" y="448397"/>
              <a:ext cx="46179"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89" name="Google Shape;1489;p11"/>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90" name="Google Shape;1490;p11"/>
            <p:cNvSpPr/>
            <p:nvPr/>
          </p:nvSpPr>
          <p:spPr>
            <a:xfrm>
              <a:off x="213405" y="591132"/>
              <a:ext cx="48278" cy="46179"/>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91" name="Google Shape;1491;p11"/>
            <p:cNvSpPr/>
            <p:nvPr/>
          </p:nvSpPr>
          <p:spPr>
            <a:xfrm>
              <a:off x="723473" y="-36482"/>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92" name="Google Shape;1492;p11"/>
            <p:cNvSpPr/>
            <p:nvPr/>
          </p:nvSpPr>
          <p:spPr>
            <a:xfrm>
              <a:off x="652105" y="3488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93" name="Google Shape;1493;p11"/>
            <p:cNvSpPr/>
            <p:nvPr/>
          </p:nvSpPr>
          <p:spPr>
            <a:xfrm>
              <a:off x="582837" y="108352"/>
              <a:ext cx="44080"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94" name="Google Shape;1494;p11"/>
            <p:cNvSpPr/>
            <p:nvPr/>
          </p:nvSpPr>
          <p:spPr>
            <a:xfrm>
              <a:off x="511469" y="179719"/>
              <a:ext cx="44080"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95" name="Google Shape;1495;p11"/>
            <p:cNvSpPr/>
            <p:nvPr/>
          </p:nvSpPr>
          <p:spPr>
            <a:xfrm>
              <a:off x="440102" y="248988"/>
              <a:ext cx="46179" cy="46179"/>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96" name="Google Shape;1496;p11"/>
            <p:cNvSpPr/>
            <p:nvPr/>
          </p:nvSpPr>
          <p:spPr>
            <a:xfrm>
              <a:off x="368734" y="31825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97" name="Google Shape;1497;p11"/>
            <p:cNvSpPr/>
            <p:nvPr/>
          </p:nvSpPr>
          <p:spPr>
            <a:xfrm>
              <a:off x="297367" y="389624"/>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98" name="Google Shape;1498;p11"/>
            <p:cNvSpPr/>
            <p:nvPr/>
          </p:nvSpPr>
          <p:spPr>
            <a:xfrm>
              <a:off x="225999" y="460991"/>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99" name="Google Shape;1499;p11"/>
            <p:cNvSpPr/>
            <p:nvPr/>
          </p:nvSpPr>
          <p:spPr>
            <a:xfrm>
              <a:off x="154631" y="532359"/>
              <a:ext cx="48278"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00" name="Google Shape;1500;p11"/>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01" name="Google Shape;1501;p11"/>
            <p:cNvSpPr/>
            <p:nvPr/>
          </p:nvSpPr>
          <p:spPr>
            <a:xfrm>
              <a:off x="593332" y="-23888"/>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02" name="Google Shape;1502;p11"/>
            <p:cNvSpPr/>
            <p:nvPr/>
          </p:nvSpPr>
          <p:spPr>
            <a:xfrm>
              <a:off x="524064" y="47479"/>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03" name="Google Shape;1503;p11"/>
            <p:cNvSpPr/>
            <p:nvPr/>
          </p:nvSpPr>
          <p:spPr>
            <a:xfrm>
              <a:off x="452696" y="118847"/>
              <a:ext cx="48278"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04" name="Google Shape;1504;p11"/>
            <p:cNvSpPr/>
            <p:nvPr/>
          </p:nvSpPr>
          <p:spPr>
            <a:xfrm>
              <a:off x="381328" y="190214"/>
              <a:ext cx="48278"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05" name="Google Shape;1505;p11"/>
            <p:cNvSpPr/>
            <p:nvPr/>
          </p:nvSpPr>
          <p:spPr>
            <a:xfrm>
              <a:off x="312060" y="263681"/>
              <a:ext cx="44080"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06" name="Google Shape;1506;p11"/>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07" name="Google Shape;1507;p11"/>
            <p:cNvSpPr/>
            <p:nvPr/>
          </p:nvSpPr>
          <p:spPr>
            <a:xfrm>
              <a:off x="167226" y="404317"/>
              <a:ext cx="48278"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08" name="Google Shape;1508;p11"/>
            <p:cNvSpPr/>
            <p:nvPr/>
          </p:nvSpPr>
          <p:spPr>
            <a:xfrm>
              <a:off x="97957" y="473586"/>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09" name="Google Shape;1509;p11"/>
            <p:cNvSpPr/>
            <p:nvPr/>
          </p:nvSpPr>
          <p:spPr>
            <a:xfrm>
              <a:off x="608025" y="-151930"/>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10" name="Google Shape;1510;p11"/>
            <p:cNvSpPr/>
            <p:nvPr/>
          </p:nvSpPr>
          <p:spPr>
            <a:xfrm>
              <a:off x="536658" y="-80562"/>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11" name="Google Shape;1511;p11"/>
            <p:cNvSpPr/>
            <p:nvPr/>
          </p:nvSpPr>
          <p:spPr>
            <a:xfrm>
              <a:off x="465290" y="-9195"/>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12" name="Google Shape;1512;p11"/>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13" name="Google Shape;1513;p11"/>
            <p:cNvSpPr/>
            <p:nvPr/>
          </p:nvSpPr>
          <p:spPr>
            <a:xfrm>
              <a:off x="322555" y="131441"/>
              <a:ext cx="48278" cy="48278"/>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14" name="Google Shape;1514;p11"/>
            <p:cNvSpPr/>
            <p:nvPr/>
          </p:nvSpPr>
          <p:spPr>
            <a:xfrm>
              <a:off x="255386" y="204908"/>
              <a:ext cx="41981"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15" name="Google Shape;1515;p11"/>
            <p:cNvSpPr/>
            <p:nvPr/>
          </p:nvSpPr>
          <p:spPr>
            <a:xfrm>
              <a:off x="184018" y="276275"/>
              <a:ext cx="41981" cy="44080"/>
            </a:xfrm>
            <a:prstGeom prst="ellipse">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16" name="Google Shape;1516;p11"/>
            <p:cNvSpPr/>
            <p:nvPr/>
          </p:nvSpPr>
          <p:spPr>
            <a:xfrm>
              <a:off x="110552" y="345544"/>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17" name="Google Shape;1517;p11"/>
            <p:cNvSpPr/>
            <p:nvPr/>
          </p:nvSpPr>
          <p:spPr>
            <a:xfrm>
              <a:off x="39184" y="416911"/>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grpSp>
        <p:nvGrpSpPr>
          <p:cNvPr id="1518" name="Google Shape;1518;p11"/>
          <p:cNvGrpSpPr/>
          <p:nvPr/>
        </p:nvGrpSpPr>
        <p:grpSpPr>
          <a:xfrm flipH="1">
            <a:off x="8632886" y="-120502"/>
            <a:ext cx="1507863" cy="1510278"/>
            <a:chOff x="39184" y="-151930"/>
            <a:chExt cx="1309806" cy="1311904"/>
          </a:xfrm>
        </p:grpSpPr>
        <p:sp>
          <p:nvSpPr>
            <p:cNvPr id="1519" name="Google Shape;1519;p11"/>
            <p:cNvSpPr/>
            <p:nvPr/>
          </p:nvSpPr>
          <p:spPr>
            <a:xfrm>
              <a:off x="1304909" y="544953"/>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20" name="Google Shape;1520;p11"/>
            <p:cNvSpPr/>
            <p:nvPr/>
          </p:nvSpPr>
          <p:spPr>
            <a:xfrm>
              <a:off x="1231442" y="614221"/>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21" name="Google Shape;1521;p11"/>
            <p:cNvSpPr/>
            <p:nvPr/>
          </p:nvSpPr>
          <p:spPr>
            <a:xfrm>
              <a:off x="1160075" y="685588"/>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22" name="Google Shape;1522;p11"/>
            <p:cNvSpPr/>
            <p:nvPr/>
          </p:nvSpPr>
          <p:spPr>
            <a:xfrm>
              <a:off x="1088707" y="756956"/>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23" name="Google Shape;1523;p11"/>
            <p:cNvSpPr/>
            <p:nvPr/>
          </p:nvSpPr>
          <p:spPr>
            <a:xfrm>
              <a:off x="1019439" y="828324"/>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24" name="Google Shape;1524;p11"/>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25" name="Google Shape;1525;p11"/>
            <p:cNvSpPr/>
            <p:nvPr/>
          </p:nvSpPr>
          <p:spPr>
            <a:xfrm>
              <a:off x="876704" y="968960"/>
              <a:ext cx="48279" cy="48279"/>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26" name="Google Shape;1526;p11"/>
            <p:cNvSpPr/>
            <p:nvPr/>
          </p:nvSpPr>
          <p:spPr>
            <a:xfrm>
              <a:off x="805336" y="1040328"/>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27" name="Google Shape;1527;p11"/>
            <p:cNvSpPr/>
            <p:nvPr/>
          </p:nvSpPr>
          <p:spPr>
            <a:xfrm>
              <a:off x="733969" y="1111695"/>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28" name="Google Shape;1528;p11"/>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29" name="Google Shape;1529;p11"/>
            <p:cNvSpPr/>
            <p:nvPr/>
          </p:nvSpPr>
          <p:spPr>
            <a:xfrm>
              <a:off x="1174769" y="557547"/>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30" name="Google Shape;1530;p11"/>
            <p:cNvSpPr/>
            <p:nvPr/>
          </p:nvSpPr>
          <p:spPr>
            <a:xfrm>
              <a:off x="1105499" y="628915"/>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31" name="Google Shape;1531;p11"/>
            <p:cNvSpPr/>
            <p:nvPr/>
          </p:nvSpPr>
          <p:spPr>
            <a:xfrm>
              <a:off x="1034132" y="700282"/>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32" name="Google Shape;1532;p11"/>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33" name="Google Shape;1533;p11"/>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34" name="Google Shape;1534;p11"/>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35" name="Google Shape;1535;p11"/>
            <p:cNvSpPr/>
            <p:nvPr/>
          </p:nvSpPr>
          <p:spPr>
            <a:xfrm>
              <a:off x="748662" y="983653"/>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36" name="Google Shape;1536;p11"/>
            <p:cNvSpPr/>
            <p:nvPr/>
          </p:nvSpPr>
          <p:spPr>
            <a:xfrm>
              <a:off x="677294" y="1052922"/>
              <a:ext cx="46179" cy="48279"/>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37" name="Google Shape;1537;p11"/>
            <p:cNvSpPr/>
            <p:nvPr/>
          </p:nvSpPr>
          <p:spPr>
            <a:xfrm>
              <a:off x="1187363" y="427407"/>
              <a:ext cx="48279"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38" name="Google Shape;1538;p11"/>
            <p:cNvSpPr/>
            <p:nvPr/>
          </p:nvSpPr>
          <p:spPr>
            <a:xfrm>
              <a:off x="1115995" y="498774"/>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39" name="Google Shape;1539;p11"/>
            <p:cNvSpPr/>
            <p:nvPr/>
          </p:nvSpPr>
          <p:spPr>
            <a:xfrm>
              <a:off x="1046726" y="572240"/>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40" name="Google Shape;1540;p11"/>
            <p:cNvSpPr/>
            <p:nvPr/>
          </p:nvSpPr>
          <p:spPr>
            <a:xfrm>
              <a:off x="975359" y="643608"/>
              <a:ext cx="44081" cy="419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41" name="Google Shape;1541;p11"/>
            <p:cNvSpPr/>
            <p:nvPr/>
          </p:nvSpPr>
          <p:spPr>
            <a:xfrm>
              <a:off x="901893" y="710777"/>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42" name="Google Shape;1542;p11"/>
            <p:cNvSpPr/>
            <p:nvPr/>
          </p:nvSpPr>
          <p:spPr>
            <a:xfrm>
              <a:off x="832623" y="782145"/>
              <a:ext cx="461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43" name="Google Shape;1543;p11"/>
            <p:cNvSpPr/>
            <p:nvPr/>
          </p:nvSpPr>
          <p:spPr>
            <a:xfrm>
              <a:off x="761256" y="853512"/>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44" name="Google Shape;1544;p11"/>
            <p:cNvSpPr/>
            <p:nvPr/>
          </p:nvSpPr>
          <p:spPr>
            <a:xfrm>
              <a:off x="689888" y="924880"/>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45" name="Google Shape;1545;p11"/>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46" name="Google Shape;1546;p11"/>
            <p:cNvSpPr/>
            <p:nvPr/>
          </p:nvSpPr>
          <p:spPr>
            <a:xfrm>
              <a:off x="1128589" y="370732"/>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47" name="Google Shape;1547;p11"/>
            <p:cNvSpPr/>
            <p:nvPr/>
          </p:nvSpPr>
          <p:spPr>
            <a:xfrm>
              <a:off x="1057221" y="440001"/>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48" name="Google Shape;1548;p11"/>
            <p:cNvSpPr/>
            <p:nvPr/>
          </p:nvSpPr>
          <p:spPr>
            <a:xfrm>
              <a:off x="985854" y="511368"/>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49" name="Google Shape;1549;p11"/>
            <p:cNvSpPr/>
            <p:nvPr/>
          </p:nvSpPr>
          <p:spPr>
            <a:xfrm>
              <a:off x="916585" y="582736"/>
              <a:ext cx="46179" cy="48278"/>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50" name="Google Shape;1550;p11"/>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51" name="Google Shape;1551;p11"/>
            <p:cNvSpPr/>
            <p:nvPr/>
          </p:nvSpPr>
          <p:spPr>
            <a:xfrm>
              <a:off x="775949" y="727570"/>
              <a:ext cx="44080" cy="419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52" name="Google Shape;1552;p11"/>
            <p:cNvSpPr/>
            <p:nvPr/>
          </p:nvSpPr>
          <p:spPr>
            <a:xfrm>
              <a:off x="702483" y="796839"/>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53" name="Google Shape;1553;p11"/>
            <p:cNvSpPr/>
            <p:nvPr/>
          </p:nvSpPr>
          <p:spPr>
            <a:xfrm>
              <a:off x="631115" y="866107"/>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54" name="Google Shape;1554;p11"/>
            <p:cNvSpPr/>
            <p:nvPr/>
          </p:nvSpPr>
          <p:spPr>
            <a:xfrm>
              <a:off x="559747" y="93747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55" name="Google Shape;1555;p11"/>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56" name="Google Shape;1556;p11"/>
            <p:cNvSpPr/>
            <p:nvPr/>
          </p:nvSpPr>
          <p:spPr>
            <a:xfrm>
              <a:off x="1000547" y="383327"/>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57" name="Google Shape;1557;p11"/>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58" name="Google Shape;1558;p11"/>
            <p:cNvSpPr/>
            <p:nvPr/>
          </p:nvSpPr>
          <p:spPr>
            <a:xfrm>
              <a:off x="857812" y="523963"/>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59" name="Google Shape;1559;p11"/>
            <p:cNvSpPr/>
            <p:nvPr/>
          </p:nvSpPr>
          <p:spPr>
            <a:xfrm>
              <a:off x="786444" y="595330"/>
              <a:ext cx="48278" cy="48278"/>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60" name="Google Shape;1560;p11"/>
            <p:cNvSpPr/>
            <p:nvPr/>
          </p:nvSpPr>
          <p:spPr>
            <a:xfrm>
              <a:off x="717176" y="668797"/>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61" name="Google Shape;1561;p11"/>
            <p:cNvSpPr/>
            <p:nvPr/>
          </p:nvSpPr>
          <p:spPr>
            <a:xfrm>
              <a:off x="647907" y="740164"/>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62" name="Google Shape;1562;p11"/>
            <p:cNvSpPr/>
            <p:nvPr/>
          </p:nvSpPr>
          <p:spPr>
            <a:xfrm>
              <a:off x="574441" y="809433"/>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63" name="Google Shape;1563;p11"/>
            <p:cNvSpPr/>
            <p:nvPr/>
          </p:nvSpPr>
          <p:spPr>
            <a:xfrm>
              <a:off x="503073" y="880800"/>
              <a:ext cx="48278" cy="461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64" name="Google Shape;1564;p11"/>
            <p:cNvSpPr/>
            <p:nvPr/>
          </p:nvSpPr>
          <p:spPr>
            <a:xfrm>
              <a:off x="1013141" y="253186"/>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65" name="Google Shape;1565;p11"/>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66" name="Google Shape;1566;p11"/>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67" name="Google Shape;1567;p11"/>
            <p:cNvSpPr/>
            <p:nvPr/>
          </p:nvSpPr>
          <p:spPr>
            <a:xfrm>
              <a:off x="799039" y="467288"/>
              <a:ext cx="48278"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68" name="Google Shape;1568;p11"/>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69" name="Google Shape;1569;p11"/>
            <p:cNvSpPr/>
            <p:nvPr/>
          </p:nvSpPr>
          <p:spPr>
            <a:xfrm>
              <a:off x="658403" y="60792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70" name="Google Shape;1570;p11"/>
            <p:cNvSpPr/>
            <p:nvPr/>
          </p:nvSpPr>
          <p:spPr>
            <a:xfrm>
              <a:off x="587035" y="679292"/>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71" name="Google Shape;1571;p11"/>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72" name="Google Shape;1572;p11"/>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73" name="Google Shape;1573;p11"/>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74" name="Google Shape;1574;p11"/>
            <p:cNvSpPr/>
            <p:nvPr/>
          </p:nvSpPr>
          <p:spPr>
            <a:xfrm>
              <a:off x="885100" y="267879"/>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75" name="Google Shape;1575;p11"/>
            <p:cNvSpPr/>
            <p:nvPr/>
          </p:nvSpPr>
          <p:spPr>
            <a:xfrm>
              <a:off x="813732" y="337148"/>
              <a:ext cx="46179"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76" name="Google Shape;1576;p11"/>
            <p:cNvSpPr/>
            <p:nvPr/>
          </p:nvSpPr>
          <p:spPr>
            <a:xfrm>
              <a:off x="742364" y="408515"/>
              <a:ext cx="48278"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77" name="Google Shape;1577;p11"/>
            <p:cNvSpPr/>
            <p:nvPr/>
          </p:nvSpPr>
          <p:spPr>
            <a:xfrm>
              <a:off x="670997" y="47988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78" name="Google Shape;1578;p11"/>
            <p:cNvSpPr/>
            <p:nvPr/>
          </p:nvSpPr>
          <p:spPr>
            <a:xfrm>
              <a:off x="599629" y="55125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79" name="Google Shape;1579;p11"/>
            <p:cNvSpPr/>
            <p:nvPr/>
          </p:nvSpPr>
          <p:spPr>
            <a:xfrm>
              <a:off x="528262" y="622618"/>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80" name="Google Shape;1580;p11"/>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81" name="Google Shape;1581;p11"/>
            <p:cNvSpPr/>
            <p:nvPr/>
          </p:nvSpPr>
          <p:spPr>
            <a:xfrm>
              <a:off x="389725" y="765353"/>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82" name="Google Shape;1582;p11"/>
            <p:cNvSpPr/>
            <p:nvPr/>
          </p:nvSpPr>
          <p:spPr>
            <a:xfrm>
              <a:off x="899793" y="139837"/>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83" name="Google Shape;1583;p11"/>
            <p:cNvSpPr/>
            <p:nvPr/>
          </p:nvSpPr>
          <p:spPr>
            <a:xfrm>
              <a:off x="828425" y="211205"/>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84" name="Google Shape;1584;p11"/>
            <p:cNvSpPr/>
            <p:nvPr/>
          </p:nvSpPr>
          <p:spPr>
            <a:xfrm>
              <a:off x="754959" y="280473"/>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85" name="Google Shape;1585;p11"/>
            <p:cNvSpPr/>
            <p:nvPr/>
          </p:nvSpPr>
          <p:spPr>
            <a:xfrm>
              <a:off x="683591" y="351841"/>
              <a:ext cx="48278"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86" name="Google Shape;1586;p11"/>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87" name="Google Shape;1587;p11"/>
            <p:cNvSpPr/>
            <p:nvPr/>
          </p:nvSpPr>
          <p:spPr>
            <a:xfrm>
              <a:off x="542955" y="492477"/>
              <a:ext cx="46179"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88" name="Google Shape;1588;p11"/>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89" name="Google Shape;1589;p11"/>
            <p:cNvSpPr/>
            <p:nvPr/>
          </p:nvSpPr>
          <p:spPr>
            <a:xfrm>
              <a:off x="400220" y="635212"/>
              <a:ext cx="48278" cy="48278"/>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90" name="Google Shape;1590;p11"/>
            <p:cNvSpPr/>
            <p:nvPr/>
          </p:nvSpPr>
          <p:spPr>
            <a:xfrm>
              <a:off x="328852" y="70658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91" name="Google Shape;1591;p11"/>
            <p:cNvSpPr/>
            <p:nvPr/>
          </p:nvSpPr>
          <p:spPr>
            <a:xfrm>
              <a:off x="841020" y="81064"/>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92" name="Google Shape;1592;p11"/>
            <p:cNvSpPr/>
            <p:nvPr/>
          </p:nvSpPr>
          <p:spPr>
            <a:xfrm>
              <a:off x="767553" y="15033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93" name="Google Shape;1593;p11"/>
            <p:cNvSpPr/>
            <p:nvPr/>
          </p:nvSpPr>
          <p:spPr>
            <a:xfrm>
              <a:off x="696185" y="22170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94" name="Google Shape;1594;p11"/>
            <p:cNvSpPr/>
            <p:nvPr/>
          </p:nvSpPr>
          <p:spPr>
            <a:xfrm>
              <a:off x="626917" y="293068"/>
              <a:ext cx="46179"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95" name="Google Shape;1595;p11"/>
            <p:cNvSpPr/>
            <p:nvPr/>
          </p:nvSpPr>
          <p:spPr>
            <a:xfrm>
              <a:off x="555549" y="36443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96" name="Google Shape;1596;p11"/>
            <p:cNvSpPr/>
            <p:nvPr/>
          </p:nvSpPr>
          <p:spPr>
            <a:xfrm>
              <a:off x="484182" y="435803"/>
              <a:ext cx="48278"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97" name="Google Shape;1597;p11"/>
            <p:cNvSpPr/>
            <p:nvPr/>
          </p:nvSpPr>
          <p:spPr>
            <a:xfrm>
              <a:off x="412814" y="507170"/>
              <a:ext cx="48278" cy="46179"/>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98" name="Google Shape;1598;p11"/>
            <p:cNvSpPr/>
            <p:nvPr/>
          </p:nvSpPr>
          <p:spPr>
            <a:xfrm>
              <a:off x="341447" y="576439"/>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599" name="Google Shape;1599;p11"/>
            <p:cNvSpPr/>
            <p:nvPr/>
          </p:nvSpPr>
          <p:spPr>
            <a:xfrm>
              <a:off x="270079" y="64780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00" name="Google Shape;1600;p11"/>
            <p:cNvSpPr/>
            <p:nvPr/>
          </p:nvSpPr>
          <p:spPr>
            <a:xfrm>
              <a:off x="782246" y="22291"/>
              <a:ext cx="46179"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01" name="Google Shape;1601;p11"/>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02" name="Google Shape;1602;p11"/>
            <p:cNvSpPr/>
            <p:nvPr/>
          </p:nvSpPr>
          <p:spPr>
            <a:xfrm>
              <a:off x="641610" y="167125"/>
              <a:ext cx="44080" cy="419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03" name="Google Shape;1603;p11"/>
            <p:cNvSpPr/>
            <p:nvPr/>
          </p:nvSpPr>
          <p:spPr>
            <a:xfrm>
              <a:off x="570243" y="236393"/>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04" name="Google Shape;1604;p11"/>
            <p:cNvSpPr/>
            <p:nvPr/>
          </p:nvSpPr>
          <p:spPr>
            <a:xfrm>
              <a:off x="496776" y="305662"/>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05" name="Google Shape;1605;p11"/>
            <p:cNvSpPr/>
            <p:nvPr/>
          </p:nvSpPr>
          <p:spPr>
            <a:xfrm>
              <a:off x="425408" y="37703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06" name="Google Shape;1606;p11"/>
            <p:cNvSpPr/>
            <p:nvPr/>
          </p:nvSpPr>
          <p:spPr>
            <a:xfrm>
              <a:off x="356140" y="448397"/>
              <a:ext cx="46179"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07" name="Google Shape;1607;p11"/>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08" name="Google Shape;1608;p11"/>
            <p:cNvSpPr/>
            <p:nvPr/>
          </p:nvSpPr>
          <p:spPr>
            <a:xfrm>
              <a:off x="213405" y="591132"/>
              <a:ext cx="48278" cy="46179"/>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09" name="Google Shape;1609;p11"/>
            <p:cNvSpPr/>
            <p:nvPr/>
          </p:nvSpPr>
          <p:spPr>
            <a:xfrm>
              <a:off x="723473" y="-36482"/>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10" name="Google Shape;1610;p11"/>
            <p:cNvSpPr/>
            <p:nvPr/>
          </p:nvSpPr>
          <p:spPr>
            <a:xfrm>
              <a:off x="652105" y="3488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11" name="Google Shape;1611;p11"/>
            <p:cNvSpPr/>
            <p:nvPr/>
          </p:nvSpPr>
          <p:spPr>
            <a:xfrm>
              <a:off x="582837" y="108352"/>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12" name="Google Shape;1612;p11"/>
            <p:cNvSpPr/>
            <p:nvPr/>
          </p:nvSpPr>
          <p:spPr>
            <a:xfrm>
              <a:off x="511469" y="179719"/>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13" name="Google Shape;1613;p11"/>
            <p:cNvSpPr/>
            <p:nvPr/>
          </p:nvSpPr>
          <p:spPr>
            <a:xfrm>
              <a:off x="440102" y="248988"/>
              <a:ext cx="46179" cy="46179"/>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14" name="Google Shape;1614;p11"/>
            <p:cNvSpPr/>
            <p:nvPr/>
          </p:nvSpPr>
          <p:spPr>
            <a:xfrm>
              <a:off x="368734" y="31825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15" name="Google Shape;1615;p11"/>
            <p:cNvSpPr/>
            <p:nvPr/>
          </p:nvSpPr>
          <p:spPr>
            <a:xfrm>
              <a:off x="297367" y="389624"/>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16" name="Google Shape;1616;p11"/>
            <p:cNvSpPr/>
            <p:nvPr/>
          </p:nvSpPr>
          <p:spPr>
            <a:xfrm>
              <a:off x="225999" y="460991"/>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17" name="Google Shape;1617;p11"/>
            <p:cNvSpPr/>
            <p:nvPr/>
          </p:nvSpPr>
          <p:spPr>
            <a:xfrm>
              <a:off x="154631" y="532359"/>
              <a:ext cx="48278"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18" name="Google Shape;1618;p11"/>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19" name="Google Shape;1619;p11"/>
            <p:cNvSpPr/>
            <p:nvPr/>
          </p:nvSpPr>
          <p:spPr>
            <a:xfrm>
              <a:off x="593332" y="-23888"/>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20" name="Google Shape;1620;p11"/>
            <p:cNvSpPr/>
            <p:nvPr/>
          </p:nvSpPr>
          <p:spPr>
            <a:xfrm>
              <a:off x="524064" y="47479"/>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21" name="Google Shape;1621;p11"/>
            <p:cNvSpPr/>
            <p:nvPr/>
          </p:nvSpPr>
          <p:spPr>
            <a:xfrm>
              <a:off x="452696" y="118847"/>
              <a:ext cx="48278"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22" name="Google Shape;1622;p11"/>
            <p:cNvSpPr/>
            <p:nvPr/>
          </p:nvSpPr>
          <p:spPr>
            <a:xfrm>
              <a:off x="381328" y="190214"/>
              <a:ext cx="48278"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23" name="Google Shape;1623;p11"/>
            <p:cNvSpPr/>
            <p:nvPr/>
          </p:nvSpPr>
          <p:spPr>
            <a:xfrm>
              <a:off x="312060" y="263681"/>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24" name="Google Shape;1624;p11"/>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25" name="Google Shape;1625;p11"/>
            <p:cNvSpPr/>
            <p:nvPr/>
          </p:nvSpPr>
          <p:spPr>
            <a:xfrm>
              <a:off x="167226" y="404317"/>
              <a:ext cx="48278"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26" name="Google Shape;1626;p11"/>
            <p:cNvSpPr/>
            <p:nvPr/>
          </p:nvSpPr>
          <p:spPr>
            <a:xfrm>
              <a:off x="97957" y="473586"/>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27" name="Google Shape;1627;p11"/>
            <p:cNvSpPr/>
            <p:nvPr/>
          </p:nvSpPr>
          <p:spPr>
            <a:xfrm>
              <a:off x="608025" y="-151930"/>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28" name="Google Shape;1628;p11"/>
            <p:cNvSpPr/>
            <p:nvPr/>
          </p:nvSpPr>
          <p:spPr>
            <a:xfrm>
              <a:off x="536658" y="-80562"/>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29" name="Google Shape;1629;p11"/>
            <p:cNvSpPr/>
            <p:nvPr/>
          </p:nvSpPr>
          <p:spPr>
            <a:xfrm>
              <a:off x="465290" y="-9195"/>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30" name="Google Shape;1630;p11"/>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31" name="Google Shape;1631;p11"/>
            <p:cNvSpPr/>
            <p:nvPr/>
          </p:nvSpPr>
          <p:spPr>
            <a:xfrm>
              <a:off x="322555" y="131441"/>
              <a:ext cx="48278" cy="48278"/>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32" name="Google Shape;1632;p11"/>
            <p:cNvSpPr/>
            <p:nvPr/>
          </p:nvSpPr>
          <p:spPr>
            <a:xfrm>
              <a:off x="255386" y="204908"/>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33" name="Google Shape;1633;p11"/>
            <p:cNvSpPr/>
            <p:nvPr/>
          </p:nvSpPr>
          <p:spPr>
            <a:xfrm>
              <a:off x="184018" y="276275"/>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34" name="Google Shape;1634;p11"/>
            <p:cNvSpPr/>
            <p:nvPr/>
          </p:nvSpPr>
          <p:spPr>
            <a:xfrm>
              <a:off x="110552" y="345544"/>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35" name="Google Shape;1635;p11"/>
            <p:cNvSpPr/>
            <p:nvPr/>
          </p:nvSpPr>
          <p:spPr>
            <a:xfrm>
              <a:off x="39184" y="416911"/>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636"/>
        <p:cNvGrpSpPr/>
        <p:nvPr/>
      </p:nvGrpSpPr>
      <p:grpSpPr>
        <a:xfrm>
          <a:off x="0" y="0"/>
          <a:ext cx="0" cy="0"/>
          <a:chOff x="0" y="0"/>
          <a:chExt cx="0" cy="0"/>
        </a:xfrm>
      </p:grpSpPr>
      <p:sp>
        <p:nvSpPr>
          <p:cNvPr id="1637" name="Google Shape;1637;p12"/>
          <p:cNvSpPr txBox="1">
            <a:spLocks noGrp="1"/>
          </p:cNvSpPr>
          <p:nvPr>
            <p:ph type="title"/>
          </p:nvPr>
        </p:nvSpPr>
        <p:spPr>
          <a:xfrm>
            <a:off x="1977957" y="552451"/>
            <a:ext cx="5188086" cy="1155418"/>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9000"/>
              <a:buFont typeface="Bebas Neue"/>
              <a:buNone/>
              <a:defRPr sz="800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8" name="Google Shape;1638;p12"/>
          <p:cNvSpPr txBox="1"/>
          <p:nvPr/>
        </p:nvSpPr>
        <p:spPr>
          <a:xfrm>
            <a:off x="2210700" y="3817988"/>
            <a:ext cx="4718700" cy="615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300"/>
              </a:spcBef>
              <a:spcAft>
                <a:spcPts val="0"/>
              </a:spcAft>
              <a:buClr>
                <a:schemeClr val="dk1"/>
              </a:buClr>
              <a:buSzPts val="1200"/>
              <a:buFont typeface="Anaheim"/>
              <a:buNone/>
            </a:pPr>
            <a:r>
              <a:rPr lang="en" sz="1000" b="1" i="0" u="none" strike="noStrike" cap="none">
                <a:solidFill>
                  <a:schemeClr val="dk1"/>
                </a:solidFill>
                <a:latin typeface="Arimo"/>
                <a:ea typeface="Arimo"/>
                <a:cs typeface="Arimo"/>
                <a:sym typeface="Arimo"/>
              </a:rPr>
              <a:t>CREDITS</a:t>
            </a:r>
            <a:r>
              <a:rPr lang="en" sz="1000" b="0" i="0" u="none" strike="noStrike" cap="none">
                <a:solidFill>
                  <a:schemeClr val="dk1"/>
                </a:solidFill>
                <a:latin typeface="Arimo"/>
                <a:ea typeface="Arimo"/>
                <a:cs typeface="Arimo"/>
                <a:sym typeface="Arimo"/>
              </a:rPr>
              <a:t>: This presentation template was created by </a:t>
            </a:r>
            <a:r>
              <a:rPr lang="en" sz="1000" b="1" i="0" u="none" strike="noStrike" cap="none">
                <a:solidFill>
                  <a:schemeClr val="hlink"/>
                </a:solidFill>
                <a:uFill>
                  <a:noFill/>
                </a:uFill>
                <a:latin typeface="Arimo"/>
                <a:ea typeface="Arimo"/>
                <a:cs typeface="Arimo"/>
                <a:sym typeface="Arimo"/>
                <a:hlinkClick r:id="rId2"/>
              </a:rPr>
              <a:t>Slidesgo</a:t>
            </a:r>
            <a:r>
              <a:rPr lang="en" sz="1000" b="0" i="0" u="none" strike="noStrike" cap="none">
                <a:solidFill>
                  <a:schemeClr val="dk1"/>
                </a:solidFill>
                <a:latin typeface="Arimo"/>
                <a:ea typeface="Arimo"/>
                <a:cs typeface="Arimo"/>
                <a:sym typeface="Arimo"/>
              </a:rPr>
              <a:t>, including icons by </a:t>
            </a:r>
            <a:r>
              <a:rPr lang="en" sz="1000" b="1" i="0" u="none" strike="noStrike" cap="none">
                <a:solidFill>
                  <a:schemeClr val="hlink"/>
                </a:solidFill>
                <a:uFill>
                  <a:noFill/>
                </a:uFill>
                <a:latin typeface="Arimo"/>
                <a:ea typeface="Arimo"/>
                <a:cs typeface="Arimo"/>
                <a:sym typeface="Arimo"/>
                <a:hlinkClick r:id="rId3"/>
              </a:rPr>
              <a:t>Flaticon</a:t>
            </a:r>
            <a:r>
              <a:rPr lang="en" sz="1000" b="0" i="0" u="none" strike="noStrike" cap="none">
                <a:solidFill>
                  <a:schemeClr val="dk1"/>
                </a:solidFill>
                <a:latin typeface="Arimo"/>
                <a:ea typeface="Arimo"/>
                <a:cs typeface="Arimo"/>
                <a:sym typeface="Arimo"/>
              </a:rPr>
              <a:t>, infographics &amp; images by </a:t>
            </a:r>
            <a:r>
              <a:rPr lang="en" sz="1000" b="1" i="0" u="none" strike="noStrike" cap="none">
                <a:solidFill>
                  <a:schemeClr val="hlink"/>
                </a:solidFill>
                <a:uFill>
                  <a:noFill/>
                </a:uFill>
                <a:latin typeface="Arimo"/>
                <a:ea typeface="Arimo"/>
                <a:cs typeface="Arimo"/>
                <a:sym typeface="Arimo"/>
                <a:hlinkClick r:id="rId4"/>
              </a:rPr>
              <a:t>Freepik</a:t>
            </a:r>
            <a:endParaRPr sz="1000" b="1" i="0" u="none" strike="noStrike" cap="none">
              <a:solidFill>
                <a:schemeClr val="dk1"/>
              </a:solidFill>
              <a:latin typeface="Arimo"/>
              <a:ea typeface="Arimo"/>
              <a:cs typeface="Arimo"/>
              <a:sym typeface="Arimo"/>
            </a:endParaRPr>
          </a:p>
        </p:txBody>
      </p:sp>
      <p:sp>
        <p:nvSpPr>
          <p:cNvPr id="1639" name="Google Shape;1639;p12"/>
          <p:cNvSpPr txBox="1">
            <a:spLocks noGrp="1"/>
          </p:cNvSpPr>
          <p:nvPr>
            <p:ph type="body" idx="1"/>
          </p:nvPr>
        </p:nvSpPr>
        <p:spPr>
          <a:xfrm>
            <a:off x="1977957" y="1558712"/>
            <a:ext cx="5188086" cy="103533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750"/>
              </a:spcBef>
              <a:spcAft>
                <a:spcPts val="0"/>
              </a:spcAft>
              <a:buClr>
                <a:schemeClr val="dk1"/>
              </a:buClr>
              <a:buSzPts val="1600"/>
              <a:buNone/>
              <a:defRPr sz="1600">
                <a:latin typeface="Arimo"/>
                <a:ea typeface="Arimo"/>
                <a:cs typeface="Arimo"/>
                <a:sym typeface="Arimo"/>
              </a:defRPr>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1640" name="Google Shape;1640;p12"/>
          <p:cNvSpPr/>
          <p:nvPr/>
        </p:nvSpPr>
        <p:spPr>
          <a:xfrm rot="5400000">
            <a:off x="8403036" y="4402536"/>
            <a:ext cx="740964" cy="740964"/>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1641" name="Google Shape;1641;p12"/>
          <p:cNvGrpSpPr/>
          <p:nvPr/>
        </p:nvGrpSpPr>
        <p:grpSpPr>
          <a:xfrm>
            <a:off x="7651053" y="395748"/>
            <a:ext cx="1658248" cy="1282517"/>
            <a:chOff x="5136226" y="2246221"/>
            <a:chExt cx="1254126" cy="969962"/>
          </a:xfrm>
        </p:grpSpPr>
        <p:sp>
          <p:nvSpPr>
            <p:cNvPr id="1642" name="Google Shape;1642;p12"/>
            <p:cNvSpPr/>
            <p:nvPr/>
          </p:nvSpPr>
          <p:spPr>
            <a:xfrm>
              <a:off x="5448964" y="2246221"/>
              <a:ext cx="941388" cy="657225"/>
            </a:xfrm>
            <a:custGeom>
              <a:avLst/>
              <a:gdLst/>
              <a:ahLst/>
              <a:cxnLst/>
              <a:rect l="l" t="t" r="r" b="b"/>
              <a:pathLst>
                <a:path w="28452" h="19847" extrusionOk="0">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43" name="Google Shape;1643;p12"/>
            <p:cNvSpPr/>
            <p:nvPr/>
          </p:nvSpPr>
          <p:spPr>
            <a:xfrm>
              <a:off x="5136226" y="2558958"/>
              <a:ext cx="941388" cy="657225"/>
            </a:xfrm>
            <a:custGeom>
              <a:avLst/>
              <a:gdLst/>
              <a:ahLst/>
              <a:cxnLst/>
              <a:rect l="l" t="t" r="r" b="b"/>
              <a:pathLst>
                <a:path w="28452" h="19847" extrusionOk="0">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44" name="Google Shape;1644;p12"/>
            <p:cNvSpPr/>
            <p:nvPr/>
          </p:nvSpPr>
          <p:spPr>
            <a:xfrm>
              <a:off x="5521989" y="2570071"/>
              <a:ext cx="403225" cy="403225"/>
            </a:xfrm>
            <a:custGeom>
              <a:avLst/>
              <a:gdLst/>
              <a:ahLst/>
              <a:cxnLst/>
              <a:rect l="l" t="t" r="r" b="b"/>
              <a:pathLst>
                <a:path w="12207" h="12207" extrusionOk="0">
                  <a:moveTo>
                    <a:pt x="2664" y="9543"/>
                  </a:moveTo>
                  <a:cubicBezTo>
                    <a:pt x="5293" y="12173"/>
                    <a:pt x="9529" y="12207"/>
                    <a:pt x="12207" y="9655"/>
                  </a:cubicBezTo>
                  <a:lnTo>
                    <a:pt x="2552" y="0"/>
                  </a:lnTo>
                  <a:cubicBezTo>
                    <a:pt x="0" y="2678"/>
                    <a:pt x="34" y="6914"/>
                    <a:pt x="2664" y="954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45" name="Google Shape;1645;p12"/>
            <p:cNvSpPr/>
            <p:nvPr/>
          </p:nvSpPr>
          <p:spPr>
            <a:xfrm>
              <a:off x="5604539" y="2487521"/>
              <a:ext cx="403225" cy="403225"/>
            </a:xfrm>
            <a:custGeom>
              <a:avLst/>
              <a:gdLst/>
              <a:ahLst/>
              <a:cxnLst/>
              <a:rect l="l" t="t" r="r" b="b"/>
              <a:pathLst>
                <a:path w="12206" h="12206" extrusionOk="0">
                  <a:moveTo>
                    <a:pt x="9543" y="2663"/>
                  </a:moveTo>
                  <a:cubicBezTo>
                    <a:pt x="6913" y="34"/>
                    <a:pt x="2677" y="0"/>
                    <a:pt x="0" y="2551"/>
                  </a:cubicBezTo>
                  <a:lnTo>
                    <a:pt x="9655" y="12206"/>
                  </a:lnTo>
                  <a:cubicBezTo>
                    <a:pt x="12206" y="9529"/>
                    <a:pt x="12172" y="5293"/>
                    <a:pt x="9543" y="266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1646" name="Google Shape;1646;p12"/>
          <p:cNvSpPr/>
          <p:nvPr/>
        </p:nvSpPr>
        <p:spPr>
          <a:xfrm>
            <a:off x="8403036" y="3661572"/>
            <a:ext cx="740964" cy="740964"/>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1647" name="Google Shape;1647;p12"/>
          <p:cNvGrpSpPr/>
          <p:nvPr/>
        </p:nvGrpSpPr>
        <p:grpSpPr>
          <a:xfrm>
            <a:off x="-333224" y="2817587"/>
            <a:ext cx="2187206" cy="2789633"/>
            <a:chOff x="3700202" y="2700338"/>
            <a:chExt cx="1654175" cy="2109788"/>
          </a:xfrm>
        </p:grpSpPr>
        <p:sp>
          <p:nvSpPr>
            <p:cNvPr id="1648" name="Google Shape;1648;p12"/>
            <p:cNvSpPr/>
            <p:nvPr/>
          </p:nvSpPr>
          <p:spPr>
            <a:xfrm>
              <a:off x="3700202" y="2700338"/>
              <a:ext cx="1654175" cy="2109788"/>
            </a:xfrm>
            <a:custGeom>
              <a:avLst/>
              <a:gdLst/>
              <a:ahLst/>
              <a:cxnLst/>
              <a:rect l="l" t="t" r="r" b="b"/>
              <a:pathLst>
                <a:path w="50004" h="63780" extrusionOk="0">
                  <a:moveTo>
                    <a:pt x="50004" y="50004"/>
                  </a:moveTo>
                  <a:lnTo>
                    <a:pt x="0" y="0"/>
                  </a:lnTo>
                  <a:lnTo>
                    <a:pt x="79" y="29993"/>
                  </a:lnTo>
                  <a:lnTo>
                    <a:pt x="33867" y="63780"/>
                  </a:lnTo>
                  <a:lnTo>
                    <a:pt x="50001" y="63703"/>
                  </a:lnTo>
                  <a:lnTo>
                    <a:pt x="50004" y="5000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49" name="Google Shape;1649;p12"/>
            <p:cNvSpPr/>
            <p:nvPr/>
          </p:nvSpPr>
          <p:spPr>
            <a:xfrm>
              <a:off x="3703377" y="3690938"/>
              <a:ext cx="1117600" cy="1117600"/>
            </a:xfrm>
            <a:custGeom>
              <a:avLst/>
              <a:gdLst/>
              <a:ahLst/>
              <a:cxnLst/>
              <a:rect l="l" t="t" r="r" b="b"/>
              <a:pathLst>
                <a:path w="33788" h="33787" extrusionOk="0">
                  <a:moveTo>
                    <a:pt x="0" y="0"/>
                  </a:moveTo>
                  <a:lnTo>
                    <a:pt x="33788" y="33787"/>
                  </a:lnTo>
                  <a:lnTo>
                    <a:pt x="36" y="33751"/>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50" name="Google Shape;1650;p12"/>
            <p:cNvSpPr/>
            <p:nvPr/>
          </p:nvSpPr>
          <p:spPr>
            <a:xfrm>
              <a:off x="4057390" y="3656013"/>
              <a:ext cx="935038" cy="652463"/>
            </a:xfrm>
            <a:custGeom>
              <a:avLst/>
              <a:gdLst/>
              <a:ahLst/>
              <a:cxnLst/>
              <a:rect l="l" t="t" r="r" b="b"/>
              <a:pathLst>
                <a:path w="28281" h="19728" extrusionOk="0">
                  <a:moveTo>
                    <a:pt x="0" y="5276"/>
                  </a:moveTo>
                  <a:lnTo>
                    <a:pt x="0" y="5276"/>
                  </a:lnTo>
                  <a:cubicBezTo>
                    <a:pt x="5276" y="0"/>
                    <a:pt x="13829" y="0"/>
                    <a:pt x="19104" y="5276"/>
                  </a:cubicBezTo>
                  <a:lnTo>
                    <a:pt x="28281" y="14453"/>
                  </a:lnTo>
                  <a:lnTo>
                    <a:pt x="28281" y="14453"/>
                  </a:lnTo>
                  <a:cubicBezTo>
                    <a:pt x="23006" y="19728"/>
                    <a:pt x="14453" y="19728"/>
                    <a:pt x="9177" y="14453"/>
                  </a:cubicBezTo>
                  <a:lnTo>
                    <a:pt x="0" y="527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51" name="Google Shape;1651;p12"/>
            <p:cNvSpPr/>
            <p:nvPr/>
          </p:nvSpPr>
          <p:spPr>
            <a:xfrm>
              <a:off x="3746240" y="3967163"/>
              <a:ext cx="935038" cy="652463"/>
            </a:xfrm>
            <a:custGeom>
              <a:avLst/>
              <a:gdLst/>
              <a:ahLst/>
              <a:cxnLst/>
              <a:rect l="l" t="t" r="r" b="b"/>
              <a:pathLst>
                <a:path w="28281" h="19727" extrusionOk="0">
                  <a:moveTo>
                    <a:pt x="0" y="5275"/>
                  </a:moveTo>
                  <a:lnTo>
                    <a:pt x="0" y="5275"/>
                  </a:lnTo>
                  <a:cubicBezTo>
                    <a:pt x="5275" y="0"/>
                    <a:pt x="13828" y="0"/>
                    <a:pt x="19104" y="5275"/>
                  </a:cubicBezTo>
                  <a:lnTo>
                    <a:pt x="28281" y="14452"/>
                  </a:lnTo>
                  <a:lnTo>
                    <a:pt x="28281" y="14452"/>
                  </a:lnTo>
                  <a:cubicBezTo>
                    <a:pt x="23005" y="19727"/>
                    <a:pt x="14452" y="19727"/>
                    <a:pt x="9177" y="14452"/>
                  </a:cubicBezTo>
                  <a:lnTo>
                    <a:pt x="0" y="5275"/>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52" name="Google Shape;1652;p12"/>
            <p:cNvSpPr/>
            <p:nvPr/>
          </p:nvSpPr>
          <p:spPr>
            <a:xfrm>
              <a:off x="4128827" y="3976688"/>
              <a:ext cx="401638" cy="401638"/>
            </a:xfrm>
            <a:custGeom>
              <a:avLst/>
              <a:gdLst/>
              <a:ahLst/>
              <a:cxnLst/>
              <a:rect l="l" t="t" r="r" b="b"/>
              <a:pathLst>
                <a:path w="12133" h="12133" extrusionOk="0">
                  <a:moveTo>
                    <a:pt x="2647" y="9486"/>
                  </a:moveTo>
                  <a:cubicBezTo>
                    <a:pt x="5261" y="12100"/>
                    <a:pt x="9471" y="12133"/>
                    <a:pt x="12133" y="9597"/>
                  </a:cubicBezTo>
                  <a:lnTo>
                    <a:pt x="2536" y="0"/>
                  </a:lnTo>
                  <a:cubicBezTo>
                    <a:pt x="0" y="2662"/>
                    <a:pt x="33" y="6872"/>
                    <a:pt x="2647" y="948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53" name="Google Shape;1653;p12"/>
            <p:cNvSpPr/>
            <p:nvPr/>
          </p:nvSpPr>
          <p:spPr>
            <a:xfrm>
              <a:off x="4211377" y="3895725"/>
              <a:ext cx="401638" cy="401638"/>
            </a:xfrm>
            <a:custGeom>
              <a:avLst/>
              <a:gdLst/>
              <a:ahLst/>
              <a:cxnLst/>
              <a:rect l="l" t="t" r="r" b="b"/>
              <a:pathLst>
                <a:path w="12133" h="12133" extrusionOk="0">
                  <a:moveTo>
                    <a:pt x="9486" y="2647"/>
                  </a:moveTo>
                  <a:cubicBezTo>
                    <a:pt x="6872" y="33"/>
                    <a:pt x="2662" y="0"/>
                    <a:pt x="0" y="2536"/>
                  </a:cubicBezTo>
                  <a:lnTo>
                    <a:pt x="9597" y="12133"/>
                  </a:lnTo>
                  <a:cubicBezTo>
                    <a:pt x="12133" y="9471"/>
                    <a:pt x="12100" y="5261"/>
                    <a:pt x="9486" y="264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1654" name="Google Shape;1654;p12"/>
          <p:cNvSpPr/>
          <p:nvPr/>
        </p:nvSpPr>
        <p:spPr>
          <a:xfrm>
            <a:off x="7659258" y="4402536"/>
            <a:ext cx="740964" cy="740964"/>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1655" name="Google Shape;1655;p12"/>
          <p:cNvGrpSpPr/>
          <p:nvPr/>
        </p:nvGrpSpPr>
        <p:grpSpPr>
          <a:xfrm>
            <a:off x="-520414" y="601973"/>
            <a:ext cx="1507863" cy="1510278"/>
            <a:chOff x="39184" y="-151930"/>
            <a:chExt cx="1309806" cy="1311904"/>
          </a:xfrm>
        </p:grpSpPr>
        <p:sp>
          <p:nvSpPr>
            <p:cNvPr id="1656" name="Google Shape;1656;p12"/>
            <p:cNvSpPr/>
            <p:nvPr/>
          </p:nvSpPr>
          <p:spPr>
            <a:xfrm>
              <a:off x="1304909" y="544953"/>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57" name="Google Shape;1657;p12"/>
            <p:cNvSpPr/>
            <p:nvPr/>
          </p:nvSpPr>
          <p:spPr>
            <a:xfrm>
              <a:off x="1231442" y="614221"/>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58" name="Google Shape;1658;p12"/>
            <p:cNvSpPr/>
            <p:nvPr/>
          </p:nvSpPr>
          <p:spPr>
            <a:xfrm>
              <a:off x="1160075" y="685588"/>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59" name="Google Shape;1659;p12"/>
            <p:cNvSpPr/>
            <p:nvPr/>
          </p:nvSpPr>
          <p:spPr>
            <a:xfrm>
              <a:off x="1088707" y="756956"/>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60" name="Google Shape;1660;p12"/>
            <p:cNvSpPr/>
            <p:nvPr/>
          </p:nvSpPr>
          <p:spPr>
            <a:xfrm>
              <a:off x="1019439" y="828324"/>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61" name="Google Shape;1661;p12"/>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62" name="Google Shape;1662;p12"/>
            <p:cNvSpPr/>
            <p:nvPr/>
          </p:nvSpPr>
          <p:spPr>
            <a:xfrm>
              <a:off x="876704" y="968960"/>
              <a:ext cx="48279" cy="48279"/>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63" name="Google Shape;1663;p12"/>
            <p:cNvSpPr/>
            <p:nvPr/>
          </p:nvSpPr>
          <p:spPr>
            <a:xfrm>
              <a:off x="805336" y="1040328"/>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64" name="Google Shape;1664;p12"/>
            <p:cNvSpPr/>
            <p:nvPr/>
          </p:nvSpPr>
          <p:spPr>
            <a:xfrm>
              <a:off x="733969" y="1111695"/>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65" name="Google Shape;1665;p12"/>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66" name="Google Shape;1666;p12"/>
            <p:cNvSpPr/>
            <p:nvPr/>
          </p:nvSpPr>
          <p:spPr>
            <a:xfrm>
              <a:off x="1174769" y="557547"/>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67" name="Google Shape;1667;p12"/>
            <p:cNvSpPr/>
            <p:nvPr/>
          </p:nvSpPr>
          <p:spPr>
            <a:xfrm>
              <a:off x="1105499" y="628915"/>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68" name="Google Shape;1668;p12"/>
            <p:cNvSpPr/>
            <p:nvPr/>
          </p:nvSpPr>
          <p:spPr>
            <a:xfrm>
              <a:off x="1034132" y="700282"/>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69" name="Google Shape;1669;p12"/>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70" name="Google Shape;1670;p12"/>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71" name="Google Shape;1671;p12"/>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72" name="Google Shape;1672;p12"/>
            <p:cNvSpPr/>
            <p:nvPr/>
          </p:nvSpPr>
          <p:spPr>
            <a:xfrm>
              <a:off x="748662" y="983653"/>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73" name="Google Shape;1673;p12"/>
            <p:cNvSpPr/>
            <p:nvPr/>
          </p:nvSpPr>
          <p:spPr>
            <a:xfrm>
              <a:off x="677294" y="1052922"/>
              <a:ext cx="46179" cy="48279"/>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74" name="Google Shape;1674;p12"/>
            <p:cNvSpPr/>
            <p:nvPr/>
          </p:nvSpPr>
          <p:spPr>
            <a:xfrm>
              <a:off x="1187363" y="427407"/>
              <a:ext cx="48279"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75" name="Google Shape;1675;p12"/>
            <p:cNvSpPr/>
            <p:nvPr/>
          </p:nvSpPr>
          <p:spPr>
            <a:xfrm>
              <a:off x="1115995" y="498774"/>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76" name="Google Shape;1676;p12"/>
            <p:cNvSpPr/>
            <p:nvPr/>
          </p:nvSpPr>
          <p:spPr>
            <a:xfrm>
              <a:off x="1046726" y="572240"/>
              <a:ext cx="44081" cy="440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77" name="Google Shape;1677;p12"/>
            <p:cNvSpPr/>
            <p:nvPr/>
          </p:nvSpPr>
          <p:spPr>
            <a:xfrm>
              <a:off x="975359" y="643608"/>
              <a:ext cx="44081"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78" name="Google Shape;1678;p12"/>
            <p:cNvSpPr/>
            <p:nvPr/>
          </p:nvSpPr>
          <p:spPr>
            <a:xfrm>
              <a:off x="901893" y="710777"/>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79" name="Google Shape;1679;p12"/>
            <p:cNvSpPr/>
            <p:nvPr/>
          </p:nvSpPr>
          <p:spPr>
            <a:xfrm>
              <a:off x="832623" y="782145"/>
              <a:ext cx="461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80" name="Google Shape;1680;p12"/>
            <p:cNvSpPr/>
            <p:nvPr/>
          </p:nvSpPr>
          <p:spPr>
            <a:xfrm>
              <a:off x="761256" y="853512"/>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81" name="Google Shape;1681;p12"/>
            <p:cNvSpPr/>
            <p:nvPr/>
          </p:nvSpPr>
          <p:spPr>
            <a:xfrm>
              <a:off x="689888" y="924880"/>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82" name="Google Shape;1682;p12"/>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83" name="Google Shape;1683;p12"/>
            <p:cNvSpPr/>
            <p:nvPr/>
          </p:nvSpPr>
          <p:spPr>
            <a:xfrm>
              <a:off x="1128589" y="370732"/>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84" name="Google Shape;1684;p12"/>
            <p:cNvSpPr/>
            <p:nvPr/>
          </p:nvSpPr>
          <p:spPr>
            <a:xfrm>
              <a:off x="1057221" y="440001"/>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85" name="Google Shape;1685;p12"/>
            <p:cNvSpPr/>
            <p:nvPr/>
          </p:nvSpPr>
          <p:spPr>
            <a:xfrm>
              <a:off x="985854" y="511368"/>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86" name="Google Shape;1686;p12"/>
            <p:cNvSpPr/>
            <p:nvPr/>
          </p:nvSpPr>
          <p:spPr>
            <a:xfrm>
              <a:off x="916585" y="582736"/>
              <a:ext cx="46179" cy="48278"/>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87" name="Google Shape;1687;p12"/>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88" name="Google Shape;1688;p12"/>
            <p:cNvSpPr/>
            <p:nvPr/>
          </p:nvSpPr>
          <p:spPr>
            <a:xfrm>
              <a:off x="775949" y="727570"/>
              <a:ext cx="44080"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89" name="Google Shape;1689;p12"/>
            <p:cNvSpPr/>
            <p:nvPr/>
          </p:nvSpPr>
          <p:spPr>
            <a:xfrm>
              <a:off x="702483" y="796839"/>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90" name="Google Shape;1690;p12"/>
            <p:cNvSpPr/>
            <p:nvPr/>
          </p:nvSpPr>
          <p:spPr>
            <a:xfrm>
              <a:off x="631115" y="866107"/>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91" name="Google Shape;1691;p12"/>
            <p:cNvSpPr/>
            <p:nvPr/>
          </p:nvSpPr>
          <p:spPr>
            <a:xfrm>
              <a:off x="559747" y="93747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92" name="Google Shape;1692;p12"/>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93" name="Google Shape;1693;p12"/>
            <p:cNvSpPr/>
            <p:nvPr/>
          </p:nvSpPr>
          <p:spPr>
            <a:xfrm>
              <a:off x="1000547" y="383327"/>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94" name="Google Shape;1694;p12"/>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95" name="Google Shape;1695;p12"/>
            <p:cNvSpPr/>
            <p:nvPr/>
          </p:nvSpPr>
          <p:spPr>
            <a:xfrm>
              <a:off x="857812" y="523963"/>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96" name="Google Shape;1696;p12"/>
            <p:cNvSpPr/>
            <p:nvPr/>
          </p:nvSpPr>
          <p:spPr>
            <a:xfrm>
              <a:off x="786444" y="595330"/>
              <a:ext cx="48278" cy="48278"/>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97" name="Google Shape;1697;p12"/>
            <p:cNvSpPr/>
            <p:nvPr/>
          </p:nvSpPr>
          <p:spPr>
            <a:xfrm>
              <a:off x="717176" y="668797"/>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98" name="Google Shape;1698;p12"/>
            <p:cNvSpPr/>
            <p:nvPr/>
          </p:nvSpPr>
          <p:spPr>
            <a:xfrm>
              <a:off x="647907" y="740164"/>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99" name="Google Shape;1699;p12"/>
            <p:cNvSpPr/>
            <p:nvPr/>
          </p:nvSpPr>
          <p:spPr>
            <a:xfrm>
              <a:off x="574441" y="809433"/>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00" name="Google Shape;1700;p12"/>
            <p:cNvSpPr/>
            <p:nvPr/>
          </p:nvSpPr>
          <p:spPr>
            <a:xfrm>
              <a:off x="503073" y="880800"/>
              <a:ext cx="48278" cy="461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01" name="Google Shape;1701;p12"/>
            <p:cNvSpPr/>
            <p:nvPr/>
          </p:nvSpPr>
          <p:spPr>
            <a:xfrm>
              <a:off x="1013141" y="253186"/>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02" name="Google Shape;1702;p12"/>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03" name="Google Shape;1703;p12"/>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04" name="Google Shape;1704;p12"/>
            <p:cNvSpPr/>
            <p:nvPr/>
          </p:nvSpPr>
          <p:spPr>
            <a:xfrm>
              <a:off x="799039" y="467288"/>
              <a:ext cx="48278"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05" name="Google Shape;1705;p12"/>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06" name="Google Shape;1706;p12"/>
            <p:cNvSpPr/>
            <p:nvPr/>
          </p:nvSpPr>
          <p:spPr>
            <a:xfrm>
              <a:off x="658403" y="60792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07" name="Google Shape;1707;p12"/>
            <p:cNvSpPr/>
            <p:nvPr/>
          </p:nvSpPr>
          <p:spPr>
            <a:xfrm>
              <a:off x="587035" y="679292"/>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08" name="Google Shape;1708;p12"/>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09" name="Google Shape;1709;p12"/>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10" name="Google Shape;1710;p12"/>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11" name="Google Shape;1711;p12"/>
            <p:cNvSpPr/>
            <p:nvPr/>
          </p:nvSpPr>
          <p:spPr>
            <a:xfrm>
              <a:off x="885100" y="267879"/>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12" name="Google Shape;1712;p12"/>
            <p:cNvSpPr/>
            <p:nvPr/>
          </p:nvSpPr>
          <p:spPr>
            <a:xfrm>
              <a:off x="813732" y="337148"/>
              <a:ext cx="46179"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13" name="Google Shape;1713;p12"/>
            <p:cNvSpPr/>
            <p:nvPr/>
          </p:nvSpPr>
          <p:spPr>
            <a:xfrm>
              <a:off x="742364" y="408515"/>
              <a:ext cx="48278"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14" name="Google Shape;1714;p12"/>
            <p:cNvSpPr/>
            <p:nvPr/>
          </p:nvSpPr>
          <p:spPr>
            <a:xfrm>
              <a:off x="670997" y="47988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15" name="Google Shape;1715;p12"/>
            <p:cNvSpPr/>
            <p:nvPr/>
          </p:nvSpPr>
          <p:spPr>
            <a:xfrm>
              <a:off x="599629" y="55125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16" name="Google Shape;1716;p12"/>
            <p:cNvSpPr/>
            <p:nvPr/>
          </p:nvSpPr>
          <p:spPr>
            <a:xfrm>
              <a:off x="528262" y="622618"/>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17" name="Google Shape;1717;p12"/>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18" name="Google Shape;1718;p12"/>
            <p:cNvSpPr/>
            <p:nvPr/>
          </p:nvSpPr>
          <p:spPr>
            <a:xfrm>
              <a:off x="389725" y="765353"/>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19" name="Google Shape;1719;p12"/>
            <p:cNvSpPr/>
            <p:nvPr/>
          </p:nvSpPr>
          <p:spPr>
            <a:xfrm>
              <a:off x="899793" y="139837"/>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20" name="Google Shape;1720;p12"/>
            <p:cNvSpPr/>
            <p:nvPr/>
          </p:nvSpPr>
          <p:spPr>
            <a:xfrm>
              <a:off x="828425" y="211205"/>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21" name="Google Shape;1721;p12"/>
            <p:cNvSpPr/>
            <p:nvPr/>
          </p:nvSpPr>
          <p:spPr>
            <a:xfrm>
              <a:off x="754959" y="280473"/>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22" name="Google Shape;1722;p12"/>
            <p:cNvSpPr/>
            <p:nvPr/>
          </p:nvSpPr>
          <p:spPr>
            <a:xfrm>
              <a:off x="683591" y="351841"/>
              <a:ext cx="48278"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23" name="Google Shape;1723;p12"/>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24" name="Google Shape;1724;p12"/>
            <p:cNvSpPr/>
            <p:nvPr/>
          </p:nvSpPr>
          <p:spPr>
            <a:xfrm>
              <a:off x="542955" y="492477"/>
              <a:ext cx="46179"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25" name="Google Shape;1725;p12"/>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26" name="Google Shape;1726;p12"/>
            <p:cNvSpPr/>
            <p:nvPr/>
          </p:nvSpPr>
          <p:spPr>
            <a:xfrm>
              <a:off x="400220" y="635212"/>
              <a:ext cx="48278" cy="48278"/>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27" name="Google Shape;1727;p12"/>
            <p:cNvSpPr/>
            <p:nvPr/>
          </p:nvSpPr>
          <p:spPr>
            <a:xfrm>
              <a:off x="328852" y="70658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28" name="Google Shape;1728;p12"/>
            <p:cNvSpPr/>
            <p:nvPr/>
          </p:nvSpPr>
          <p:spPr>
            <a:xfrm>
              <a:off x="841020" y="81064"/>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29" name="Google Shape;1729;p12"/>
            <p:cNvSpPr/>
            <p:nvPr/>
          </p:nvSpPr>
          <p:spPr>
            <a:xfrm>
              <a:off x="767553" y="15033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30" name="Google Shape;1730;p12"/>
            <p:cNvSpPr/>
            <p:nvPr/>
          </p:nvSpPr>
          <p:spPr>
            <a:xfrm>
              <a:off x="696185" y="22170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31" name="Google Shape;1731;p12"/>
            <p:cNvSpPr/>
            <p:nvPr/>
          </p:nvSpPr>
          <p:spPr>
            <a:xfrm>
              <a:off x="626917" y="293068"/>
              <a:ext cx="46179"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32" name="Google Shape;1732;p12"/>
            <p:cNvSpPr/>
            <p:nvPr/>
          </p:nvSpPr>
          <p:spPr>
            <a:xfrm>
              <a:off x="555549" y="36443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33" name="Google Shape;1733;p12"/>
            <p:cNvSpPr/>
            <p:nvPr/>
          </p:nvSpPr>
          <p:spPr>
            <a:xfrm>
              <a:off x="484182" y="435803"/>
              <a:ext cx="48278"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34" name="Google Shape;1734;p12"/>
            <p:cNvSpPr/>
            <p:nvPr/>
          </p:nvSpPr>
          <p:spPr>
            <a:xfrm>
              <a:off x="412814" y="507170"/>
              <a:ext cx="48278" cy="46179"/>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35" name="Google Shape;1735;p12"/>
            <p:cNvSpPr/>
            <p:nvPr/>
          </p:nvSpPr>
          <p:spPr>
            <a:xfrm>
              <a:off x="341447" y="576439"/>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36" name="Google Shape;1736;p12"/>
            <p:cNvSpPr/>
            <p:nvPr/>
          </p:nvSpPr>
          <p:spPr>
            <a:xfrm>
              <a:off x="270079" y="64780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37" name="Google Shape;1737;p12"/>
            <p:cNvSpPr/>
            <p:nvPr/>
          </p:nvSpPr>
          <p:spPr>
            <a:xfrm>
              <a:off x="782246" y="22291"/>
              <a:ext cx="46179"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38" name="Google Shape;1738;p12"/>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39" name="Google Shape;1739;p12"/>
            <p:cNvSpPr/>
            <p:nvPr/>
          </p:nvSpPr>
          <p:spPr>
            <a:xfrm>
              <a:off x="641610" y="167125"/>
              <a:ext cx="44080" cy="4198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40" name="Google Shape;1740;p12"/>
            <p:cNvSpPr/>
            <p:nvPr/>
          </p:nvSpPr>
          <p:spPr>
            <a:xfrm>
              <a:off x="570243" y="236393"/>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41" name="Google Shape;1741;p12"/>
            <p:cNvSpPr/>
            <p:nvPr/>
          </p:nvSpPr>
          <p:spPr>
            <a:xfrm>
              <a:off x="496776" y="305662"/>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42" name="Google Shape;1742;p12"/>
            <p:cNvSpPr/>
            <p:nvPr/>
          </p:nvSpPr>
          <p:spPr>
            <a:xfrm>
              <a:off x="425408" y="37703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43" name="Google Shape;1743;p12"/>
            <p:cNvSpPr/>
            <p:nvPr/>
          </p:nvSpPr>
          <p:spPr>
            <a:xfrm>
              <a:off x="356140" y="448397"/>
              <a:ext cx="46179"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44" name="Google Shape;1744;p12"/>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45" name="Google Shape;1745;p12"/>
            <p:cNvSpPr/>
            <p:nvPr/>
          </p:nvSpPr>
          <p:spPr>
            <a:xfrm>
              <a:off x="213405" y="591132"/>
              <a:ext cx="48278" cy="46179"/>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46" name="Google Shape;1746;p12"/>
            <p:cNvSpPr/>
            <p:nvPr/>
          </p:nvSpPr>
          <p:spPr>
            <a:xfrm>
              <a:off x="723473" y="-36482"/>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47" name="Google Shape;1747;p12"/>
            <p:cNvSpPr/>
            <p:nvPr/>
          </p:nvSpPr>
          <p:spPr>
            <a:xfrm>
              <a:off x="652105" y="3488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48" name="Google Shape;1748;p12"/>
            <p:cNvSpPr/>
            <p:nvPr/>
          </p:nvSpPr>
          <p:spPr>
            <a:xfrm>
              <a:off x="582837" y="108352"/>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49" name="Google Shape;1749;p12"/>
            <p:cNvSpPr/>
            <p:nvPr/>
          </p:nvSpPr>
          <p:spPr>
            <a:xfrm>
              <a:off x="511469" y="179719"/>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50" name="Google Shape;1750;p12"/>
            <p:cNvSpPr/>
            <p:nvPr/>
          </p:nvSpPr>
          <p:spPr>
            <a:xfrm>
              <a:off x="440102" y="248988"/>
              <a:ext cx="46179" cy="46179"/>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51" name="Google Shape;1751;p12"/>
            <p:cNvSpPr/>
            <p:nvPr/>
          </p:nvSpPr>
          <p:spPr>
            <a:xfrm>
              <a:off x="368734" y="31825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52" name="Google Shape;1752;p12"/>
            <p:cNvSpPr/>
            <p:nvPr/>
          </p:nvSpPr>
          <p:spPr>
            <a:xfrm>
              <a:off x="297367" y="389624"/>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53" name="Google Shape;1753;p12"/>
            <p:cNvSpPr/>
            <p:nvPr/>
          </p:nvSpPr>
          <p:spPr>
            <a:xfrm>
              <a:off x="225999" y="460991"/>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54" name="Google Shape;1754;p12"/>
            <p:cNvSpPr/>
            <p:nvPr/>
          </p:nvSpPr>
          <p:spPr>
            <a:xfrm>
              <a:off x="154631" y="532359"/>
              <a:ext cx="48278"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55" name="Google Shape;1755;p12"/>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56" name="Google Shape;1756;p12"/>
            <p:cNvSpPr/>
            <p:nvPr/>
          </p:nvSpPr>
          <p:spPr>
            <a:xfrm>
              <a:off x="593332" y="-23888"/>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57" name="Google Shape;1757;p12"/>
            <p:cNvSpPr/>
            <p:nvPr/>
          </p:nvSpPr>
          <p:spPr>
            <a:xfrm>
              <a:off x="524064" y="47479"/>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58" name="Google Shape;1758;p12"/>
            <p:cNvSpPr/>
            <p:nvPr/>
          </p:nvSpPr>
          <p:spPr>
            <a:xfrm>
              <a:off x="452696" y="118847"/>
              <a:ext cx="48278"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59" name="Google Shape;1759;p12"/>
            <p:cNvSpPr/>
            <p:nvPr/>
          </p:nvSpPr>
          <p:spPr>
            <a:xfrm>
              <a:off x="381328" y="190214"/>
              <a:ext cx="48278"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60" name="Google Shape;1760;p12"/>
            <p:cNvSpPr/>
            <p:nvPr/>
          </p:nvSpPr>
          <p:spPr>
            <a:xfrm>
              <a:off x="312060" y="263681"/>
              <a:ext cx="44080"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61" name="Google Shape;1761;p12"/>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62" name="Google Shape;1762;p12"/>
            <p:cNvSpPr/>
            <p:nvPr/>
          </p:nvSpPr>
          <p:spPr>
            <a:xfrm>
              <a:off x="167226" y="404317"/>
              <a:ext cx="48278"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63" name="Google Shape;1763;p12"/>
            <p:cNvSpPr/>
            <p:nvPr/>
          </p:nvSpPr>
          <p:spPr>
            <a:xfrm>
              <a:off x="97957" y="473586"/>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64" name="Google Shape;1764;p12"/>
            <p:cNvSpPr/>
            <p:nvPr/>
          </p:nvSpPr>
          <p:spPr>
            <a:xfrm>
              <a:off x="608025" y="-151930"/>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65" name="Google Shape;1765;p12"/>
            <p:cNvSpPr/>
            <p:nvPr/>
          </p:nvSpPr>
          <p:spPr>
            <a:xfrm>
              <a:off x="536658" y="-80562"/>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66" name="Google Shape;1766;p12"/>
            <p:cNvSpPr/>
            <p:nvPr/>
          </p:nvSpPr>
          <p:spPr>
            <a:xfrm>
              <a:off x="465290" y="-9195"/>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67" name="Google Shape;1767;p12"/>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68" name="Google Shape;1768;p12"/>
            <p:cNvSpPr/>
            <p:nvPr/>
          </p:nvSpPr>
          <p:spPr>
            <a:xfrm>
              <a:off x="322555" y="131441"/>
              <a:ext cx="48278" cy="48278"/>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69" name="Google Shape;1769;p12"/>
            <p:cNvSpPr/>
            <p:nvPr/>
          </p:nvSpPr>
          <p:spPr>
            <a:xfrm>
              <a:off x="255386" y="204908"/>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70" name="Google Shape;1770;p12"/>
            <p:cNvSpPr/>
            <p:nvPr/>
          </p:nvSpPr>
          <p:spPr>
            <a:xfrm>
              <a:off x="184018" y="276275"/>
              <a:ext cx="41981" cy="4408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71" name="Google Shape;1771;p12"/>
            <p:cNvSpPr/>
            <p:nvPr/>
          </p:nvSpPr>
          <p:spPr>
            <a:xfrm>
              <a:off x="110552" y="345544"/>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72" name="Google Shape;1772;p12"/>
            <p:cNvSpPr/>
            <p:nvPr/>
          </p:nvSpPr>
          <p:spPr>
            <a:xfrm>
              <a:off x="39184" y="416911"/>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1773"/>
        <p:cNvGrpSpPr/>
        <p:nvPr/>
      </p:nvGrpSpPr>
      <p:grpSpPr>
        <a:xfrm>
          <a:off x="0" y="0"/>
          <a:ext cx="0" cy="0"/>
          <a:chOff x="0" y="0"/>
          <a:chExt cx="0" cy="0"/>
        </a:xfrm>
      </p:grpSpPr>
      <p:sp>
        <p:nvSpPr>
          <p:cNvPr id="1774" name="Google Shape;1774;p13"/>
          <p:cNvSpPr txBox="1">
            <a:spLocks noGrp="1"/>
          </p:cNvSpPr>
          <p:nvPr>
            <p:ph type="title"/>
          </p:nvPr>
        </p:nvSpPr>
        <p:spPr>
          <a:xfrm>
            <a:off x="723900" y="1243260"/>
            <a:ext cx="7696200" cy="265698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1775" name="Google Shape;1775;p13"/>
          <p:cNvGrpSpPr/>
          <p:nvPr/>
        </p:nvGrpSpPr>
        <p:grpSpPr>
          <a:xfrm>
            <a:off x="7627495" y="3454776"/>
            <a:ext cx="2105344" cy="2105344"/>
            <a:chOff x="478444" y="466725"/>
            <a:chExt cx="1592263" cy="1592263"/>
          </a:xfrm>
        </p:grpSpPr>
        <p:grpSp>
          <p:nvGrpSpPr>
            <p:cNvPr id="1776" name="Google Shape;1776;p13"/>
            <p:cNvGrpSpPr/>
            <p:nvPr/>
          </p:nvGrpSpPr>
          <p:grpSpPr>
            <a:xfrm>
              <a:off x="610206" y="466725"/>
              <a:ext cx="1460501" cy="1460500"/>
              <a:chOff x="1166" y="294"/>
              <a:chExt cx="920" cy="920"/>
            </a:xfrm>
          </p:grpSpPr>
          <p:sp>
            <p:nvSpPr>
              <p:cNvPr id="1777" name="Google Shape;1777;p13"/>
              <p:cNvSpPr/>
              <p:nvPr/>
            </p:nvSpPr>
            <p:spPr>
              <a:xfrm>
                <a:off x="1416" y="294"/>
                <a:ext cx="23" cy="2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78" name="Google Shape;1778;p13"/>
              <p:cNvSpPr/>
              <p:nvPr/>
            </p:nvSpPr>
            <p:spPr>
              <a:xfrm>
                <a:off x="1450" y="328"/>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79" name="Google Shape;1779;p13"/>
              <p:cNvSpPr/>
              <p:nvPr/>
            </p:nvSpPr>
            <p:spPr>
              <a:xfrm>
                <a:off x="1484" y="362"/>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80" name="Google Shape;1780;p13"/>
              <p:cNvSpPr/>
              <p:nvPr/>
            </p:nvSpPr>
            <p:spPr>
              <a:xfrm>
                <a:off x="1518" y="396"/>
                <a:ext cx="23" cy="2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81" name="Google Shape;1781;p13"/>
              <p:cNvSpPr/>
              <p:nvPr/>
            </p:nvSpPr>
            <p:spPr>
              <a:xfrm>
                <a:off x="1552" y="430"/>
                <a:ext cx="23"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82" name="Google Shape;1782;p13"/>
              <p:cNvSpPr/>
              <p:nvPr/>
            </p:nvSpPr>
            <p:spPr>
              <a:xfrm>
                <a:off x="1586" y="464"/>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83" name="Google Shape;1783;p13"/>
              <p:cNvSpPr/>
              <p:nvPr/>
            </p:nvSpPr>
            <p:spPr>
              <a:xfrm>
                <a:off x="1620" y="498"/>
                <a:ext cx="23" cy="2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84" name="Google Shape;1784;p13"/>
              <p:cNvSpPr/>
              <p:nvPr/>
            </p:nvSpPr>
            <p:spPr>
              <a:xfrm>
                <a:off x="1655" y="532"/>
                <a:ext cx="22"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85" name="Google Shape;1785;p13"/>
              <p:cNvSpPr/>
              <p:nvPr/>
            </p:nvSpPr>
            <p:spPr>
              <a:xfrm>
                <a:off x="1689" y="566"/>
                <a:ext cx="22"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86" name="Google Shape;1786;p13"/>
              <p:cNvSpPr/>
              <p:nvPr/>
            </p:nvSpPr>
            <p:spPr>
              <a:xfrm>
                <a:off x="1723" y="600"/>
                <a:ext cx="23" cy="2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87" name="Google Shape;1787;p13"/>
              <p:cNvSpPr/>
              <p:nvPr/>
            </p:nvSpPr>
            <p:spPr>
              <a:xfrm>
                <a:off x="1757" y="634"/>
                <a:ext cx="23"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88" name="Google Shape;1788;p13"/>
              <p:cNvSpPr/>
              <p:nvPr/>
            </p:nvSpPr>
            <p:spPr>
              <a:xfrm>
                <a:off x="1791" y="668"/>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89" name="Google Shape;1789;p13"/>
              <p:cNvSpPr/>
              <p:nvPr/>
            </p:nvSpPr>
            <p:spPr>
              <a:xfrm>
                <a:off x="1825" y="702"/>
                <a:ext cx="23" cy="2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90" name="Google Shape;1790;p13"/>
              <p:cNvSpPr/>
              <p:nvPr/>
            </p:nvSpPr>
            <p:spPr>
              <a:xfrm>
                <a:off x="1859" y="736"/>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91" name="Google Shape;1791;p13"/>
              <p:cNvSpPr/>
              <p:nvPr/>
            </p:nvSpPr>
            <p:spPr>
              <a:xfrm>
                <a:off x="1893" y="770"/>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92" name="Google Shape;1792;p13"/>
              <p:cNvSpPr/>
              <p:nvPr/>
            </p:nvSpPr>
            <p:spPr>
              <a:xfrm>
                <a:off x="1927" y="804"/>
                <a:ext cx="23" cy="2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93" name="Google Shape;1793;p13"/>
              <p:cNvSpPr/>
              <p:nvPr/>
            </p:nvSpPr>
            <p:spPr>
              <a:xfrm>
                <a:off x="1961" y="839"/>
                <a:ext cx="23" cy="22"/>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94" name="Google Shape;1794;p13"/>
              <p:cNvSpPr/>
              <p:nvPr/>
            </p:nvSpPr>
            <p:spPr>
              <a:xfrm>
                <a:off x="1995" y="873"/>
                <a:ext cx="23" cy="22"/>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95" name="Google Shape;1795;p13"/>
              <p:cNvSpPr/>
              <p:nvPr/>
            </p:nvSpPr>
            <p:spPr>
              <a:xfrm>
                <a:off x="2029" y="907"/>
                <a:ext cx="23" cy="2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96" name="Google Shape;1796;p13"/>
              <p:cNvSpPr/>
              <p:nvPr/>
            </p:nvSpPr>
            <p:spPr>
              <a:xfrm>
                <a:off x="2063" y="941"/>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97" name="Google Shape;1797;p13"/>
              <p:cNvSpPr/>
              <p:nvPr/>
            </p:nvSpPr>
            <p:spPr>
              <a:xfrm>
                <a:off x="1388" y="322"/>
                <a:ext cx="23" cy="23"/>
              </a:xfrm>
              <a:custGeom>
                <a:avLst/>
                <a:gdLst/>
                <a:ahLst/>
                <a:cxnLst/>
                <a:rect l="l" t="t" r="r" b="b"/>
                <a:pathLst>
                  <a:path w="1101" h="1102" extrusionOk="0">
                    <a:moveTo>
                      <a:pt x="906" y="906"/>
                    </a:moveTo>
                    <a:cubicBezTo>
                      <a:pt x="710" y="1102"/>
                      <a:pt x="392" y="1102"/>
                      <a:pt x="196" y="906"/>
                    </a:cubicBezTo>
                    <a:cubicBezTo>
                      <a:pt x="0" y="710"/>
                      <a:pt x="0" y="392"/>
                      <a:pt x="196" y="196"/>
                    </a:cubicBezTo>
                    <a:cubicBezTo>
                      <a:pt x="392" y="0"/>
                      <a:pt x="710" y="0"/>
                      <a:pt x="906" y="196"/>
                    </a:cubicBezTo>
                    <a:cubicBezTo>
                      <a:pt x="1101" y="392"/>
                      <a:pt x="1101"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98" name="Google Shape;1798;p13"/>
              <p:cNvSpPr/>
              <p:nvPr/>
            </p:nvSpPr>
            <p:spPr>
              <a:xfrm>
                <a:off x="1423" y="357"/>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799" name="Google Shape;1799;p13"/>
              <p:cNvSpPr/>
              <p:nvPr/>
            </p:nvSpPr>
            <p:spPr>
              <a:xfrm>
                <a:off x="1458" y="391"/>
                <a:ext cx="20"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00" name="Google Shape;1800;p13"/>
              <p:cNvSpPr/>
              <p:nvPr/>
            </p:nvSpPr>
            <p:spPr>
              <a:xfrm>
                <a:off x="1491" y="424"/>
                <a:ext cx="22" cy="23"/>
              </a:xfrm>
              <a:custGeom>
                <a:avLst/>
                <a:gdLst/>
                <a:ahLst/>
                <a:cxnLst/>
                <a:rect l="l" t="t" r="r" b="b"/>
                <a:pathLst>
                  <a:path w="1101" h="1102" extrusionOk="0">
                    <a:moveTo>
                      <a:pt x="906" y="906"/>
                    </a:moveTo>
                    <a:cubicBezTo>
                      <a:pt x="710" y="1102"/>
                      <a:pt x="392" y="1102"/>
                      <a:pt x="196" y="906"/>
                    </a:cubicBezTo>
                    <a:cubicBezTo>
                      <a:pt x="0" y="710"/>
                      <a:pt x="0" y="392"/>
                      <a:pt x="196" y="196"/>
                    </a:cubicBezTo>
                    <a:cubicBezTo>
                      <a:pt x="392" y="0"/>
                      <a:pt x="710" y="0"/>
                      <a:pt x="906" y="196"/>
                    </a:cubicBezTo>
                    <a:cubicBezTo>
                      <a:pt x="1101" y="392"/>
                      <a:pt x="1101"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01" name="Google Shape;1801;p13"/>
              <p:cNvSpPr/>
              <p:nvPr/>
            </p:nvSpPr>
            <p:spPr>
              <a:xfrm>
                <a:off x="1525" y="458"/>
                <a:ext cx="23" cy="23"/>
              </a:xfrm>
              <a:custGeom>
                <a:avLst/>
                <a:gdLst/>
                <a:ahLst/>
                <a:cxnLst/>
                <a:rect l="l" t="t" r="r" b="b"/>
                <a:pathLst>
                  <a:path w="1101" h="1101" extrusionOk="0">
                    <a:moveTo>
                      <a:pt x="905" y="905"/>
                    </a:moveTo>
                    <a:cubicBezTo>
                      <a:pt x="709" y="1101"/>
                      <a:pt x="392" y="1101"/>
                      <a:pt x="196" y="905"/>
                    </a:cubicBezTo>
                    <a:cubicBezTo>
                      <a:pt x="0" y="710"/>
                      <a:pt x="0" y="392"/>
                      <a:pt x="196" y="196"/>
                    </a:cubicBezTo>
                    <a:cubicBezTo>
                      <a:pt x="392"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02" name="Google Shape;1802;p13"/>
              <p:cNvSpPr/>
              <p:nvPr/>
            </p:nvSpPr>
            <p:spPr>
              <a:xfrm>
                <a:off x="1559" y="492"/>
                <a:ext cx="23" cy="2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03" name="Google Shape;1803;p13"/>
              <p:cNvSpPr/>
              <p:nvPr/>
            </p:nvSpPr>
            <p:spPr>
              <a:xfrm>
                <a:off x="1593" y="526"/>
                <a:ext cx="23" cy="23"/>
              </a:xfrm>
              <a:custGeom>
                <a:avLst/>
                <a:gdLst/>
                <a:ahLst/>
                <a:cxnLst/>
                <a:rect l="l" t="t" r="r" b="b"/>
                <a:pathLst>
                  <a:path w="1101" h="1102" extrusionOk="0">
                    <a:moveTo>
                      <a:pt x="906" y="906"/>
                    </a:moveTo>
                    <a:cubicBezTo>
                      <a:pt x="710" y="1102"/>
                      <a:pt x="392" y="1102"/>
                      <a:pt x="196" y="906"/>
                    </a:cubicBezTo>
                    <a:cubicBezTo>
                      <a:pt x="0" y="710"/>
                      <a:pt x="0" y="392"/>
                      <a:pt x="196" y="196"/>
                    </a:cubicBezTo>
                    <a:cubicBezTo>
                      <a:pt x="392" y="0"/>
                      <a:pt x="710" y="0"/>
                      <a:pt x="906" y="196"/>
                    </a:cubicBezTo>
                    <a:cubicBezTo>
                      <a:pt x="1101" y="392"/>
                      <a:pt x="1101"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04" name="Google Shape;1804;p13"/>
              <p:cNvSpPr/>
              <p:nvPr/>
            </p:nvSpPr>
            <p:spPr>
              <a:xfrm>
                <a:off x="1627" y="560"/>
                <a:ext cx="23" cy="23"/>
              </a:xfrm>
              <a:custGeom>
                <a:avLst/>
                <a:gdLst/>
                <a:ahLst/>
                <a:cxnLst/>
                <a:rect l="l" t="t" r="r" b="b"/>
                <a:pathLst>
                  <a:path w="1101" h="1101" extrusionOk="0">
                    <a:moveTo>
                      <a:pt x="905" y="905"/>
                    </a:moveTo>
                    <a:cubicBezTo>
                      <a:pt x="709" y="1101"/>
                      <a:pt x="392" y="1101"/>
                      <a:pt x="196" y="905"/>
                    </a:cubicBezTo>
                    <a:cubicBezTo>
                      <a:pt x="0" y="710"/>
                      <a:pt x="0" y="392"/>
                      <a:pt x="196" y="196"/>
                    </a:cubicBezTo>
                    <a:cubicBezTo>
                      <a:pt x="392"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05" name="Google Shape;1805;p13"/>
              <p:cNvSpPr/>
              <p:nvPr/>
            </p:nvSpPr>
            <p:spPr>
              <a:xfrm>
                <a:off x="1661" y="594"/>
                <a:ext cx="23"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06" name="Google Shape;1806;p13"/>
              <p:cNvSpPr/>
              <p:nvPr/>
            </p:nvSpPr>
            <p:spPr>
              <a:xfrm>
                <a:off x="1695" y="628"/>
                <a:ext cx="23" cy="23"/>
              </a:xfrm>
              <a:custGeom>
                <a:avLst/>
                <a:gdLst/>
                <a:ahLst/>
                <a:cxnLst/>
                <a:rect l="l" t="t" r="r" b="b"/>
                <a:pathLst>
                  <a:path w="1101" h="1102" extrusionOk="0">
                    <a:moveTo>
                      <a:pt x="906" y="906"/>
                    </a:moveTo>
                    <a:cubicBezTo>
                      <a:pt x="710" y="1102"/>
                      <a:pt x="392" y="1102"/>
                      <a:pt x="196" y="906"/>
                    </a:cubicBezTo>
                    <a:cubicBezTo>
                      <a:pt x="0" y="710"/>
                      <a:pt x="0" y="392"/>
                      <a:pt x="196" y="196"/>
                    </a:cubicBezTo>
                    <a:cubicBezTo>
                      <a:pt x="392" y="0"/>
                      <a:pt x="710" y="0"/>
                      <a:pt x="906" y="196"/>
                    </a:cubicBezTo>
                    <a:cubicBezTo>
                      <a:pt x="1101" y="392"/>
                      <a:pt x="1101"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07" name="Google Shape;1807;p13"/>
              <p:cNvSpPr/>
              <p:nvPr/>
            </p:nvSpPr>
            <p:spPr>
              <a:xfrm>
                <a:off x="1729" y="662"/>
                <a:ext cx="23" cy="23"/>
              </a:xfrm>
              <a:custGeom>
                <a:avLst/>
                <a:gdLst/>
                <a:ahLst/>
                <a:cxnLst/>
                <a:rect l="l" t="t" r="r" b="b"/>
                <a:pathLst>
                  <a:path w="1101" h="1101" extrusionOk="0">
                    <a:moveTo>
                      <a:pt x="905" y="905"/>
                    </a:moveTo>
                    <a:cubicBezTo>
                      <a:pt x="709" y="1101"/>
                      <a:pt x="392" y="1101"/>
                      <a:pt x="196" y="905"/>
                    </a:cubicBezTo>
                    <a:cubicBezTo>
                      <a:pt x="0" y="710"/>
                      <a:pt x="0" y="392"/>
                      <a:pt x="196" y="196"/>
                    </a:cubicBezTo>
                    <a:cubicBezTo>
                      <a:pt x="392"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08" name="Google Shape;1808;p13"/>
              <p:cNvSpPr/>
              <p:nvPr/>
            </p:nvSpPr>
            <p:spPr>
              <a:xfrm>
                <a:off x="1763" y="696"/>
                <a:ext cx="23" cy="2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09" name="Google Shape;1809;p13"/>
              <p:cNvSpPr/>
              <p:nvPr/>
            </p:nvSpPr>
            <p:spPr>
              <a:xfrm>
                <a:off x="1797" y="730"/>
                <a:ext cx="23" cy="23"/>
              </a:xfrm>
              <a:custGeom>
                <a:avLst/>
                <a:gdLst/>
                <a:ahLst/>
                <a:cxnLst/>
                <a:rect l="l" t="t" r="r" b="b"/>
                <a:pathLst>
                  <a:path w="1101" h="1102" extrusionOk="0">
                    <a:moveTo>
                      <a:pt x="906" y="906"/>
                    </a:moveTo>
                    <a:cubicBezTo>
                      <a:pt x="710" y="1102"/>
                      <a:pt x="392" y="1102"/>
                      <a:pt x="196" y="906"/>
                    </a:cubicBezTo>
                    <a:cubicBezTo>
                      <a:pt x="0" y="710"/>
                      <a:pt x="0" y="392"/>
                      <a:pt x="196" y="196"/>
                    </a:cubicBezTo>
                    <a:cubicBezTo>
                      <a:pt x="392" y="0"/>
                      <a:pt x="710" y="0"/>
                      <a:pt x="906" y="196"/>
                    </a:cubicBezTo>
                    <a:cubicBezTo>
                      <a:pt x="1101" y="392"/>
                      <a:pt x="1101"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10" name="Google Shape;1810;p13"/>
              <p:cNvSpPr/>
              <p:nvPr/>
            </p:nvSpPr>
            <p:spPr>
              <a:xfrm>
                <a:off x="1831" y="764"/>
                <a:ext cx="23" cy="23"/>
              </a:xfrm>
              <a:custGeom>
                <a:avLst/>
                <a:gdLst/>
                <a:ahLst/>
                <a:cxnLst/>
                <a:rect l="l" t="t" r="r" b="b"/>
                <a:pathLst>
                  <a:path w="1101" h="1101" extrusionOk="0">
                    <a:moveTo>
                      <a:pt x="905" y="905"/>
                    </a:moveTo>
                    <a:cubicBezTo>
                      <a:pt x="709" y="1101"/>
                      <a:pt x="392" y="1101"/>
                      <a:pt x="196" y="905"/>
                    </a:cubicBezTo>
                    <a:cubicBezTo>
                      <a:pt x="0" y="710"/>
                      <a:pt x="0" y="392"/>
                      <a:pt x="196" y="196"/>
                    </a:cubicBezTo>
                    <a:cubicBezTo>
                      <a:pt x="392"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11" name="Google Shape;1811;p13"/>
              <p:cNvSpPr/>
              <p:nvPr/>
            </p:nvSpPr>
            <p:spPr>
              <a:xfrm>
                <a:off x="1865" y="798"/>
                <a:ext cx="23" cy="2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12" name="Google Shape;1812;p13"/>
              <p:cNvSpPr/>
              <p:nvPr/>
            </p:nvSpPr>
            <p:spPr>
              <a:xfrm>
                <a:off x="1899" y="832"/>
                <a:ext cx="23" cy="23"/>
              </a:xfrm>
              <a:custGeom>
                <a:avLst/>
                <a:gdLst/>
                <a:ahLst/>
                <a:cxnLst/>
                <a:rect l="l" t="t" r="r" b="b"/>
                <a:pathLst>
                  <a:path w="1101" h="1102" extrusionOk="0">
                    <a:moveTo>
                      <a:pt x="906" y="906"/>
                    </a:moveTo>
                    <a:cubicBezTo>
                      <a:pt x="710" y="1102"/>
                      <a:pt x="392" y="1102"/>
                      <a:pt x="196" y="906"/>
                    </a:cubicBezTo>
                    <a:cubicBezTo>
                      <a:pt x="0" y="710"/>
                      <a:pt x="0" y="392"/>
                      <a:pt x="196" y="196"/>
                    </a:cubicBezTo>
                    <a:cubicBezTo>
                      <a:pt x="392" y="0"/>
                      <a:pt x="710" y="0"/>
                      <a:pt x="906" y="196"/>
                    </a:cubicBezTo>
                    <a:cubicBezTo>
                      <a:pt x="1101" y="392"/>
                      <a:pt x="1101"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13" name="Google Shape;1813;p13"/>
              <p:cNvSpPr/>
              <p:nvPr/>
            </p:nvSpPr>
            <p:spPr>
              <a:xfrm>
                <a:off x="1933" y="866"/>
                <a:ext cx="23" cy="23"/>
              </a:xfrm>
              <a:custGeom>
                <a:avLst/>
                <a:gdLst/>
                <a:ahLst/>
                <a:cxnLst/>
                <a:rect l="l" t="t" r="r" b="b"/>
                <a:pathLst>
                  <a:path w="1101" h="1101" extrusionOk="0">
                    <a:moveTo>
                      <a:pt x="905" y="905"/>
                    </a:moveTo>
                    <a:cubicBezTo>
                      <a:pt x="709" y="1101"/>
                      <a:pt x="392" y="1101"/>
                      <a:pt x="196" y="905"/>
                    </a:cubicBezTo>
                    <a:cubicBezTo>
                      <a:pt x="0" y="710"/>
                      <a:pt x="0" y="392"/>
                      <a:pt x="196" y="196"/>
                    </a:cubicBezTo>
                    <a:cubicBezTo>
                      <a:pt x="392"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14" name="Google Shape;1814;p13"/>
              <p:cNvSpPr/>
              <p:nvPr/>
            </p:nvSpPr>
            <p:spPr>
              <a:xfrm>
                <a:off x="1967" y="900"/>
                <a:ext cx="23" cy="2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15" name="Google Shape;1815;p13"/>
              <p:cNvSpPr/>
              <p:nvPr/>
            </p:nvSpPr>
            <p:spPr>
              <a:xfrm>
                <a:off x="2001" y="934"/>
                <a:ext cx="23" cy="23"/>
              </a:xfrm>
              <a:custGeom>
                <a:avLst/>
                <a:gdLst/>
                <a:ahLst/>
                <a:cxnLst/>
                <a:rect l="l" t="t" r="r" b="b"/>
                <a:pathLst>
                  <a:path w="1101" h="1102" extrusionOk="0">
                    <a:moveTo>
                      <a:pt x="906" y="906"/>
                    </a:moveTo>
                    <a:cubicBezTo>
                      <a:pt x="710" y="1102"/>
                      <a:pt x="392" y="1102"/>
                      <a:pt x="196" y="906"/>
                    </a:cubicBezTo>
                    <a:cubicBezTo>
                      <a:pt x="0" y="710"/>
                      <a:pt x="0" y="392"/>
                      <a:pt x="196" y="196"/>
                    </a:cubicBezTo>
                    <a:cubicBezTo>
                      <a:pt x="392" y="0"/>
                      <a:pt x="710" y="0"/>
                      <a:pt x="906" y="196"/>
                    </a:cubicBezTo>
                    <a:cubicBezTo>
                      <a:pt x="1101" y="392"/>
                      <a:pt x="1101"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16" name="Google Shape;1816;p13"/>
              <p:cNvSpPr/>
              <p:nvPr/>
            </p:nvSpPr>
            <p:spPr>
              <a:xfrm>
                <a:off x="2035" y="968"/>
                <a:ext cx="23" cy="23"/>
              </a:xfrm>
              <a:custGeom>
                <a:avLst/>
                <a:gdLst/>
                <a:ahLst/>
                <a:cxnLst/>
                <a:rect l="l" t="t" r="r" b="b"/>
                <a:pathLst>
                  <a:path w="1101" h="1101" extrusionOk="0">
                    <a:moveTo>
                      <a:pt x="905" y="905"/>
                    </a:moveTo>
                    <a:cubicBezTo>
                      <a:pt x="709" y="1101"/>
                      <a:pt x="392" y="1101"/>
                      <a:pt x="196" y="905"/>
                    </a:cubicBezTo>
                    <a:cubicBezTo>
                      <a:pt x="0" y="710"/>
                      <a:pt x="0" y="392"/>
                      <a:pt x="196" y="196"/>
                    </a:cubicBezTo>
                    <a:cubicBezTo>
                      <a:pt x="392"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17" name="Google Shape;1817;p13"/>
              <p:cNvSpPr/>
              <p:nvPr/>
            </p:nvSpPr>
            <p:spPr>
              <a:xfrm>
                <a:off x="1361" y="349"/>
                <a:ext cx="23" cy="23"/>
              </a:xfrm>
              <a:custGeom>
                <a:avLst/>
                <a:gdLst/>
                <a:ahLst/>
                <a:cxnLst/>
                <a:rect l="l" t="t" r="r" b="b"/>
                <a:pathLst>
                  <a:path w="1102" h="1101" extrusionOk="0">
                    <a:moveTo>
                      <a:pt x="906" y="906"/>
                    </a:moveTo>
                    <a:cubicBezTo>
                      <a:pt x="710" y="1101"/>
                      <a:pt x="392" y="1101"/>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18" name="Google Shape;1818;p13"/>
              <p:cNvSpPr/>
              <p:nvPr/>
            </p:nvSpPr>
            <p:spPr>
              <a:xfrm>
                <a:off x="1395" y="383"/>
                <a:ext cx="23" cy="2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19" name="Google Shape;1819;p13"/>
              <p:cNvSpPr/>
              <p:nvPr/>
            </p:nvSpPr>
            <p:spPr>
              <a:xfrm>
                <a:off x="1430" y="418"/>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20" name="Google Shape;1820;p13"/>
              <p:cNvSpPr/>
              <p:nvPr/>
            </p:nvSpPr>
            <p:spPr>
              <a:xfrm>
                <a:off x="1463" y="451"/>
                <a:ext cx="23" cy="23"/>
              </a:xfrm>
              <a:custGeom>
                <a:avLst/>
                <a:gdLst/>
                <a:ahLst/>
                <a:cxnLst/>
                <a:rect l="l" t="t" r="r" b="b"/>
                <a:pathLst>
                  <a:path w="1102" h="1101" extrusionOk="0">
                    <a:moveTo>
                      <a:pt x="906" y="906"/>
                    </a:moveTo>
                    <a:cubicBezTo>
                      <a:pt x="710" y="1101"/>
                      <a:pt x="392" y="1101"/>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21" name="Google Shape;1821;p13"/>
              <p:cNvSpPr/>
              <p:nvPr/>
            </p:nvSpPr>
            <p:spPr>
              <a:xfrm>
                <a:off x="1497" y="486"/>
                <a:ext cx="23" cy="22"/>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22" name="Google Shape;1822;p13"/>
              <p:cNvSpPr/>
              <p:nvPr/>
            </p:nvSpPr>
            <p:spPr>
              <a:xfrm>
                <a:off x="1531" y="520"/>
                <a:ext cx="23" cy="23"/>
              </a:xfrm>
              <a:custGeom>
                <a:avLst/>
                <a:gdLst/>
                <a:ahLst/>
                <a:cxnLst/>
                <a:rect l="l" t="t" r="r" b="b"/>
                <a:pathLst>
                  <a:path w="1101" h="1101" extrusionOk="0">
                    <a:moveTo>
                      <a:pt x="905" y="905"/>
                    </a:moveTo>
                    <a:cubicBezTo>
                      <a:pt x="709" y="1101"/>
                      <a:pt x="392" y="1101"/>
                      <a:pt x="196" y="905"/>
                    </a:cubicBezTo>
                    <a:cubicBezTo>
                      <a:pt x="0" y="709"/>
                      <a:pt x="0" y="391"/>
                      <a:pt x="196" y="195"/>
                    </a:cubicBezTo>
                    <a:cubicBezTo>
                      <a:pt x="392" y="0"/>
                      <a:pt x="709"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23" name="Google Shape;1823;p13"/>
              <p:cNvSpPr/>
              <p:nvPr/>
            </p:nvSpPr>
            <p:spPr>
              <a:xfrm>
                <a:off x="1566" y="555"/>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24" name="Google Shape;1824;p13"/>
              <p:cNvSpPr/>
              <p:nvPr/>
            </p:nvSpPr>
            <p:spPr>
              <a:xfrm>
                <a:off x="1599" y="588"/>
                <a:ext cx="23" cy="2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25" name="Google Shape;1825;p13"/>
              <p:cNvSpPr/>
              <p:nvPr/>
            </p:nvSpPr>
            <p:spPr>
              <a:xfrm>
                <a:off x="1633" y="622"/>
                <a:ext cx="23" cy="23"/>
              </a:xfrm>
              <a:custGeom>
                <a:avLst/>
                <a:gdLst/>
                <a:ahLst/>
                <a:cxnLst/>
                <a:rect l="l" t="t" r="r" b="b"/>
                <a:pathLst>
                  <a:path w="1101" h="1101" extrusionOk="0">
                    <a:moveTo>
                      <a:pt x="905" y="905"/>
                    </a:moveTo>
                    <a:cubicBezTo>
                      <a:pt x="709" y="1101"/>
                      <a:pt x="392" y="1101"/>
                      <a:pt x="196" y="905"/>
                    </a:cubicBezTo>
                    <a:cubicBezTo>
                      <a:pt x="0" y="709"/>
                      <a:pt x="0" y="391"/>
                      <a:pt x="196" y="195"/>
                    </a:cubicBezTo>
                    <a:cubicBezTo>
                      <a:pt x="392" y="0"/>
                      <a:pt x="709"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26" name="Google Shape;1826;p13"/>
              <p:cNvSpPr/>
              <p:nvPr/>
            </p:nvSpPr>
            <p:spPr>
              <a:xfrm>
                <a:off x="1667" y="656"/>
                <a:ext cx="23" cy="23"/>
              </a:xfrm>
              <a:custGeom>
                <a:avLst/>
                <a:gdLst/>
                <a:ahLst/>
                <a:cxnLst/>
                <a:rect l="l" t="t" r="r" b="b"/>
                <a:pathLst>
                  <a:path w="1102" h="1101" extrusionOk="0">
                    <a:moveTo>
                      <a:pt x="906" y="906"/>
                    </a:moveTo>
                    <a:cubicBezTo>
                      <a:pt x="710" y="1101"/>
                      <a:pt x="392" y="1101"/>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27" name="Google Shape;1827;p13"/>
              <p:cNvSpPr/>
              <p:nvPr/>
            </p:nvSpPr>
            <p:spPr>
              <a:xfrm>
                <a:off x="1701" y="690"/>
                <a:ext cx="23" cy="2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28" name="Google Shape;1828;p13"/>
              <p:cNvSpPr/>
              <p:nvPr/>
            </p:nvSpPr>
            <p:spPr>
              <a:xfrm>
                <a:off x="1735" y="724"/>
                <a:ext cx="23" cy="23"/>
              </a:xfrm>
              <a:custGeom>
                <a:avLst/>
                <a:gdLst/>
                <a:ahLst/>
                <a:cxnLst/>
                <a:rect l="l" t="t" r="r" b="b"/>
                <a:pathLst>
                  <a:path w="1101" h="1101" extrusionOk="0">
                    <a:moveTo>
                      <a:pt x="905" y="905"/>
                    </a:moveTo>
                    <a:cubicBezTo>
                      <a:pt x="709" y="1101"/>
                      <a:pt x="392" y="1101"/>
                      <a:pt x="196" y="905"/>
                    </a:cubicBezTo>
                    <a:cubicBezTo>
                      <a:pt x="0" y="709"/>
                      <a:pt x="0" y="391"/>
                      <a:pt x="196" y="195"/>
                    </a:cubicBezTo>
                    <a:cubicBezTo>
                      <a:pt x="392" y="0"/>
                      <a:pt x="709"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29" name="Google Shape;1829;p13"/>
              <p:cNvSpPr/>
              <p:nvPr/>
            </p:nvSpPr>
            <p:spPr>
              <a:xfrm>
                <a:off x="1769" y="758"/>
                <a:ext cx="23" cy="23"/>
              </a:xfrm>
              <a:custGeom>
                <a:avLst/>
                <a:gdLst/>
                <a:ahLst/>
                <a:cxnLst/>
                <a:rect l="l" t="t" r="r" b="b"/>
                <a:pathLst>
                  <a:path w="1102" h="1101" extrusionOk="0">
                    <a:moveTo>
                      <a:pt x="906" y="906"/>
                    </a:moveTo>
                    <a:cubicBezTo>
                      <a:pt x="710" y="1101"/>
                      <a:pt x="392" y="1101"/>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30" name="Google Shape;1830;p13"/>
              <p:cNvSpPr/>
              <p:nvPr/>
            </p:nvSpPr>
            <p:spPr>
              <a:xfrm>
                <a:off x="1803" y="792"/>
                <a:ext cx="23" cy="2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31" name="Google Shape;1831;p13"/>
              <p:cNvSpPr/>
              <p:nvPr/>
            </p:nvSpPr>
            <p:spPr>
              <a:xfrm>
                <a:off x="1837" y="826"/>
                <a:ext cx="23" cy="23"/>
              </a:xfrm>
              <a:custGeom>
                <a:avLst/>
                <a:gdLst/>
                <a:ahLst/>
                <a:cxnLst/>
                <a:rect l="l" t="t" r="r" b="b"/>
                <a:pathLst>
                  <a:path w="1101" h="1101" extrusionOk="0">
                    <a:moveTo>
                      <a:pt x="905" y="905"/>
                    </a:moveTo>
                    <a:cubicBezTo>
                      <a:pt x="709" y="1101"/>
                      <a:pt x="392" y="1101"/>
                      <a:pt x="196" y="905"/>
                    </a:cubicBezTo>
                    <a:cubicBezTo>
                      <a:pt x="0" y="709"/>
                      <a:pt x="0" y="391"/>
                      <a:pt x="196" y="195"/>
                    </a:cubicBezTo>
                    <a:cubicBezTo>
                      <a:pt x="392" y="0"/>
                      <a:pt x="709"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32" name="Google Shape;1832;p13"/>
              <p:cNvSpPr/>
              <p:nvPr/>
            </p:nvSpPr>
            <p:spPr>
              <a:xfrm>
                <a:off x="1871" y="860"/>
                <a:ext cx="23" cy="23"/>
              </a:xfrm>
              <a:custGeom>
                <a:avLst/>
                <a:gdLst/>
                <a:ahLst/>
                <a:cxnLst/>
                <a:rect l="l" t="t" r="r" b="b"/>
                <a:pathLst>
                  <a:path w="1102" h="1101" extrusionOk="0">
                    <a:moveTo>
                      <a:pt x="906" y="906"/>
                    </a:moveTo>
                    <a:cubicBezTo>
                      <a:pt x="710" y="1101"/>
                      <a:pt x="392" y="1101"/>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33" name="Google Shape;1833;p13"/>
              <p:cNvSpPr/>
              <p:nvPr/>
            </p:nvSpPr>
            <p:spPr>
              <a:xfrm>
                <a:off x="1905" y="894"/>
                <a:ext cx="23" cy="2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34" name="Google Shape;1834;p13"/>
              <p:cNvSpPr/>
              <p:nvPr/>
            </p:nvSpPr>
            <p:spPr>
              <a:xfrm>
                <a:off x="1939" y="928"/>
                <a:ext cx="23" cy="23"/>
              </a:xfrm>
              <a:custGeom>
                <a:avLst/>
                <a:gdLst/>
                <a:ahLst/>
                <a:cxnLst/>
                <a:rect l="l" t="t" r="r" b="b"/>
                <a:pathLst>
                  <a:path w="1101" h="1101" extrusionOk="0">
                    <a:moveTo>
                      <a:pt x="905" y="905"/>
                    </a:moveTo>
                    <a:cubicBezTo>
                      <a:pt x="709" y="1101"/>
                      <a:pt x="392" y="1101"/>
                      <a:pt x="196" y="905"/>
                    </a:cubicBezTo>
                    <a:cubicBezTo>
                      <a:pt x="0" y="709"/>
                      <a:pt x="0" y="391"/>
                      <a:pt x="196" y="195"/>
                    </a:cubicBezTo>
                    <a:cubicBezTo>
                      <a:pt x="392" y="0"/>
                      <a:pt x="709"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35" name="Google Shape;1835;p13"/>
              <p:cNvSpPr/>
              <p:nvPr/>
            </p:nvSpPr>
            <p:spPr>
              <a:xfrm>
                <a:off x="1973" y="962"/>
                <a:ext cx="23" cy="23"/>
              </a:xfrm>
              <a:custGeom>
                <a:avLst/>
                <a:gdLst/>
                <a:ahLst/>
                <a:cxnLst/>
                <a:rect l="l" t="t" r="r" b="b"/>
                <a:pathLst>
                  <a:path w="1102" h="1101" extrusionOk="0">
                    <a:moveTo>
                      <a:pt x="906" y="906"/>
                    </a:moveTo>
                    <a:cubicBezTo>
                      <a:pt x="710" y="1101"/>
                      <a:pt x="392" y="1101"/>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36" name="Google Shape;1836;p13"/>
              <p:cNvSpPr/>
              <p:nvPr/>
            </p:nvSpPr>
            <p:spPr>
              <a:xfrm>
                <a:off x="2007" y="996"/>
                <a:ext cx="23" cy="2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37" name="Google Shape;1837;p13"/>
              <p:cNvSpPr/>
              <p:nvPr/>
            </p:nvSpPr>
            <p:spPr>
              <a:xfrm>
                <a:off x="1333" y="377"/>
                <a:ext cx="23"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38" name="Google Shape;1838;p13"/>
              <p:cNvSpPr/>
              <p:nvPr/>
            </p:nvSpPr>
            <p:spPr>
              <a:xfrm>
                <a:off x="1367" y="411"/>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39" name="Google Shape;1839;p13"/>
              <p:cNvSpPr/>
              <p:nvPr/>
            </p:nvSpPr>
            <p:spPr>
              <a:xfrm>
                <a:off x="1401" y="445"/>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40" name="Google Shape;1840;p13"/>
              <p:cNvSpPr/>
              <p:nvPr/>
            </p:nvSpPr>
            <p:spPr>
              <a:xfrm>
                <a:off x="1435" y="479"/>
                <a:ext cx="23"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41" name="Google Shape;1841;p13"/>
              <p:cNvSpPr/>
              <p:nvPr/>
            </p:nvSpPr>
            <p:spPr>
              <a:xfrm>
                <a:off x="1469" y="513"/>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42" name="Google Shape;1842;p13"/>
              <p:cNvSpPr/>
              <p:nvPr/>
            </p:nvSpPr>
            <p:spPr>
              <a:xfrm>
                <a:off x="1503" y="547"/>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43" name="Google Shape;1843;p13"/>
              <p:cNvSpPr/>
              <p:nvPr/>
            </p:nvSpPr>
            <p:spPr>
              <a:xfrm>
                <a:off x="1537" y="581"/>
                <a:ext cx="23"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44" name="Google Shape;1844;p13"/>
              <p:cNvSpPr/>
              <p:nvPr/>
            </p:nvSpPr>
            <p:spPr>
              <a:xfrm>
                <a:off x="1571" y="615"/>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45" name="Google Shape;1845;p13"/>
              <p:cNvSpPr/>
              <p:nvPr/>
            </p:nvSpPr>
            <p:spPr>
              <a:xfrm>
                <a:off x="1605" y="649"/>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46" name="Google Shape;1846;p13"/>
              <p:cNvSpPr/>
              <p:nvPr/>
            </p:nvSpPr>
            <p:spPr>
              <a:xfrm>
                <a:off x="1639" y="684"/>
                <a:ext cx="23" cy="22"/>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47" name="Google Shape;1847;p13"/>
              <p:cNvSpPr/>
              <p:nvPr/>
            </p:nvSpPr>
            <p:spPr>
              <a:xfrm>
                <a:off x="1673" y="718"/>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48" name="Google Shape;1848;p13"/>
              <p:cNvSpPr/>
              <p:nvPr/>
            </p:nvSpPr>
            <p:spPr>
              <a:xfrm>
                <a:off x="1707" y="752"/>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49" name="Google Shape;1849;p13"/>
              <p:cNvSpPr/>
              <p:nvPr/>
            </p:nvSpPr>
            <p:spPr>
              <a:xfrm>
                <a:off x="1741" y="786"/>
                <a:ext cx="23"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50" name="Google Shape;1850;p13"/>
              <p:cNvSpPr/>
              <p:nvPr/>
            </p:nvSpPr>
            <p:spPr>
              <a:xfrm>
                <a:off x="1775" y="820"/>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51" name="Google Shape;1851;p13"/>
              <p:cNvSpPr/>
              <p:nvPr/>
            </p:nvSpPr>
            <p:spPr>
              <a:xfrm>
                <a:off x="1809" y="854"/>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52" name="Google Shape;1852;p13"/>
              <p:cNvSpPr/>
              <p:nvPr/>
            </p:nvSpPr>
            <p:spPr>
              <a:xfrm>
                <a:off x="1844" y="888"/>
                <a:ext cx="22"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53" name="Google Shape;1853;p13"/>
              <p:cNvSpPr/>
              <p:nvPr/>
            </p:nvSpPr>
            <p:spPr>
              <a:xfrm>
                <a:off x="1878" y="922"/>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54" name="Google Shape;1854;p13"/>
              <p:cNvSpPr/>
              <p:nvPr/>
            </p:nvSpPr>
            <p:spPr>
              <a:xfrm>
                <a:off x="1912" y="956"/>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55" name="Google Shape;1855;p13"/>
              <p:cNvSpPr/>
              <p:nvPr/>
            </p:nvSpPr>
            <p:spPr>
              <a:xfrm>
                <a:off x="1946" y="990"/>
                <a:ext cx="23"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56" name="Google Shape;1856;p13"/>
              <p:cNvSpPr/>
              <p:nvPr/>
            </p:nvSpPr>
            <p:spPr>
              <a:xfrm>
                <a:off x="1980" y="1024"/>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57" name="Google Shape;1857;p13"/>
              <p:cNvSpPr/>
              <p:nvPr/>
            </p:nvSpPr>
            <p:spPr>
              <a:xfrm>
                <a:off x="1305" y="405"/>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58" name="Google Shape;1858;p13"/>
              <p:cNvSpPr/>
              <p:nvPr/>
            </p:nvSpPr>
            <p:spPr>
              <a:xfrm>
                <a:off x="1339" y="439"/>
                <a:ext cx="23" cy="23"/>
              </a:xfrm>
              <a:custGeom>
                <a:avLst/>
                <a:gdLst/>
                <a:ahLst/>
                <a:cxnLst/>
                <a:rect l="l" t="t" r="r" b="b"/>
                <a:pathLst>
                  <a:path w="1101" h="1102" extrusionOk="0">
                    <a:moveTo>
                      <a:pt x="905" y="906"/>
                    </a:moveTo>
                    <a:cubicBezTo>
                      <a:pt x="709" y="1102"/>
                      <a:pt x="391" y="1102"/>
                      <a:pt x="195" y="906"/>
                    </a:cubicBezTo>
                    <a:cubicBezTo>
                      <a:pt x="0" y="710"/>
                      <a:pt x="0" y="392"/>
                      <a:pt x="195"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59" name="Google Shape;1859;p13"/>
              <p:cNvSpPr/>
              <p:nvPr/>
            </p:nvSpPr>
            <p:spPr>
              <a:xfrm>
                <a:off x="1373" y="473"/>
                <a:ext cx="23" cy="23"/>
              </a:xfrm>
              <a:custGeom>
                <a:avLst/>
                <a:gdLst/>
                <a:ahLst/>
                <a:cxnLst/>
                <a:rect l="l" t="t" r="r" b="b"/>
                <a:pathLst>
                  <a:path w="1101" h="1101" extrusionOk="0">
                    <a:moveTo>
                      <a:pt x="906" y="905"/>
                    </a:moveTo>
                    <a:cubicBezTo>
                      <a:pt x="710" y="1101"/>
                      <a:pt x="392" y="1101"/>
                      <a:pt x="196" y="905"/>
                    </a:cubicBezTo>
                    <a:cubicBezTo>
                      <a:pt x="0" y="710"/>
                      <a:pt x="0" y="392"/>
                      <a:pt x="196" y="196"/>
                    </a:cubicBezTo>
                    <a:cubicBezTo>
                      <a:pt x="392" y="0"/>
                      <a:pt x="710" y="0"/>
                      <a:pt x="906" y="196"/>
                    </a:cubicBezTo>
                    <a:cubicBezTo>
                      <a:pt x="1101" y="392"/>
                      <a:pt x="1101" y="710"/>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60" name="Google Shape;1860;p13"/>
              <p:cNvSpPr/>
              <p:nvPr/>
            </p:nvSpPr>
            <p:spPr>
              <a:xfrm>
                <a:off x="1407" y="507"/>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61" name="Google Shape;1861;p13"/>
              <p:cNvSpPr/>
              <p:nvPr/>
            </p:nvSpPr>
            <p:spPr>
              <a:xfrm>
                <a:off x="1441" y="541"/>
                <a:ext cx="23" cy="23"/>
              </a:xfrm>
              <a:custGeom>
                <a:avLst/>
                <a:gdLst/>
                <a:ahLst/>
                <a:cxnLst/>
                <a:rect l="l" t="t" r="r" b="b"/>
                <a:pathLst>
                  <a:path w="1101" h="1102" extrusionOk="0">
                    <a:moveTo>
                      <a:pt x="905" y="906"/>
                    </a:moveTo>
                    <a:cubicBezTo>
                      <a:pt x="709" y="1102"/>
                      <a:pt x="391" y="1102"/>
                      <a:pt x="195" y="906"/>
                    </a:cubicBezTo>
                    <a:cubicBezTo>
                      <a:pt x="0" y="710"/>
                      <a:pt x="0" y="392"/>
                      <a:pt x="195"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62" name="Google Shape;1862;p13"/>
              <p:cNvSpPr/>
              <p:nvPr/>
            </p:nvSpPr>
            <p:spPr>
              <a:xfrm>
                <a:off x="1475" y="575"/>
                <a:ext cx="23" cy="23"/>
              </a:xfrm>
              <a:custGeom>
                <a:avLst/>
                <a:gdLst/>
                <a:ahLst/>
                <a:cxnLst/>
                <a:rect l="l" t="t" r="r" b="b"/>
                <a:pathLst>
                  <a:path w="1101" h="1101" extrusionOk="0">
                    <a:moveTo>
                      <a:pt x="906" y="905"/>
                    </a:moveTo>
                    <a:cubicBezTo>
                      <a:pt x="710" y="1101"/>
                      <a:pt x="392" y="1101"/>
                      <a:pt x="196" y="905"/>
                    </a:cubicBezTo>
                    <a:cubicBezTo>
                      <a:pt x="0" y="710"/>
                      <a:pt x="0" y="392"/>
                      <a:pt x="196" y="196"/>
                    </a:cubicBezTo>
                    <a:cubicBezTo>
                      <a:pt x="392" y="0"/>
                      <a:pt x="710" y="0"/>
                      <a:pt x="906" y="196"/>
                    </a:cubicBezTo>
                    <a:cubicBezTo>
                      <a:pt x="1101" y="392"/>
                      <a:pt x="1101" y="710"/>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63" name="Google Shape;1863;p13"/>
              <p:cNvSpPr/>
              <p:nvPr/>
            </p:nvSpPr>
            <p:spPr>
              <a:xfrm>
                <a:off x="1509" y="609"/>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64" name="Google Shape;1864;p13"/>
              <p:cNvSpPr/>
              <p:nvPr/>
            </p:nvSpPr>
            <p:spPr>
              <a:xfrm>
                <a:off x="1543" y="643"/>
                <a:ext cx="23" cy="23"/>
              </a:xfrm>
              <a:custGeom>
                <a:avLst/>
                <a:gdLst/>
                <a:ahLst/>
                <a:cxnLst/>
                <a:rect l="l" t="t" r="r" b="b"/>
                <a:pathLst>
                  <a:path w="1101" h="1102" extrusionOk="0">
                    <a:moveTo>
                      <a:pt x="905" y="906"/>
                    </a:moveTo>
                    <a:cubicBezTo>
                      <a:pt x="709" y="1102"/>
                      <a:pt x="391" y="1102"/>
                      <a:pt x="195" y="906"/>
                    </a:cubicBezTo>
                    <a:cubicBezTo>
                      <a:pt x="0" y="710"/>
                      <a:pt x="0" y="392"/>
                      <a:pt x="195"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65" name="Google Shape;1865;p13"/>
              <p:cNvSpPr/>
              <p:nvPr/>
            </p:nvSpPr>
            <p:spPr>
              <a:xfrm>
                <a:off x="1577" y="677"/>
                <a:ext cx="23" cy="23"/>
              </a:xfrm>
              <a:custGeom>
                <a:avLst/>
                <a:gdLst/>
                <a:ahLst/>
                <a:cxnLst/>
                <a:rect l="l" t="t" r="r" b="b"/>
                <a:pathLst>
                  <a:path w="1101" h="1101" extrusionOk="0">
                    <a:moveTo>
                      <a:pt x="906" y="905"/>
                    </a:moveTo>
                    <a:cubicBezTo>
                      <a:pt x="710" y="1101"/>
                      <a:pt x="392" y="1101"/>
                      <a:pt x="196" y="905"/>
                    </a:cubicBezTo>
                    <a:cubicBezTo>
                      <a:pt x="0" y="710"/>
                      <a:pt x="0" y="392"/>
                      <a:pt x="196" y="196"/>
                    </a:cubicBezTo>
                    <a:cubicBezTo>
                      <a:pt x="392" y="0"/>
                      <a:pt x="710" y="0"/>
                      <a:pt x="906" y="196"/>
                    </a:cubicBezTo>
                    <a:cubicBezTo>
                      <a:pt x="1101" y="392"/>
                      <a:pt x="1101" y="710"/>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66" name="Google Shape;1866;p13"/>
              <p:cNvSpPr/>
              <p:nvPr/>
            </p:nvSpPr>
            <p:spPr>
              <a:xfrm>
                <a:off x="1611" y="711"/>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67" name="Google Shape;1867;p13"/>
              <p:cNvSpPr/>
              <p:nvPr/>
            </p:nvSpPr>
            <p:spPr>
              <a:xfrm>
                <a:off x="1646" y="745"/>
                <a:ext cx="22" cy="23"/>
              </a:xfrm>
              <a:custGeom>
                <a:avLst/>
                <a:gdLst/>
                <a:ahLst/>
                <a:cxnLst/>
                <a:rect l="l" t="t" r="r" b="b"/>
                <a:pathLst>
                  <a:path w="1101" h="1102" extrusionOk="0">
                    <a:moveTo>
                      <a:pt x="905" y="906"/>
                    </a:moveTo>
                    <a:cubicBezTo>
                      <a:pt x="709" y="1102"/>
                      <a:pt x="391" y="1102"/>
                      <a:pt x="195" y="906"/>
                    </a:cubicBezTo>
                    <a:cubicBezTo>
                      <a:pt x="0" y="710"/>
                      <a:pt x="0" y="392"/>
                      <a:pt x="195"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68" name="Google Shape;1868;p13"/>
              <p:cNvSpPr/>
              <p:nvPr/>
            </p:nvSpPr>
            <p:spPr>
              <a:xfrm>
                <a:off x="1680" y="779"/>
                <a:ext cx="23" cy="23"/>
              </a:xfrm>
              <a:custGeom>
                <a:avLst/>
                <a:gdLst/>
                <a:ahLst/>
                <a:cxnLst/>
                <a:rect l="l" t="t" r="r" b="b"/>
                <a:pathLst>
                  <a:path w="1101" h="1101" extrusionOk="0">
                    <a:moveTo>
                      <a:pt x="906" y="905"/>
                    </a:moveTo>
                    <a:cubicBezTo>
                      <a:pt x="710" y="1101"/>
                      <a:pt x="392" y="1101"/>
                      <a:pt x="196" y="905"/>
                    </a:cubicBezTo>
                    <a:cubicBezTo>
                      <a:pt x="0" y="710"/>
                      <a:pt x="0" y="392"/>
                      <a:pt x="196" y="196"/>
                    </a:cubicBezTo>
                    <a:cubicBezTo>
                      <a:pt x="392" y="0"/>
                      <a:pt x="710" y="0"/>
                      <a:pt x="906" y="196"/>
                    </a:cubicBezTo>
                    <a:cubicBezTo>
                      <a:pt x="1101" y="392"/>
                      <a:pt x="1101" y="710"/>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69" name="Google Shape;1869;p13"/>
              <p:cNvSpPr/>
              <p:nvPr/>
            </p:nvSpPr>
            <p:spPr>
              <a:xfrm>
                <a:off x="1715" y="814"/>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70" name="Google Shape;1870;p13"/>
              <p:cNvSpPr/>
              <p:nvPr/>
            </p:nvSpPr>
            <p:spPr>
              <a:xfrm>
                <a:off x="1749" y="848"/>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71" name="Google Shape;1871;p13"/>
              <p:cNvSpPr/>
              <p:nvPr/>
            </p:nvSpPr>
            <p:spPr>
              <a:xfrm>
                <a:off x="1782" y="882"/>
                <a:ext cx="23" cy="22"/>
              </a:xfrm>
              <a:custGeom>
                <a:avLst/>
                <a:gdLst/>
                <a:ahLst/>
                <a:cxnLst/>
                <a:rect l="l" t="t" r="r" b="b"/>
                <a:pathLst>
                  <a:path w="1101" h="1101" extrusionOk="0">
                    <a:moveTo>
                      <a:pt x="906" y="905"/>
                    </a:moveTo>
                    <a:cubicBezTo>
                      <a:pt x="710" y="1101"/>
                      <a:pt x="392" y="1101"/>
                      <a:pt x="196" y="905"/>
                    </a:cubicBezTo>
                    <a:cubicBezTo>
                      <a:pt x="0" y="710"/>
                      <a:pt x="0" y="392"/>
                      <a:pt x="196" y="196"/>
                    </a:cubicBezTo>
                    <a:cubicBezTo>
                      <a:pt x="392" y="0"/>
                      <a:pt x="710" y="0"/>
                      <a:pt x="906" y="196"/>
                    </a:cubicBezTo>
                    <a:cubicBezTo>
                      <a:pt x="1101" y="392"/>
                      <a:pt x="1101" y="710"/>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72" name="Google Shape;1872;p13"/>
              <p:cNvSpPr/>
              <p:nvPr/>
            </p:nvSpPr>
            <p:spPr>
              <a:xfrm>
                <a:off x="1816" y="916"/>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73" name="Google Shape;1873;p13"/>
              <p:cNvSpPr/>
              <p:nvPr/>
            </p:nvSpPr>
            <p:spPr>
              <a:xfrm>
                <a:off x="1850" y="950"/>
                <a:ext cx="23" cy="23"/>
              </a:xfrm>
              <a:custGeom>
                <a:avLst/>
                <a:gdLst/>
                <a:ahLst/>
                <a:cxnLst/>
                <a:rect l="l" t="t" r="r" b="b"/>
                <a:pathLst>
                  <a:path w="1101" h="1102" extrusionOk="0">
                    <a:moveTo>
                      <a:pt x="905" y="906"/>
                    </a:moveTo>
                    <a:cubicBezTo>
                      <a:pt x="709" y="1102"/>
                      <a:pt x="391" y="1102"/>
                      <a:pt x="195" y="906"/>
                    </a:cubicBezTo>
                    <a:cubicBezTo>
                      <a:pt x="0" y="710"/>
                      <a:pt x="0" y="392"/>
                      <a:pt x="195"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74" name="Google Shape;1874;p13"/>
              <p:cNvSpPr/>
              <p:nvPr/>
            </p:nvSpPr>
            <p:spPr>
              <a:xfrm>
                <a:off x="1884" y="984"/>
                <a:ext cx="23" cy="23"/>
              </a:xfrm>
              <a:custGeom>
                <a:avLst/>
                <a:gdLst/>
                <a:ahLst/>
                <a:cxnLst/>
                <a:rect l="l" t="t" r="r" b="b"/>
                <a:pathLst>
                  <a:path w="1101" h="1101" extrusionOk="0">
                    <a:moveTo>
                      <a:pt x="906" y="905"/>
                    </a:moveTo>
                    <a:cubicBezTo>
                      <a:pt x="710" y="1101"/>
                      <a:pt x="392" y="1101"/>
                      <a:pt x="196" y="905"/>
                    </a:cubicBezTo>
                    <a:cubicBezTo>
                      <a:pt x="0" y="710"/>
                      <a:pt x="0" y="392"/>
                      <a:pt x="196" y="196"/>
                    </a:cubicBezTo>
                    <a:cubicBezTo>
                      <a:pt x="392" y="0"/>
                      <a:pt x="710" y="0"/>
                      <a:pt x="906" y="196"/>
                    </a:cubicBezTo>
                    <a:cubicBezTo>
                      <a:pt x="1101" y="392"/>
                      <a:pt x="1101" y="710"/>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75" name="Google Shape;1875;p13"/>
              <p:cNvSpPr/>
              <p:nvPr/>
            </p:nvSpPr>
            <p:spPr>
              <a:xfrm>
                <a:off x="1918" y="1018"/>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76" name="Google Shape;1876;p13"/>
              <p:cNvSpPr/>
              <p:nvPr/>
            </p:nvSpPr>
            <p:spPr>
              <a:xfrm>
                <a:off x="1952" y="1052"/>
                <a:ext cx="23" cy="23"/>
              </a:xfrm>
              <a:custGeom>
                <a:avLst/>
                <a:gdLst/>
                <a:ahLst/>
                <a:cxnLst/>
                <a:rect l="l" t="t" r="r" b="b"/>
                <a:pathLst>
                  <a:path w="1101" h="1102" extrusionOk="0">
                    <a:moveTo>
                      <a:pt x="905" y="906"/>
                    </a:moveTo>
                    <a:cubicBezTo>
                      <a:pt x="709" y="1102"/>
                      <a:pt x="391" y="1102"/>
                      <a:pt x="195" y="906"/>
                    </a:cubicBezTo>
                    <a:cubicBezTo>
                      <a:pt x="0" y="710"/>
                      <a:pt x="0" y="392"/>
                      <a:pt x="195"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77" name="Google Shape;1877;p13"/>
              <p:cNvSpPr/>
              <p:nvPr/>
            </p:nvSpPr>
            <p:spPr>
              <a:xfrm>
                <a:off x="1277" y="433"/>
                <a:ext cx="23" cy="23"/>
              </a:xfrm>
              <a:custGeom>
                <a:avLst/>
                <a:gdLst/>
                <a:ahLst/>
                <a:cxnLst/>
                <a:rect l="l" t="t" r="r" b="b"/>
                <a:pathLst>
                  <a:path w="1101" h="1101" extrusionOk="0">
                    <a:moveTo>
                      <a:pt x="905" y="905"/>
                    </a:moveTo>
                    <a:cubicBezTo>
                      <a:pt x="710" y="1101"/>
                      <a:pt x="392" y="1101"/>
                      <a:pt x="196" y="905"/>
                    </a:cubicBezTo>
                    <a:cubicBezTo>
                      <a:pt x="0" y="709"/>
                      <a:pt x="0" y="391"/>
                      <a:pt x="196" y="195"/>
                    </a:cubicBezTo>
                    <a:cubicBezTo>
                      <a:pt x="392" y="0"/>
                      <a:pt x="710"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78" name="Google Shape;1878;p13"/>
              <p:cNvSpPr/>
              <p:nvPr/>
            </p:nvSpPr>
            <p:spPr>
              <a:xfrm>
                <a:off x="1311" y="467"/>
                <a:ext cx="23" cy="2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79" name="Google Shape;1879;p13"/>
              <p:cNvSpPr/>
              <p:nvPr/>
            </p:nvSpPr>
            <p:spPr>
              <a:xfrm>
                <a:off x="1345" y="501"/>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80" name="Google Shape;1880;p13"/>
              <p:cNvSpPr/>
              <p:nvPr/>
            </p:nvSpPr>
            <p:spPr>
              <a:xfrm>
                <a:off x="1380" y="536"/>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81" name="Google Shape;1881;p13"/>
              <p:cNvSpPr/>
              <p:nvPr/>
            </p:nvSpPr>
            <p:spPr>
              <a:xfrm>
                <a:off x="1415" y="570"/>
                <a:ext cx="20"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82" name="Google Shape;1882;p13"/>
              <p:cNvSpPr/>
              <p:nvPr/>
            </p:nvSpPr>
            <p:spPr>
              <a:xfrm>
                <a:off x="1448" y="603"/>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83" name="Google Shape;1883;p13"/>
              <p:cNvSpPr/>
              <p:nvPr/>
            </p:nvSpPr>
            <p:spPr>
              <a:xfrm>
                <a:off x="1482" y="637"/>
                <a:ext cx="23" cy="23"/>
              </a:xfrm>
              <a:custGeom>
                <a:avLst/>
                <a:gdLst/>
                <a:ahLst/>
                <a:cxnLst/>
                <a:rect l="l" t="t" r="r" b="b"/>
                <a:pathLst>
                  <a:path w="1101" h="1101" extrusionOk="0">
                    <a:moveTo>
                      <a:pt x="905" y="905"/>
                    </a:moveTo>
                    <a:cubicBezTo>
                      <a:pt x="710" y="1101"/>
                      <a:pt x="392" y="1101"/>
                      <a:pt x="196" y="905"/>
                    </a:cubicBezTo>
                    <a:cubicBezTo>
                      <a:pt x="0" y="709"/>
                      <a:pt x="0" y="391"/>
                      <a:pt x="196" y="196"/>
                    </a:cubicBezTo>
                    <a:cubicBezTo>
                      <a:pt x="392" y="0"/>
                      <a:pt x="710"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84" name="Google Shape;1884;p13"/>
              <p:cNvSpPr/>
              <p:nvPr/>
            </p:nvSpPr>
            <p:spPr>
              <a:xfrm>
                <a:off x="1517" y="672"/>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85" name="Google Shape;1885;p13"/>
              <p:cNvSpPr/>
              <p:nvPr/>
            </p:nvSpPr>
            <p:spPr>
              <a:xfrm>
                <a:off x="1551" y="706"/>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86" name="Google Shape;1886;p13"/>
              <p:cNvSpPr/>
              <p:nvPr/>
            </p:nvSpPr>
            <p:spPr>
              <a:xfrm>
                <a:off x="1584" y="739"/>
                <a:ext cx="23" cy="23"/>
              </a:xfrm>
              <a:custGeom>
                <a:avLst/>
                <a:gdLst/>
                <a:ahLst/>
                <a:cxnLst/>
                <a:rect l="l" t="t" r="r" b="b"/>
                <a:pathLst>
                  <a:path w="1101" h="1101" extrusionOk="0">
                    <a:moveTo>
                      <a:pt x="905" y="905"/>
                    </a:moveTo>
                    <a:cubicBezTo>
                      <a:pt x="710" y="1101"/>
                      <a:pt x="392" y="1101"/>
                      <a:pt x="196" y="905"/>
                    </a:cubicBezTo>
                    <a:cubicBezTo>
                      <a:pt x="0" y="709"/>
                      <a:pt x="0" y="391"/>
                      <a:pt x="196" y="195"/>
                    </a:cubicBezTo>
                    <a:cubicBezTo>
                      <a:pt x="392" y="0"/>
                      <a:pt x="710"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87" name="Google Shape;1887;p13"/>
              <p:cNvSpPr/>
              <p:nvPr/>
            </p:nvSpPr>
            <p:spPr>
              <a:xfrm>
                <a:off x="1618" y="773"/>
                <a:ext cx="23" cy="2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88" name="Google Shape;1888;p13"/>
              <p:cNvSpPr/>
              <p:nvPr/>
            </p:nvSpPr>
            <p:spPr>
              <a:xfrm>
                <a:off x="1653" y="808"/>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89" name="Google Shape;1889;p13"/>
              <p:cNvSpPr/>
              <p:nvPr/>
            </p:nvSpPr>
            <p:spPr>
              <a:xfrm>
                <a:off x="1687" y="842"/>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90" name="Google Shape;1890;p13"/>
              <p:cNvSpPr/>
              <p:nvPr/>
            </p:nvSpPr>
            <p:spPr>
              <a:xfrm>
                <a:off x="1720" y="875"/>
                <a:ext cx="23" cy="2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91" name="Google Shape;1891;p13"/>
              <p:cNvSpPr/>
              <p:nvPr/>
            </p:nvSpPr>
            <p:spPr>
              <a:xfrm>
                <a:off x="1754" y="909"/>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92" name="Google Shape;1892;p13"/>
              <p:cNvSpPr/>
              <p:nvPr/>
            </p:nvSpPr>
            <p:spPr>
              <a:xfrm>
                <a:off x="1789" y="944"/>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93" name="Google Shape;1893;p13"/>
              <p:cNvSpPr/>
              <p:nvPr/>
            </p:nvSpPr>
            <p:spPr>
              <a:xfrm>
                <a:off x="1823" y="978"/>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94" name="Google Shape;1894;p13"/>
              <p:cNvSpPr/>
              <p:nvPr/>
            </p:nvSpPr>
            <p:spPr>
              <a:xfrm>
                <a:off x="1856" y="1011"/>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95" name="Google Shape;1895;p13"/>
              <p:cNvSpPr/>
              <p:nvPr/>
            </p:nvSpPr>
            <p:spPr>
              <a:xfrm>
                <a:off x="1890" y="1045"/>
                <a:ext cx="23" cy="23"/>
              </a:xfrm>
              <a:custGeom>
                <a:avLst/>
                <a:gdLst/>
                <a:ahLst/>
                <a:cxnLst/>
                <a:rect l="l" t="t" r="r" b="b"/>
                <a:pathLst>
                  <a:path w="1101" h="1101" extrusionOk="0">
                    <a:moveTo>
                      <a:pt x="905" y="905"/>
                    </a:moveTo>
                    <a:cubicBezTo>
                      <a:pt x="710" y="1101"/>
                      <a:pt x="392" y="1101"/>
                      <a:pt x="196" y="905"/>
                    </a:cubicBezTo>
                    <a:cubicBezTo>
                      <a:pt x="0" y="709"/>
                      <a:pt x="0" y="391"/>
                      <a:pt x="196" y="196"/>
                    </a:cubicBezTo>
                    <a:cubicBezTo>
                      <a:pt x="392" y="0"/>
                      <a:pt x="710"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96" name="Google Shape;1896;p13"/>
              <p:cNvSpPr/>
              <p:nvPr/>
            </p:nvSpPr>
            <p:spPr>
              <a:xfrm>
                <a:off x="1924" y="1080"/>
                <a:ext cx="23" cy="22"/>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97" name="Google Shape;1897;p13"/>
              <p:cNvSpPr/>
              <p:nvPr/>
            </p:nvSpPr>
            <p:spPr>
              <a:xfrm>
                <a:off x="1250" y="460"/>
                <a:ext cx="23" cy="2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98" name="Google Shape;1898;p13"/>
              <p:cNvSpPr/>
              <p:nvPr/>
            </p:nvSpPr>
            <p:spPr>
              <a:xfrm>
                <a:off x="1284" y="494"/>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899" name="Google Shape;1899;p13"/>
              <p:cNvSpPr/>
              <p:nvPr/>
            </p:nvSpPr>
            <p:spPr>
              <a:xfrm>
                <a:off x="1318" y="529"/>
                <a:ext cx="23" cy="22"/>
              </a:xfrm>
              <a:custGeom>
                <a:avLst/>
                <a:gdLst/>
                <a:ahLst/>
                <a:cxnLst/>
                <a:rect l="l" t="t" r="r" b="b"/>
                <a:pathLst>
                  <a:path w="1101" h="1101" extrusionOk="0">
                    <a:moveTo>
                      <a:pt x="905" y="905"/>
                    </a:moveTo>
                    <a:cubicBezTo>
                      <a:pt x="709" y="1101"/>
                      <a:pt x="391" y="1101"/>
                      <a:pt x="196" y="905"/>
                    </a:cubicBezTo>
                    <a:cubicBezTo>
                      <a:pt x="0" y="709"/>
                      <a:pt x="0" y="391"/>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00" name="Google Shape;1900;p13"/>
              <p:cNvSpPr/>
              <p:nvPr/>
            </p:nvSpPr>
            <p:spPr>
              <a:xfrm>
                <a:off x="1352" y="563"/>
                <a:ext cx="23" cy="2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01" name="Google Shape;1901;p13"/>
              <p:cNvSpPr/>
              <p:nvPr/>
            </p:nvSpPr>
            <p:spPr>
              <a:xfrm>
                <a:off x="1386" y="597"/>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02" name="Google Shape;1902;p13"/>
              <p:cNvSpPr/>
              <p:nvPr/>
            </p:nvSpPr>
            <p:spPr>
              <a:xfrm>
                <a:off x="1420" y="631"/>
                <a:ext cx="23" cy="23"/>
              </a:xfrm>
              <a:custGeom>
                <a:avLst/>
                <a:gdLst/>
                <a:ahLst/>
                <a:cxnLst/>
                <a:rect l="l" t="t" r="r" b="b"/>
                <a:pathLst>
                  <a:path w="1101" h="1101" extrusionOk="0">
                    <a:moveTo>
                      <a:pt x="905" y="905"/>
                    </a:moveTo>
                    <a:cubicBezTo>
                      <a:pt x="709" y="1101"/>
                      <a:pt x="391" y="1101"/>
                      <a:pt x="196" y="905"/>
                    </a:cubicBezTo>
                    <a:cubicBezTo>
                      <a:pt x="0" y="709"/>
                      <a:pt x="0" y="391"/>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03" name="Google Shape;1903;p13"/>
              <p:cNvSpPr/>
              <p:nvPr/>
            </p:nvSpPr>
            <p:spPr>
              <a:xfrm>
                <a:off x="1454" y="665"/>
                <a:ext cx="23" cy="2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04" name="Google Shape;1904;p13"/>
              <p:cNvSpPr/>
              <p:nvPr/>
            </p:nvSpPr>
            <p:spPr>
              <a:xfrm>
                <a:off x="1489" y="700"/>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05" name="Google Shape;1905;p13"/>
              <p:cNvSpPr/>
              <p:nvPr/>
            </p:nvSpPr>
            <p:spPr>
              <a:xfrm>
                <a:off x="1523" y="734"/>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06" name="Google Shape;1906;p13"/>
              <p:cNvSpPr/>
              <p:nvPr/>
            </p:nvSpPr>
            <p:spPr>
              <a:xfrm>
                <a:off x="1556" y="767"/>
                <a:ext cx="23" cy="2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07" name="Google Shape;1907;p13"/>
              <p:cNvSpPr/>
              <p:nvPr/>
            </p:nvSpPr>
            <p:spPr>
              <a:xfrm>
                <a:off x="1590" y="801"/>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08" name="Google Shape;1908;p13"/>
              <p:cNvSpPr/>
              <p:nvPr/>
            </p:nvSpPr>
            <p:spPr>
              <a:xfrm>
                <a:off x="1625" y="836"/>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09" name="Google Shape;1909;p13"/>
              <p:cNvSpPr/>
              <p:nvPr/>
            </p:nvSpPr>
            <p:spPr>
              <a:xfrm>
                <a:off x="1659" y="870"/>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10" name="Google Shape;1910;p13"/>
              <p:cNvSpPr/>
              <p:nvPr/>
            </p:nvSpPr>
            <p:spPr>
              <a:xfrm>
                <a:off x="1692" y="903"/>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11" name="Google Shape;1911;p13"/>
              <p:cNvSpPr/>
              <p:nvPr/>
            </p:nvSpPr>
            <p:spPr>
              <a:xfrm>
                <a:off x="1726" y="937"/>
                <a:ext cx="23"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12" name="Google Shape;1912;p13"/>
              <p:cNvSpPr/>
              <p:nvPr/>
            </p:nvSpPr>
            <p:spPr>
              <a:xfrm>
                <a:off x="1761" y="972"/>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13" name="Google Shape;1913;p13"/>
              <p:cNvSpPr/>
              <p:nvPr/>
            </p:nvSpPr>
            <p:spPr>
              <a:xfrm>
                <a:off x="1795" y="1006"/>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14" name="Google Shape;1914;p13"/>
              <p:cNvSpPr/>
              <p:nvPr/>
            </p:nvSpPr>
            <p:spPr>
              <a:xfrm>
                <a:off x="1828" y="1039"/>
                <a:ext cx="23"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15" name="Google Shape;1915;p13"/>
              <p:cNvSpPr/>
              <p:nvPr/>
            </p:nvSpPr>
            <p:spPr>
              <a:xfrm>
                <a:off x="1862" y="1073"/>
                <a:ext cx="23" cy="2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16" name="Google Shape;1916;p13"/>
              <p:cNvSpPr/>
              <p:nvPr/>
            </p:nvSpPr>
            <p:spPr>
              <a:xfrm>
                <a:off x="1897" y="1108"/>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17" name="Google Shape;1917;p13"/>
              <p:cNvSpPr/>
              <p:nvPr/>
            </p:nvSpPr>
            <p:spPr>
              <a:xfrm>
                <a:off x="1222" y="488"/>
                <a:ext cx="23" cy="23"/>
              </a:xfrm>
              <a:custGeom>
                <a:avLst/>
                <a:gdLst/>
                <a:ahLst/>
                <a:cxnLst/>
                <a:rect l="l" t="t" r="r" b="b"/>
                <a:pathLst>
                  <a:path w="1101" h="1101" extrusionOk="0">
                    <a:moveTo>
                      <a:pt x="905" y="905"/>
                    </a:moveTo>
                    <a:cubicBezTo>
                      <a:pt x="709" y="1101"/>
                      <a:pt x="391" y="1101"/>
                      <a:pt x="195" y="905"/>
                    </a:cubicBezTo>
                    <a:cubicBezTo>
                      <a:pt x="0" y="710"/>
                      <a:pt x="0" y="392"/>
                      <a:pt x="195"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18" name="Google Shape;1918;p13"/>
              <p:cNvSpPr/>
              <p:nvPr/>
            </p:nvSpPr>
            <p:spPr>
              <a:xfrm>
                <a:off x="1256" y="522"/>
                <a:ext cx="23" cy="23"/>
              </a:xfrm>
              <a:custGeom>
                <a:avLst/>
                <a:gdLst/>
                <a:ahLst/>
                <a:cxnLst/>
                <a:rect l="l" t="t" r="r" b="b"/>
                <a:pathLst>
                  <a:path w="1101" h="1101" extrusionOk="0">
                    <a:moveTo>
                      <a:pt x="906" y="905"/>
                    </a:moveTo>
                    <a:cubicBezTo>
                      <a:pt x="710" y="1101"/>
                      <a:pt x="392" y="1101"/>
                      <a:pt x="196" y="905"/>
                    </a:cubicBezTo>
                    <a:cubicBezTo>
                      <a:pt x="0" y="709"/>
                      <a:pt x="0" y="392"/>
                      <a:pt x="196" y="196"/>
                    </a:cubicBezTo>
                    <a:cubicBezTo>
                      <a:pt x="392" y="0"/>
                      <a:pt x="710" y="0"/>
                      <a:pt x="906" y="196"/>
                    </a:cubicBezTo>
                    <a:cubicBezTo>
                      <a:pt x="1101" y="392"/>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19" name="Google Shape;1919;p13"/>
              <p:cNvSpPr/>
              <p:nvPr/>
            </p:nvSpPr>
            <p:spPr>
              <a:xfrm>
                <a:off x="1290" y="556"/>
                <a:ext cx="23" cy="23"/>
              </a:xfrm>
              <a:custGeom>
                <a:avLst/>
                <a:gdLst/>
                <a:ahLst/>
                <a:cxnLst/>
                <a:rect l="l" t="t" r="r" b="b"/>
                <a:pathLst>
                  <a:path w="1101" h="1101" extrusionOk="0">
                    <a:moveTo>
                      <a:pt x="905" y="905"/>
                    </a:moveTo>
                    <a:cubicBezTo>
                      <a:pt x="709" y="1101"/>
                      <a:pt x="392" y="1101"/>
                      <a:pt x="196" y="905"/>
                    </a:cubicBezTo>
                    <a:cubicBezTo>
                      <a:pt x="0" y="709"/>
                      <a:pt x="0" y="391"/>
                      <a:pt x="196" y="195"/>
                    </a:cubicBezTo>
                    <a:cubicBezTo>
                      <a:pt x="392" y="0"/>
                      <a:pt x="709"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20" name="Google Shape;1920;p13"/>
              <p:cNvSpPr/>
              <p:nvPr/>
            </p:nvSpPr>
            <p:spPr>
              <a:xfrm>
                <a:off x="1324" y="590"/>
                <a:ext cx="23" cy="23"/>
              </a:xfrm>
              <a:custGeom>
                <a:avLst/>
                <a:gdLst/>
                <a:ahLst/>
                <a:cxnLst/>
                <a:rect l="l" t="t" r="r" b="b"/>
                <a:pathLst>
                  <a:path w="1101" h="1101" extrusionOk="0">
                    <a:moveTo>
                      <a:pt x="905" y="905"/>
                    </a:moveTo>
                    <a:cubicBezTo>
                      <a:pt x="709" y="1101"/>
                      <a:pt x="391" y="1101"/>
                      <a:pt x="195" y="905"/>
                    </a:cubicBezTo>
                    <a:cubicBezTo>
                      <a:pt x="0" y="710"/>
                      <a:pt x="0" y="392"/>
                      <a:pt x="195"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21" name="Google Shape;1921;p13"/>
              <p:cNvSpPr/>
              <p:nvPr/>
            </p:nvSpPr>
            <p:spPr>
              <a:xfrm>
                <a:off x="1358" y="624"/>
                <a:ext cx="23" cy="23"/>
              </a:xfrm>
              <a:custGeom>
                <a:avLst/>
                <a:gdLst/>
                <a:ahLst/>
                <a:cxnLst/>
                <a:rect l="l" t="t" r="r" b="b"/>
                <a:pathLst>
                  <a:path w="1101" h="1101" extrusionOk="0">
                    <a:moveTo>
                      <a:pt x="906" y="905"/>
                    </a:moveTo>
                    <a:cubicBezTo>
                      <a:pt x="710" y="1101"/>
                      <a:pt x="392" y="1101"/>
                      <a:pt x="196" y="905"/>
                    </a:cubicBezTo>
                    <a:cubicBezTo>
                      <a:pt x="0" y="709"/>
                      <a:pt x="0" y="392"/>
                      <a:pt x="196" y="196"/>
                    </a:cubicBezTo>
                    <a:cubicBezTo>
                      <a:pt x="392" y="0"/>
                      <a:pt x="710" y="0"/>
                      <a:pt x="906" y="196"/>
                    </a:cubicBezTo>
                    <a:cubicBezTo>
                      <a:pt x="1101" y="392"/>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22" name="Google Shape;1922;p13"/>
              <p:cNvSpPr/>
              <p:nvPr/>
            </p:nvSpPr>
            <p:spPr>
              <a:xfrm>
                <a:off x="1392" y="658"/>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23" name="Google Shape;1923;p13"/>
              <p:cNvSpPr/>
              <p:nvPr/>
            </p:nvSpPr>
            <p:spPr>
              <a:xfrm>
                <a:off x="1426" y="692"/>
                <a:ext cx="23" cy="23"/>
              </a:xfrm>
              <a:custGeom>
                <a:avLst/>
                <a:gdLst/>
                <a:ahLst/>
                <a:cxnLst/>
                <a:rect l="l" t="t" r="r" b="b"/>
                <a:pathLst>
                  <a:path w="1101" h="1101" extrusionOk="0">
                    <a:moveTo>
                      <a:pt x="905" y="906"/>
                    </a:moveTo>
                    <a:cubicBezTo>
                      <a:pt x="709" y="1101"/>
                      <a:pt x="391" y="1101"/>
                      <a:pt x="195" y="906"/>
                    </a:cubicBezTo>
                    <a:cubicBezTo>
                      <a:pt x="0" y="710"/>
                      <a:pt x="0" y="392"/>
                      <a:pt x="195"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24" name="Google Shape;1924;p13"/>
              <p:cNvSpPr/>
              <p:nvPr/>
            </p:nvSpPr>
            <p:spPr>
              <a:xfrm>
                <a:off x="1460" y="727"/>
                <a:ext cx="23" cy="22"/>
              </a:xfrm>
              <a:custGeom>
                <a:avLst/>
                <a:gdLst/>
                <a:ahLst/>
                <a:cxnLst/>
                <a:rect l="l" t="t" r="r" b="b"/>
                <a:pathLst>
                  <a:path w="1101" h="1101" extrusionOk="0">
                    <a:moveTo>
                      <a:pt x="906" y="905"/>
                    </a:moveTo>
                    <a:cubicBezTo>
                      <a:pt x="710" y="1101"/>
                      <a:pt x="392" y="1101"/>
                      <a:pt x="196" y="905"/>
                    </a:cubicBezTo>
                    <a:cubicBezTo>
                      <a:pt x="0" y="709"/>
                      <a:pt x="0" y="392"/>
                      <a:pt x="196" y="196"/>
                    </a:cubicBezTo>
                    <a:cubicBezTo>
                      <a:pt x="392" y="0"/>
                      <a:pt x="710" y="0"/>
                      <a:pt x="906" y="196"/>
                    </a:cubicBezTo>
                    <a:cubicBezTo>
                      <a:pt x="1101" y="392"/>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25" name="Google Shape;1925;p13"/>
              <p:cNvSpPr/>
              <p:nvPr/>
            </p:nvSpPr>
            <p:spPr>
              <a:xfrm>
                <a:off x="1494" y="761"/>
                <a:ext cx="23" cy="23"/>
              </a:xfrm>
              <a:custGeom>
                <a:avLst/>
                <a:gdLst/>
                <a:ahLst/>
                <a:cxnLst/>
                <a:rect l="l" t="t" r="r" b="b"/>
                <a:pathLst>
                  <a:path w="1101" h="1101" extrusionOk="0">
                    <a:moveTo>
                      <a:pt x="905" y="905"/>
                    </a:moveTo>
                    <a:cubicBezTo>
                      <a:pt x="709" y="1101"/>
                      <a:pt x="392" y="1101"/>
                      <a:pt x="196" y="905"/>
                    </a:cubicBezTo>
                    <a:cubicBezTo>
                      <a:pt x="0" y="709"/>
                      <a:pt x="0" y="391"/>
                      <a:pt x="196" y="195"/>
                    </a:cubicBezTo>
                    <a:cubicBezTo>
                      <a:pt x="392" y="0"/>
                      <a:pt x="709"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26" name="Google Shape;1926;p13"/>
              <p:cNvSpPr/>
              <p:nvPr/>
            </p:nvSpPr>
            <p:spPr>
              <a:xfrm>
                <a:off x="1528" y="795"/>
                <a:ext cx="23" cy="23"/>
              </a:xfrm>
              <a:custGeom>
                <a:avLst/>
                <a:gdLst/>
                <a:ahLst/>
                <a:cxnLst/>
                <a:rect l="l" t="t" r="r" b="b"/>
                <a:pathLst>
                  <a:path w="1101" h="1101" extrusionOk="0">
                    <a:moveTo>
                      <a:pt x="905" y="905"/>
                    </a:moveTo>
                    <a:cubicBezTo>
                      <a:pt x="709" y="1101"/>
                      <a:pt x="391" y="1101"/>
                      <a:pt x="195" y="905"/>
                    </a:cubicBezTo>
                    <a:cubicBezTo>
                      <a:pt x="0" y="710"/>
                      <a:pt x="0" y="392"/>
                      <a:pt x="195"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27" name="Google Shape;1927;p13"/>
              <p:cNvSpPr/>
              <p:nvPr/>
            </p:nvSpPr>
            <p:spPr>
              <a:xfrm>
                <a:off x="1562" y="829"/>
                <a:ext cx="23" cy="23"/>
              </a:xfrm>
              <a:custGeom>
                <a:avLst/>
                <a:gdLst/>
                <a:ahLst/>
                <a:cxnLst/>
                <a:rect l="l" t="t" r="r" b="b"/>
                <a:pathLst>
                  <a:path w="1101" h="1101" extrusionOk="0">
                    <a:moveTo>
                      <a:pt x="906" y="905"/>
                    </a:moveTo>
                    <a:cubicBezTo>
                      <a:pt x="710" y="1101"/>
                      <a:pt x="392" y="1101"/>
                      <a:pt x="196" y="905"/>
                    </a:cubicBezTo>
                    <a:cubicBezTo>
                      <a:pt x="0" y="709"/>
                      <a:pt x="0" y="392"/>
                      <a:pt x="196" y="196"/>
                    </a:cubicBezTo>
                    <a:cubicBezTo>
                      <a:pt x="392" y="0"/>
                      <a:pt x="710" y="0"/>
                      <a:pt x="906" y="196"/>
                    </a:cubicBezTo>
                    <a:cubicBezTo>
                      <a:pt x="1101" y="392"/>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28" name="Google Shape;1928;p13"/>
              <p:cNvSpPr/>
              <p:nvPr/>
            </p:nvSpPr>
            <p:spPr>
              <a:xfrm>
                <a:off x="1597" y="864"/>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29" name="Google Shape;1929;p13"/>
              <p:cNvSpPr/>
              <p:nvPr/>
            </p:nvSpPr>
            <p:spPr>
              <a:xfrm>
                <a:off x="1630" y="897"/>
                <a:ext cx="23" cy="23"/>
              </a:xfrm>
              <a:custGeom>
                <a:avLst/>
                <a:gdLst/>
                <a:ahLst/>
                <a:cxnLst/>
                <a:rect l="l" t="t" r="r" b="b"/>
                <a:pathLst>
                  <a:path w="1101" h="1101" extrusionOk="0">
                    <a:moveTo>
                      <a:pt x="905" y="905"/>
                    </a:moveTo>
                    <a:cubicBezTo>
                      <a:pt x="709" y="1101"/>
                      <a:pt x="391" y="1101"/>
                      <a:pt x="195" y="905"/>
                    </a:cubicBezTo>
                    <a:cubicBezTo>
                      <a:pt x="0" y="710"/>
                      <a:pt x="0" y="392"/>
                      <a:pt x="195"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30" name="Google Shape;1930;p13"/>
              <p:cNvSpPr/>
              <p:nvPr/>
            </p:nvSpPr>
            <p:spPr>
              <a:xfrm>
                <a:off x="1664" y="931"/>
                <a:ext cx="23" cy="23"/>
              </a:xfrm>
              <a:custGeom>
                <a:avLst/>
                <a:gdLst/>
                <a:ahLst/>
                <a:cxnLst/>
                <a:rect l="l" t="t" r="r" b="b"/>
                <a:pathLst>
                  <a:path w="1101" h="1101" extrusionOk="0">
                    <a:moveTo>
                      <a:pt x="906" y="905"/>
                    </a:moveTo>
                    <a:cubicBezTo>
                      <a:pt x="710" y="1101"/>
                      <a:pt x="392" y="1101"/>
                      <a:pt x="196" y="905"/>
                    </a:cubicBezTo>
                    <a:cubicBezTo>
                      <a:pt x="0" y="709"/>
                      <a:pt x="0" y="392"/>
                      <a:pt x="196" y="196"/>
                    </a:cubicBezTo>
                    <a:cubicBezTo>
                      <a:pt x="392" y="0"/>
                      <a:pt x="710" y="0"/>
                      <a:pt x="906" y="196"/>
                    </a:cubicBezTo>
                    <a:cubicBezTo>
                      <a:pt x="1101" y="392"/>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31" name="Google Shape;1931;p13"/>
              <p:cNvSpPr/>
              <p:nvPr/>
            </p:nvSpPr>
            <p:spPr>
              <a:xfrm>
                <a:off x="1698" y="965"/>
                <a:ext cx="23" cy="23"/>
              </a:xfrm>
              <a:custGeom>
                <a:avLst/>
                <a:gdLst/>
                <a:ahLst/>
                <a:cxnLst/>
                <a:rect l="l" t="t" r="r" b="b"/>
                <a:pathLst>
                  <a:path w="1101" h="1101" extrusionOk="0">
                    <a:moveTo>
                      <a:pt x="905" y="905"/>
                    </a:moveTo>
                    <a:cubicBezTo>
                      <a:pt x="709" y="1101"/>
                      <a:pt x="392" y="1101"/>
                      <a:pt x="196" y="905"/>
                    </a:cubicBezTo>
                    <a:cubicBezTo>
                      <a:pt x="0" y="709"/>
                      <a:pt x="0" y="391"/>
                      <a:pt x="196" y="195"/>
                    </a:cubicBezTo>
                    <a:cubicBezTo>
                      <a:pt x="392" y="0"/>
                      <a:pt x="709"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32" name="Google Shape;1932;p13"/>
              <p:cNvSpPr/>
              <p:nvPr/>
            </p:nvSpPr>
            <p:spPr>
              <a:xfrm>
                <a:off x="1733" y="1000"/>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33" name="Google Shape;1933;p13"/>
              <p:cNvSpPr/>
              <p:nvPr/>
            </p:nvSpPr>
            <p:spPr>
              <a:xfrm>
                <a:off x="1767" y="1034"/>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34" name="Google Shape;1934;p13"/>
              <p:cNvSpPr/>
              <p:nvPr/>
            </p:nvSpPr>
            <p:spPr>
              <a:xfrm>
                <a:off x="1801" y="1067"/>
                <a:ext cx="22"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35" name="Google Shape;1935;p13"/>
              <p:cNvSpPr/>
              <p:nvPr/>
            </p:nvSpPr>
            <p:spPr>
              <a:xfrm>
                <a:off x="1835" y="1101"/>
                <a:ext cx="23" cy="23"/>
              </a:xfrm>
              <a:custGeom>
                <a:avLst/>
                <a:gdLst/>
                <a:ahLst/>
                <a:cxnLst/>
                <a:rect l="l" t="t" r="r" b="b"/>
                <a:pathLst>
                  <a:path w="1101" h="1101" extrusionOk="0">
                    <a:moveTo>
                      <a:pt x="905" y="906"/>
                    </a:moveTo>
                    <a:cubicBezTo>
                      <a:pt x="709" y="1101"/>
                      <a:pt x="391" y="1101"/>
                      <a:pt x="195" y="906"/>
                    </a:cubicBezTo>
                    <a:cubicBezTo>
                      <a:pt x="0" y="710"/>
                      <a:pt x="0" y="392"/>
                      <a:pt x="195"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36" name="Google Shape;1936;p13"/>
              <p:cNvSpPr/>
              <p:nvPr/>
            </p:nvSpPr>
            <p:spPr>
              <a:xfrm>
                <a:off x="1870" y="1136"/>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37" name="Google Shape;1937;p13"/>
              <p:cNvSpPr/>
              <p:nvPr/>
            </p:nvSpPr>
            <p:spPr>
              <a:xfrm>
                <a:off x="1194" y="516"/>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38" name="Google Shape;1938;p13"/>
              <p:cNvSpPr/>
              <p:nvPr/>
            </p:nvSpPr>
            <p:spPr>
              <a:xfrm>
                <a:off x="1228" y="550"/>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39" name="Google Shape;1939;p13"/>
              <p:cNvSpPr/>
              <p:nvPr/>
            </p:nvSpPr>
            <p:spPr>
              <a:xfrm>
                <a:off x="1262" y="584"/>
                <a:ext cx="23" cy="23"/>
              </a:xfrm>
              <a:custGeom>
                <a:avLst/>
                <a:gdLst/>
                <a:ahLst/>
                <a:cxnLst/>
                <a:rect l="l" t="t" r="r" b="b"/>
                <a:pathLst>
                  <a:path w="1101" h="1101" extrusionOk="0">
                    <a:moveTo>
                      <a:pt x="905" y="906"/>
                    </a:moveTo>
                    <a:cubicBezTo>
                      <a:pt x="710" y="1101"/>
                      <a:pt x="392" y="1101"/>
                      <a:pt x="196" y="906"/>
                    </a:cubicBezTo>
                    <a:cubicBezTo>
                      <a:pt x="0" y="710"/>
                      <a:pt x="0" y="392"/>
                      <a:pt x="196" y="196"/>
                    </a:cubicBezTo>
                    <a:cubicBezTo>
                      <a:pt x="392" y="0"/>
                      <a:pt x="710"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40" name="Google Shape;1940;p13"/>
              <p:cNvSpPr/>
              <p:nvPr/>
            </p:nvSpPr>
            <p:spPr>
              <a:xfrm>
                <a:off x="1296" y="618"/>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41" name="Google Shape;1941;p13"/>
              <p:cNvSpPr/>
              <p:nvPr/>
            </p:nvSpPr>
            <p:spPr>
              <a:xfrm>
                <a:off x="1330" y="652"/>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42" name="Google Shape;1942;p13"/>
              <p:cNvSpPr/>
              <p:nvPr/>
            </p:nvSpPr>
            <p:spPr>
              <a:xfrm>
                <a:off x="1364" y="686"/>
                <a:ext cx="23" cy="23"/>
              </a:xfrm>
              <a:custGeom>
                <a:avLst/>
                <a:gdLst/>
                <a:ahLst/>
                <a:cxnLst/>
                <a:rect l="l" t="t" r="r" b="b"/>
                <a:pathLst>
                  <a:path w="1101" h="1101" extrusionOk="0">
                    <a:moveTo>
                      <a:pt x="905" y="906"/>
                    </a:moveTo>
                    <a:cubicBezTo>
                      <a:pt x="710" y="1101"/>
                      <a:pt x="392" y="1101"/>
                      <a:pt x="196" y="906"/>
                    </a:cubicBezTo>
                    <a:cubicBezTo>
                      <a:pt x="0" y="710"/>
                      <a:pt x="0" y="392"/>
                      <a:pt x="196" y="196"/>
                    </a:cubicBezTo>
                    <a:cubicBezTo>
                      <a:pt x="392" y="0"/>
                      <a:pt x="710"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43" name="Google Shape;1943;p13"/>
              <p:cNvSpPr/>
              <p:nvPr/>
            </p:nvSpPr>
            <p:spPr>
              <a:xfrm>
                <a:off x="1398" y="720"/>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44" name="Google Shape;1944;p13"/>
              <p:cNvSpPr/>
              <p:nvPr/>
            </p:nvSpPr>
            <p:spPr>
              <a:xfrm>
                <a:off x="1432" y="754"/>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45" name="Google Shape;1945;p13"/>
              <p:cNvSpPr/>
              <p:nvPr/>
            </p:nvSpPr>
            <p:spPr>
              <a:xfrm>
                <a:off x="1466" y="788"/>
                <a:ext cx="23" cy="23"/>
              </a:xfrm>
              <a:custGeom>
                <a:avLst/>
                <a:gdLst/>
                <a:ahLst/>
                <a:cxnLst/>
                <a:rect l="l" t="t" r="r" b="b"/>
                <a:pathLst>
                  <a:path w="1101" h="1102" extrusionOk="0">
                    <a:moveTo>
                      <a:pt x="905" y="906"/>
                    </a:moveTo>
                    <a:cubicBezTo>
                      <a:pt x="710" y="1102"/>
                      <a:pt x="392" y="1102"/>
                      <a:pt x="196" y="906"/>
                    </a:cubicBezTo>
                    <a:cubicBezTo>
                      <a:pt x="0" y="710"/>
                      <a:pt x="0" y="392"/>
                      <a:pt x="196" y="196"/>
                    </a:cubicBezTo>
                    <a:cubicBezTo>
                      <a:pt x="392" y="0"/>
                      <a:pt x="710"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46" name="Google Shape;1946;p13"/>
              <p:cNvSpPr/>
              <p:nvPr/>
            </p:nvSpPr>
            <p:spPr>
              <a:xfrm>
                <a:off x="1500" y="822"/>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47" name="Google Shape;1947;p13"/>
              <p:cNvSpPr/>
              <p:nvPr/>
            </p:nvSpPr>
            <p:spPr>
              <a:xfrm>
                <a:off x="1534" y="856"/>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48" name="Google Shape;1948;p13"/>
              <p:cNvSpPr/>
              <p:nvPr/>
            </p:nvSpPr>
            <p:spPr>
              <a:xfrm>
                <a:off x="1568" y="890"/>
                <a:ext cx="23" cy="23"/>
              </a:xfrm>
              <a:custGeom>
                <a:avLst/>
                <a:gdLst/>
                <a:ahLst/>
                <a:cxnLst/>
                <a:rect l="l" t="t" r="r" b="b"/>
                <a:pathLst>
                  <a:path w="1101" h="1102" extrusionOk="0">
                    <a:moveTo>
                      <a:pt x="905" y="906"/>
                    </a:moveTo>
                    <a:cubicBezTo>
                      <a:pt x="710" y="1102"/>
                      <a:pt x="392" y="1102"/>
                      <a:pt x="196" y="906"/>
                    </a:cubicBezTo>
                    <a:cubicBezTo>
                      <a:pt x="0" y="710"/>
                      <a:pt x="0" y="392"/>
                      <a:pt x="196" y="196"/>
                    </a:cubicBezTo>
                    <a:cubicBezTo>
                      <a:pt x="392" y="0"/>
                      <a:pt x="710"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49" name="Google Shape;1949;p13"/>
              <p:cNvSpPr/>
              <p:nvPr/>
            </p:nvSpPr>
            <p:spPr>
              <a:xfrm>
                <a:off x="1603" y="925"/>
                <a:ext cx="22" cy="22"/>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50" name="Google Shape;1950;p13"/>
              <p:cNvSpPr/>
              <p:nvPr/>
            </p:nvSpPr>
            <p:spPr>
              <a:xfrm>
                <a:off x="1637" y="959"/>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51" name="Google Shape;1951;p13"/>
              <p:cNvSpPr/>
              <p:nvPr/>
            </p:nvSpPr>
            <p:spPr>
              <a:xfrm>
                <a:off x="1671" y="993"/>
                <a:ext cx="23" cy="23"/>
              </a:xfrm>
              <a:custGeom>
                <a:avLst/>
                <a:gdLst/>
                <a:ahLst/>
                <a:cxnLst/>
                <a:rect l="l" t="t" r="r" b="b"/>
                <a:pathLst>
                  <a:path w="1101" h="1101" extrusionOk="0">
                    <a:moveTo>
                      <a:pt x="905" y="906"/>
                    </a:moveTo>
                    <a:cubicBezTo>
                      <a:pt x="710" y="1101"/>
                      <a:pt x="392" y="1101"/>
                      <a:pt x="196" y="906"/>
                    </a:cubicBezTo>
                    <a:cubicBezTo>
                      <a:pt x="0" y="710"/>
                      <a:pt x="0" y="392"/>
                      <a:pt x="196" y="196"/>
                    </a:cubicBezTo>
                    <a:cubicBezTo>
                      <a:pt x="392" y="0"/>
                      <a:pt x="710"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52" name="Google Shape;1952;p13"/>
              <p:cNvSpPr/>
              <p:nvPr/>
            </p:nvSpPr>
            <p:spPr>
              <a:xfrm>
                <a:off x="1705" y="1027"/>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53" name="Google Shape;1953;p13"/>
              <p:cNvSpPr/>
              <p:nvPr/>
            </p:nvSpPr>
            <p:spPr>
              <a:xfrm>
                <a:off x="1739" y="1061"/>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54" name="Google Shape;1954;p13"/>
              <p:cNvSpPr/>
              <p:nvPr/>
            </p:nvSpPr>
            <p:spPr>
              <a:xfrm>
                <a:off x="1773" y="1095"/>
                <a:ext cx="23" cy="23"/>
              </a:xfrm>
              <a:custGeom>
                <a:avLst/>
                <a:gdLst/>
                <a:ahLst/>
                <a:cxnLst/>
                <a:rect l="l" t="t" r="r" b="b"/>
                <a:pathLst>
                  <a:path w="1101" h="1101" extrusionOk="0">
                    <a:moveTo>
                      <a:pt x="905" y="906"/>
                    </a:moveTo>
                    <a:cubicBezTo>
                      <a:pt x="710" y="1101"/>
                      <a:pt x="392" y="1101"/>
                      <a:pt x="196" y="906"/>
                    </a:cubicBezTo>
                    <a:cubicBezTo>
                      <a:pt x="0" y="710"/>
                      <a:pt x="0" y="392"/>
                      <a:pt x="196" y="196"/>
                    </a:cubicBezTo>
                    <a:cubicBezTo>
                      <a:pt x="392" y="0"/>
                      <a:pt x="710"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55" name="Google Shape;1955;p13"/>
              <p:cNvSpPr/>
              <p:nvPr/>
            </p:nvSpPr>
            <p:spPr>
              <a:xfrm>
                <a:off x="1807" y="1129"/>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56" name="Google Shape;1956;p13"/>
              <p:cNvSpPr/>
              <p:nvPr/>
            </p:nvSpPr>
            <p:spPr>
              <a:xfrm>
                <a:off x="1841" y="1163"/>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57" name="Google Shape;1957;p13"/>
              <p:cNvSpPr/>
              <p:nvPr/>
            </p:nvSpPr>
            <p:spPr>
              <a:xfrm>
                <a:off x="1166" y="544"/>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58" name="Google Shape;1958;p13"/>
              <p:cNvSpPr/>
              <p:nvPr/>
            </p:nvSpPr>
            <p:spPr>
              <a:xfrm>
                <a:off x="1200" y="578"/>
                <a:ext cx="23"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59" name="Google Shape;1959;p13"/>
              <p:cNvSpPr/>
              <p:nvPr/>
            </p:nvSpPr>
            <p:spPr>
              <a:xfrm>
                <a:off x="1234" y="612"/>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10"/>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60" name="Google Shape;1960;p13"/>
              <p:cNvSpPr/>
              <p:nvPr/>
            </p:nvSpPr>
            <p:spPr>
              <a:xfrm>
                <a:off x="1268" y="646"/>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61" name="Google Shape;1961;p13"/>
              <p:cNvSpPr/>
              <p:nvPr/>
            </p:nvSpPr>
            <p:spPr>
              <a:xfrm>
                <a:off x="1302" y="680"/>
                <a:ext cx="23"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62" name="Google Shape;1962;p13"/>
              <p:cNvSpPr/>
              <p:nvPr/>
            </p:nvSpPr>
            <p:spPr>
              <a:xfrm>
                <a:off x="1336" y="714"/>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63" name="Google Shape;1963;p13"/>
              <p:cNvSpPr/>
              <p:nvPr/>
            </p:nvSpPr>
            <p:spPr>
              <a:xfrm>
                <a:off x="1371" y="748"/>
                <a:ext cx="22"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64" name="Google Shape;1964;p13"/>
              <p:cNvSpPr/>
              <p:nvPr/>
            </p:nvSpPr>
            <p:spPr>
              <a:xfrm>
                <a:off x="1405" y="782"/>
                <a:ext cx="22"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65" name="Google Shape;1965;p13"/>
              <p:cNvSpPr/>
              <p:nvPr/>
            </p:nvSpPr>
            <p:spPr>
              <a:xfrm>
                <a:off x="1439" y="816"/>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66" name="Google Shape;1966;p13"/>
              <p:cNvSpPr/>
              <p:nvPr/>
            </p:nvSpPr>
            <p:spPr>
              <a:xfrm>
                <a:off x="1473" y="850"/>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67" name="Google Shape;1967;p13"/>
              <p:cNvSpPr/>
              <p:nvPr/>
            </p:nvSpPr>
            <p:spPr>
              <a:xfrm>
                <a:off x="1507" y="884"/>
                <a:ext cx="23"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68" name="Google Shape;1968;p13"/>
              <p:cNvSpPr/>
              <p:nvPr/>
            </p:nvSpPr>
            <p:spPr>
              <a:xfrm>
                <a:off x="1541" y="918"/>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69" name="Google Shape;1969;p13"/>
              <p:cNvSpPr/>
              <p:nvPr/>
            </p:nvSpPr>
            <p:spPr>
              <a:xfrm>
                <a:off x="1575" y="952"/>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70" name="Google Shape;1970;p13"/>
              <p:cNvSpPr/>
              <p:nvPr/>
            </p:nvSpPr>
            <p:spPr>
              <a:xfrm>
                <a:off x="1609" y="986"/>
                <a:ext cx="23"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71" name="Google Shape;1971;p13"/>
              <p:cNvSpPr/>
              <p:nvPr/>
            </p:nvSpPr>
            <p:spPr>
              <a:xfrm>
                <a:off x="1643" y="1020"/>
                <a:ext cx="23" cy="23"/>
              </a:xfrm>
              <a:custGeom>
                <a:avLst/>
                <a:gdLst/>
                <a:ahLst/>
                <a:cxnLst/>
                <a:rect l="l" t="t" r="r" b="b"/>
                <a:pathLst>
                  <a:path w="1102" h="1101" extrusionOk="0">
                    <a:moveTo>
                      <a:pt x="906" y="905"/>
                    </a:moveTo>
                    <a:cubicBezTo>
                      <a:pt x="710" y="1101"/>
                      <a:pt x="392" y="1101"/>
                      <a:pt x="196" y="905"/>
                    </a:cubicBezTo>
                    <a:cubicBezTo>
                      <a:pt x="0" y="710"/>
                      <a:pt x="0" y="392"/>
                      <a:pt x="196" y="196"/>
                    </a:cubicBezTo>
                    <a:cubicBezTo>
                      <a:pt x="392" y="0"/>
                      <a:pt x="710" y="0"/>
                      <a:pt x="906" y="196"/>
                    </a:cubicBezTo>
                    <a:cubicBezTo>
                      <a:pt x="1102" y="392"/>
                      <a:pt x="1102" y="710"/>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72" name="Google Shape;1972;p13"/>
              <p:cNvSpPr/>
              <p:nvPr/>
            </p:nvSpPr>
            <p:spPr>
              <a:xfrm>
                <a:off x="1677" y="1054"/>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73" name="Google Shape;1973;p13"/>
              <p:cNvSpPr/>
              <p:nvPr/>
            </p:nvSpPr>
            <p:spPr>
              <a:xfrm>
                <a:off x="1711" y="1088"/>
                <a:ext cx="23"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74" name="Google Shape;1974;p13"/>
              <p:cNvSpPr/>
              <p:nvPr/>
            </p:nvSpPr>
            <p:spPr>
              <a:xfrm>
                <a:off x="1745" y="1123"/>
                <a:ext cx="23" cy="22"/>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75" name="Google Shape;1975;p13"/>
              <p:cNvSpPr/>
              <p:nvPr/>
            </p:nvSpPr>
            <p:spPr>
              <a:xfrm>
                <a:off x="1779" y="1157"/>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1976" name="Google Shape;1976;p13"/>
              <p:cNvSpPr/>
              <p:nvPr/>
            </p:nvSpPr>
            <p:spPr>
              <a:xfrm>
                <a:off x="1813" y="1191"/>
                <a:ext cx="23"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grpSp>
        <p:sp>
          <p:nvSpPr>
            <p:cNvPr id="1977" name="Google Shape;1977;p13"/>
            <p:cNvSpPr/>
            <p:nvPr/>
          </p:nvSpPr>
          <p:spPr>
            <a:xfrm>
              <a:off x="565757" y="908050"/>
              <a:ext cx="36513" cy="36513"/>
            </a:xfrm>
            <a:custGeom>
              <a:avLst/>
              <a:gdLst/>
              <a:ahLst/>
              <a:cxnLst/>
              <a:rect l="l" t="t" r="r" b="b"/>
              <a:pathLst>
                <a:path w="1101" h="1101" extrusionOk="0">
                  <a:moveTo>
                    <a:pt x="906" y="905"/>
                  </a:moveTo>
                  <a:cubicBezTo>
                    <a:pt x="710" y="1101"/>
                    <a:pt x="392" y="1101"/>
                    <a:pt x="196" y="905"/>
                  </a:cubicBezTo>
                  <a:cubicBezTo>
                    <a:pt x="0" y="709"/>
                    <a:pt x="0" y="391"/>
                    <a:pt x="196" y="195"/>
                  </a:cubicBezTo>
                  <a:cubicBezTo>
                    <a:pt x="392" y="0"/>
                    <a:pt x="710" y="0"/>
                    <a:pt x="906" y="195"/>
                  </a:cubicBezTo>
                  <a:cubicBezTo>
                    <a:pt x="1101" y="391"/>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78" name="Google Shape;1978;p13"/>
            <p:cNvSpPr/>
            <p:nvPr/>
          </p:nvSpPr>
          <p:spPr>
            <a:xfrm>
              <a:off x="621319" y="962025"/>
              <a:ext cx="34925" cy="3651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79" name="Google Shape;1979;p13"/>
            <p:cNvSpPr/>
            <p:nvPr/>
          </p:nvSpPr>
          <p:spPr>
            <a:xfrm>
              <a:off x="675294" y="1016000"/>
              <a:ext cx="36513" cy="3651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80" name="Google Shape;1980;p13"/>
            <p:cNvSpPr/>
            <p:nvPr/>
          </p:nvSpPr>
          <p:spPr>
            <a:xfrm>
              <a:off x="729269" y="1069975"/>
              <a:ext cx="36513" cy="36513"/>
            </a:xfrm>
            <a:custGeom>
              <a:avLst/>
              <a:gdLst/>
              <a:ahLst/>
              <a:cxnLst/>
              <a:rect l="l" t="t" r="r" b="b"/>
              <a:pathLst>
                <a:path w="1101" h="1101" extrusionOk="0">
                  <a:moveTo>
                    <a:pt x="906" y="905"/>
                  </a:moveTo>
                  <a:cubicBezTo>
                    <a:pt x="710" y="1101"/>
                    <a:pt x="392" y="1101"/>
                    <a:pt x="196" y="905"/>
                  </a:cubicBezTo>
                  <a:cubicBezTo>
                    <a:pt x="0" y="709"/>
                    <a:pt x="0" y="391"/>
                    <a:pt x="196" y="195"/>
                  </a:cubicBezTo>
                  <a:cubicBezTo>
                    <a:pt x="392" y="0"/>
                    <a:pt x="710" y="0"/>
                    <a:pt x="906" y="195"/>
                  </a:cubicBezTo>
                  <a:cubicBezTo>
                    <a:pt x="1101" y="391"/>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81" name="Google Shape;1981;p13"/>
            <p:cNvSpPr/>
            <p:nvPr/>
          </p:nvSpPr>
          <p:spPr>
            <a:xfrm>
              <a:off x="783244" y="1123950"/>
              <a:ext cx="36513" cy="3651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82" name="Google Shape;1982;p13"/>
            <p:cNvSpPr/>
            <p:nvPr/>
          </p:nvSpPr>
          <p:spPr>
            <a:xfrm>
              <a:off x="837219" y="1177925"/>
              <a:ext cx="36513" cy="3651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83" name="Google Shape;1983;p13"/>
            <p:cNvSpPr/>
            <p:nvPr/>
          </p:nvSpPr>
          <p:spPr>
            <a:xfrm>
              <a:off x="891194" y="1231900"/>
              <a:ext cx="36513" cy="36513"/>
            </a:xfrm>
            <a:custGeom>
              <a:avLst/>
              <a:gdLst/>
              <a:ahLst/>
              <a:cxnLst/>
              <a:rect l="l" t="t" r="r" b="b"/>
              <a:pathLst>
                <a:path w="1101" h="1101" extrusionOk="0">
                  <a:moveTo>
                    <a:pt x="906" y="905"/>
                  </a:moveTo>
                  <a:cubicBezTo>
                    <a:pt x="710" y="1101"/>
                    <a:pt x="392" y="1101"/>
                    <a:pt x="196" y="905"/>
                  </a:cubicBezTo>
                  <a:cubicBezTo>
                    <a:pt x="0" y="709"/>
                    <a:pt x="0" y="391"/>
                    <a:pt x="196" y="195"/>
                  </a:cubicBezTo>
                  <a:cubicBezTo>
                    <a:pt x="392" y="0"/>
                    <a:pt x="710" y="0"/>
                    <a:pt x="906" y="195"/>
                  </a:cubicBezTo>
                  <a:cubicBezTo>
                    <a:pt x="1101" y="391"/>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84" name="Google Shape;1984;p13"/>
            <p:cNvSpPr/>
            <p:nvPr/>
          </p:nvSpPr>
          <p:spPr>
            <a:xfrm>
              <a:off x="945169" y="1285875"/>
              <a:ext cx="36513" cy="3651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85" name="Google Shape;1985;p13"/>
            <p:cNvSpPr/>
            <p:nvPr/>
          </p:nvSpPr>
          <p:spPr>
            <a:xfrm>
              <a:off x="999144" y="1339850"/>
              <a:ext cx="36513" cy="3651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86" name="Google Shape;1986;p13"/>
            <p:cNvSpPr/>
            <p:nvPr/>
          </p:nvSpPr>
          <p:spPr>
            <a:xfrm>
              <a:off x="1053119" y="1393825"/>
              <a:ext cx="36513" cy="36513"/>
            </a:xfrm>
            <a:custGeom>
              <a:avLst/>
              <a:gdLst/>
              <a:ahLst/>
              <a:cxnLst/>
              <a:rect l="l" t="t" r="r" b="b"/>
              <a:pathLst>
                <a:path w="1101" h="1101" extrusionOk="0">
                  <a:moveTo>
                    <a:pt x="906" y="905"/>
                  </a:moveTo>
                  <a:cubicBezTo>
                    <a:pt x="710" y="1101"/>
                    <a:pt x="392" y="1101"/>
                    <a:pt x="196" y="905"/>
                  </a:cubicBezTo>
                  <a:cubicBezTo>
                    <a:pt x="0" y="709"/>
                    <a:pt x="0" y="391"/>
                    <a:pt x="196" y="195"/>
                  </a:cubicBezTo>
                  <a:cubicBezTo>
                    <a:pt x="392" y="0"/>
                    <a:pt x="710" y="0"/>
                    <a:pt x="906" y="195"/>
                  </a:cubicBezTo>
                  <a:cubicBezTo>
                    <a:pt x="1101" y="391"/>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87" name="Google Shape;1987;p13"/>
            <p:cNvSpPr/>
            <p:nvPr/>
          </p:nvSpPr>
          <p:spPr>
            <a:xfrm>
              <a:off x="1107094" y="1447800"/>
              <a:ext cx="36513" cy="36513"/>
            </a:xfrm>
            <a:custGeom>
              <a:avLst/>
              <a:gdLst/>
              <a:ahLst/>
              <a:cxnLst/>
              <a:rect l="l" t="t" r="r" b="b"/>
              <a:pathLst>
                <a:path w="1101" h="1101" extrusionOk="0">
                  <a:moveTo>
                    <a:pt x="905" y="905"/>
                  </a:moveTo>
                  <a:cubicBezTo>
                    <a:pt x="709" y="1101"/>
                    <a:pt x="392" y="1101"/>
                    <a:pt x="196" y="905"/>
                  </a:cubicBezTo>
                  <a:cubicBezTo>
                    <a:pt x="0" y="710"/>
                    <a:pt x="0" y="392"/>
                    <a:pt x="196" y="196"/>
                  </a:cubicBezTo>
                  <a:cubicBezTo>
                    <a:pt x="392"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88" name="Google Shape;1988;p13"/>
            <p:cNvSpPr/>
            <p:nvPr/>
          </p:nvSpPr>
          <p:spPr>
            <a:xfrm>
              <a:off x="1161069" y="1501775"/>
              <a:ext cx="36513" cy="3651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89" name="Google Shape;1989;p13"/>
            <p:cNvSpPr/>
            <p:nvPr/>
          </p:nvSpPr>
          <p:spPr>
            <a:xfrm>
              <a:off x="1215044" y="1555750"/>
              <a:ext cx="36513" cy="36513"/>
            </a:xfrm>
            <a:custGeom>
              <a:avLst/>
              <a:gdLst/>
              <a:ahLst/>
              <a:cxnLst/>
              <a:rect l="l" t="t" r="r" b="b"/>
              <a:pathLst>
                <a:path w="1101" h="1101" extrusionOk="0">
                  <a:moveTo>
                    <a:pt x="906" y="905"/>
                  </a:moveTo>
                  <a:cubicBezTo>
                    <a:pt x="710" y="1101"/>
                    <a:pt x="392" y="1101"/>
                    <a:pt x="196" y="905"/>
                  </a:cubicBezTo>
                  <a:cubicBezTo>
                    <a:pt x="0" y="709"/>
                    <a:pt x="0" y="391"/>
                    <a:pt x="196" y="195"/>
                  </a:cubicBezTo>
                  <a:cubicBezTo>
                    <a:pt x="392" y="0"/>
                    <a:pt x="710" y="0"/>
                    <a:pt x="906" y="195"/>
                  </a:cubicBezTo>
                  <a:cubicBezTo>
                    <a:pt x="1101" y="391"/>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90" name="Google Shape;1990;p13"/>
            <p:cNvSpPr/>
            <p:nvPr/>
          </p:nvSpPr>
          <p:spPr>
            <a:xfrm>
              <a:off x="1269019" y="1609725"/>
              <a:ext cx="36513" cy="3651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91" name="Google Shape;1991;p13"/>
            <p:cNvSpPr/>
            <p:nvPr/>
          </p:nvSpPr>
          <p:spPr>
            <a:xfrm>
              <a:off x="1322994" y="1663700"/>
              <a:ext cx="36513" cy="3651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92" name="Google Shape;1992;p13"/>
            <p:cNvSpPr/>
            <p:nvPr/>
          </p:nvSpPr>
          <p:spPr>
            <a:xfrm>
              <a:off x="1376969" y="1717675"/>
              <a:ext cx="36513" cy="36513"/>
            </a:xfrm>
            <a:custGeom>
              <a:avLst/>
              <a:gdLst/>
              <a:ahLst/>
              <a:cxnLst/>
              <a:rect l="l" t="t" r="r" b="b"/>
              <a:pathLst>
                <a:path w="1101" h="1101" extrusionOk="0">
                  <a:moveTo>
                    <a:pt x="906" y="905"/>
                  </a:moveTo>
                  <a:cubicBezTo>
                    <a:pt x="710" y="1101"/>
                    <a:pt x="392" y="1101"/>
                    <a:pt x="196" y="905"/>
                  </a:cubicBezTo>
                  <a:cubicBezTo>
                    <a:pt x="0" y="709"/>
                    <a:pt x="0" y="391"/>
                    <a:pt x="196" y="195"/>
                  </a:cubicBezTo>
                  <a:cubicBezTo>
                    <a:pt x="392" y="0"/>
                    <a:pt x="710" y="0"/>
                    <a:pt x="906" y="195"/>
                  </a:cubicBezTo>
                  <a:cubicBezTo>
                    <a:pt x="1101" y="391"/>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93" name="Google Shape;1993;p13"/>
            <p:cNvSpPr/>
            <p:nvPr/>
          </p:nvSpPr>
          <p:spPr>
            <a:xfrm>
              <a:off x="1430944" y="1771650"/>
              <a:ext cx="36513" cy="3651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94" name="Google Shape;1994;p13"/>
            <p:cNvSpPr/>
            <p:nvPr/>
          </p:nvSpPr>
          <p:spPr>
            <a:xfrm>
              <a:off x="1484919" y="1825625"/>
              <a:ext cx="36513" cy="3651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95" name="Google Shape;1995;p13"/>
            <p:cNvSpPr/>
            <p:nvPr/>
          </p:nvSpPr>
          <p:spPr>
            <a:xfrm>
              <a:off x="1538894" y="1879600"/>
              <a:ext cx="36513" cy="36513"/>
            </a:xfrm>
            <a:custGeom>
              <a:avLst/>
              <a:gdLst/>
              <a:ahLst/>
              <a:cxnLst/>
              <a:rect l="l" t="t" r="r" b="b"/>
              <a:pathLst>
                <a:path w="1101" h="1101" extrusionOk="0">
                  <a:moveTo>
                    <a:pt x="906" y="905"/>
                  </a:moveTo>
                  <a:cubicBezTo>
                    <a:pt x="710" y="1101"/>
                    <a:pt x="392" y="1101"/>
                    <a:pt x="196" y="905"/>
                  </a:cubicBezTo>
                  <a:cubicBezTo>
                    <a:pt x="0" y="709"/>
                    <a:pt x="0" y="391"/>
                    <a:pt x="196" y="195"/>
                  </a:cubicBezTo>
                  <a:cubicBezTo>
                    <a:pt x="392" y="0"/>
                    <a:pt x="710" y="0"/>
                    <a:pt x="906" y="195"/>
                  </a:cubicBezTo>
                  <a:cubicBezTo>
                    <a:pt x="1101" y="391"/>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96" name="Google Shape;1996;p13"/>
            <p:cNvSpPr/>
            <p:nvPr/>
          </p:nvSpPr>
          <p:spPr>
            <a:xfrm>
              <a:off x="1592869" y="1933575"/>
              <a:ext cx="36513" cy="3651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97" name="Google Shape;1997;p13"/>
            <p:cNvSpPr/>
            <p:nvPr/>
          </p:nvSpPr>
          <p:spPr>
            <a:xfrm>
              <a:off x="522894" y="950913"/>
              <a:ext cx="36513" cy="3651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98" name="Google Shape;1998;p13"/>
            <p:cNvSpPr/>
            <p:nvPr/>
          </p:nvSpPr>
          <p:spPr>
            <a:xfrm>
              <a:off x="576869" y="1004888"/>
              <a:ext cx="36513" cy="3651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99" name="Google Shape;1999;p13"/>
            <p:cNvSpPr/>
            <p:nvPr/>
          </p:nvSpPr>
          <p:spPr>
            <a:xfrm>
              <a:off x="630844" y="1058863"/>
              <a:ext cx="36513" cy="3651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00" name="Google Shape;2000;p13"/>
            <p:cNvSpPr/>
            <p:nvPr/>
          </p:nvSpPr>
          <p:spPr>
            <a:xfrm>
              <a:off x="684819" y="1112838"/>
              <a:ext cx="36513" cy="3651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01" name="Google Shape;2001;p13"/>
            <p:cNvSpPr/>
            <p:nvPr/>
          </p:nvSpPr>
          <p:spPr>
            <a:xfrm>
              <a:off x="738794" y="1166813"/>
              <a:ext cx="36513" cy="3651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02" name="Google Shape;2002;p13"/>
            <p:cNvSpPr/>
            <p:nvPr/>
          </p:nvSpPr>
          <p:spPr>
            <a:xfrm>
              <a:off x="792769" y="1222375"/>
              <a:ext cx="36513" cy="34925"/>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03" name="Google Shape;2003;p13"/>
            <p:cNvSpPr/>
            <p:nvPr/>
          </p:nvSpPr>
          <p:spPr>
            <a:xfrm>
              <a:off x="846744" y="1276350"/>
              <a:ext cx="36513" cy="3651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04" name="Google Shape;2004;p13"/>
            <p:cNvSpPr/>
            <p:nvPr/>
          </p:nvSpPr>
          <p:spPr>
            <a:xfrm>
              <a:off x="900719" y="1330325"/>
              <a:ext cx="36513" cy="3651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05" name="Google Shape;2005;p13"/>
            <p:cNvSpPr/>
            <p:nvPr/>
          </p:nvSpPr>
          <p:spPr>
            <a:xfrm>
              <a:off x="954694" y="1384300"/>
              <a:ext cx="36513" cy="3651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06" name="Google Shape;2006;p13"/>
            <p:cNvSpPr/>
            <p:nvPr/>
          </p:nvSpPr>
          <p:spPr>
            <a:xfrm>
              <a:off x="1008669" y="1438275"/>
              <a:ext cx="36513" cy="3651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07" name="Google Shape;2007;p13"/>
            <p:cNvSpPr/>
            <p:nvPr/>
          </p:nvSpPr>
          <p:spPr>
            <a:xfrm>
              <a:off x="1062644" y="1492250"/>
              <a:ext cx="36513" cy="3651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08" name="Google Shape;2008;p13"/>
            <p:cNvSpPr/>
            <p:nvPr/>
          </p:nvSpPr>
          <p:spPr>
            <a:xfrm>
              <a:off x="1116619" y="1546225"/>
              <a:ext cx="36513" cy="3651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09" name="Google Shape;2009;p13"/>
            <p:cNvSpPr/>
            <p:nvPr/>
          </p:nvSpPr>
          <p:spPr>
            <a:xfrm>
              <a:off x="1170594" y="1600200"/>
              <a:ext cx="36513" cy="3651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10" name="Google Shape;2010;p13"/>
            <p:cNvSpPr/>
            <p:nvPr/>
          </p:nvSpPr>
          <p:spPr>
            <a:xfrm>
              <a:off x="1224569" y="1654175"/>
              <a:ext cx="36513" cy="3651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11" name="Google Shape;2011;p13"/>
            <p:cNvSpPr/>
            <p:nvPr/>
          </p:nvSpPr>
          <p:spPr>
            <a:xfrm>
              <a:off x="1278544" y="1708150"/>
              <a:ext cx="36513" cy="3651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12" name="Google Shape;2012;p13"/>
            <p:cNvSpPr/>
            <p:nvPr/>
          </p:nvSpPr>
          <p:spPr>
            <a:xfrm>
              <a:off x="1332519" y="1762125"/>
              <a:ext cx="36513" cy="3651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13" name="Google Shape;2013;p13"/>
            <p:cNvSpPr/>
            <p:nvPr/>
          </p:nvSpPr>
          <p:spPr>
            <a:xfrm>
              <a:off x="1386494" y="1816100"/>
              <a:ext cx="36513" cy="3651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14" name="Google Shape;2014;p13"/>
            <p:cNvSpPr/>
            <p:nvPr/>
          </p:nvSpPr>
          <p:spPr>
            <a:xfrm>
              <a:off x="1440469" y="1870075"/>
              <a:ext cx="36513" cy="3651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15" name="Google Shape;2015;p13"/>
            <p:cNvSpPr/>
            <p:nvPr/>
          </p:nvSpPr>
          <p:spPr>
            <a:xfrm>
              <a:off x="1494444" y="1924050"/>
              <a:ext cx="36513" cy="3651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16" name="Google Shape;2016;p13"/>
            <p:cNvSpPr/>
            <p:nvPr/>
          </p:nvSpPr>
          <p:spPr>
            <a:xfrm>
              <a:off x="1550007" y="1978025"/>
              <a:ext cx="34925" cy="3651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17" name="Google Shape;2017;p13"/>
            <p:cNvSpPr/>
            <p:nvPr/>
          </p:nvSpPr>
          <p:spPr>
            <a:xfrm>
              <a:off x="478444" y="995363"/>
              <a:ext cx="36513" cy="36513"/>
            </a:xfrm>
            <a:custGeom>
              <a:avLst/>
              <a:gdLst/>
              <a:ahLst/>
              <a:cxnLst/>
              <a:rect l="l" t="t" r="r" b="b"/>
              <a:pathLst>
                <a:path w="1101" h="1101" extrusionOk="0">
                  <a:moveTo>
                    <a:pt x="905" y="905"/>
                  </a:moveTo>
                  <a:cubicBezTo>
                    <a:pt x="709" y="1101"/>
                    <a:pt x="391" y="1101"/>
                    <a:pt x="196" y="905"/>
                  </a:cubicBezTo>
                  <a:cubicBezTo>
                    <a:pt x="0" y="710"/>
                    <a:pt x="0" y="392"/>
                    <a:pt x="196"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18" name="Google Shape;2018;p13"/>
            <p:cNvSpPr/>
            <p:nvPr/>
          </p:nvSpPr>
          <p:spPr>
            <a:xfrm>
              <a:off x="532419" y="1049338"/>
              <a:ext cx="36513" cy="3651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19" name="Google Shape;2019;p13"/>
            <p:cNvSpPr/>
            <p:nvPr/>
          </p:nvSpPr>
          <p:spPr>
            <a:xfrm>
              <a:off x="587982" y="1104900"/>
              <a:ext cx="33338" cy="333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20" name="Google Shape;2020;p13"/>
            <p:cNvSpPr/>
            <p:nvPr/>
          </p:nvSpPr>
          <p:spPr>
            <a:xfrm>
              <a:off x="640369" y="1157288"/>
              <a:ext cx="36513" cy="3651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21" name="Google Shape;2021;p13"/>
            <p:cNvSpPr/>
            <p:nvPr/>
          </p:nvSpPr>
          <p:spPr>
            <a:xfrm>
              <a:off x="694344" y="1211263"/>
              <a:ext cx="36513" cy="3651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22" name="Google Shape;2022;p13"/>
            <p:cNvSpPr/>
            <p:nvPr/>
          </p:nvSpPr>
          <p:spPr>
            <a:xfrm>
              <a:off x="748319" y="1265238"/>
              <a:ext cx="36513" cy="3651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23" name="Google Shape;2023;p13"/>
            <p:cNvSpPr/>
            <p:nvPr/>
          </p:nvSpPr>
          <p:spPr>
            <a:xfrm>
              <a:off x="802294" y="1319213"/>
              <a:ext cx="36513" cy="36513"/>
            </a:xfrm>
            <a:custGeom>
              <a:avLst/>
              <a:gdLst/>
              <a:ahLst/>
              <a:cxnLst/>
              <a:rect l="l" t="t" r="r" b="b"/>
              <a:pathLst>
                <a:path w="1101" h="1101" extrusionOk="0">
                  <a:moveTo>
                    <a:pt x="905" y="905"/>
                  </a:moveTo>
                  <a:cubicBezTo>
                    <a:pt x="709" y="1101"/>
                    <a:pt x="391" y="1101"/>
                    <a:pt x="196" y="905"/>
                  </a:cubicBezTo>
                  <a:cubicBezTo>
                    <a:pt x="0" y="710"/>
                    <a:pt x="0" y="392"/>
                    <a:pt x="196"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24" name="Google Shape;2024;p13"/>
            <p:cNvSpPr/>
            <p:nvPr/>
          </p:nvSpPr>
          <p:spPr>
            <a:xfrm>
              <a:off x="856269" y="1373188"/>
              <a:ext cx="36513" cy="3651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25" name="Google Shape;2025;p13"/>
            <p:cNvSpPr/>
            <p:nvPr/>
          </p:nvSpPr>
          <p:spPr>
            <a:xfrm>
              <a:off x="910244" y="1427163"/>
              <a:ext cx="36513" cy="3651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26" name="Google Shape;2026;p13"/>
            <p:cNvSpPr/>
            <p:nvPr/>
          </p:nvSpPr>
          <p:spPr>
            <a:xfrm>
              <a:off x="964219" y="1481138"/>
              <a:ext cx="36513" cy="36513"/>
            </a:xfrm>
            <a:custGeom>
              <a:avLst/>
              <a:gdLst/>
              <a:ahLst/>
              <a:cxnLst/>
              <a:rect l="l" t="t" r="r" b="b"/>
              <a:pathLst>
                <a:path w="1101" h="1101" extrusionOk="0">
                  <a:moveTo>
                    <a:pt x="905" y="905"/>
                  </a:moveTo>
                  <a:cubicBezTo>
                    <a:pt x="709" y="1101"/>
                    <a:pt x="391" y="1101"/>
                    <a:pt x="196" y="905"/>
                  </a:cubicBezTo>
                  <a:cubicBezTo>
                    <a:pt x="0" y="710"/>
                    <a:pt x="0" y="392"/>
                    <a:pt x="196"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27" name="Google Shape;2027;p13"/>
            <p:cNvSpPr/>
            <p:nvPr/>
          </p:nvSpPr>
          <p:spPr>
            <a:xfrm>
              <a:off x="1018194" y="1536700"/>
              <a:ext cx="36513" cy="34925"/>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28" name="Google Shape;2028;p13"/>
            <p:cNvSpPr/>
            <p:nvPr/>
          </p:nvSpPr>
          <p:spPr>
            <a:xfrm>
              <a:off x="1072169" y="1590675"/>
              <a:ext cx="36513" cy="3651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29" name="Google Shape;2029;p13"/>
            <p:cNvSpPr/>
            <p:nvPr/>
          </p:nvSpPr>
          <p:spPr>
            <a:xfrm>
              <a:off x="1126144" y="1644650"/>
              <a:ext cx="36513" cy="36513"/>
            </a:xfrm>
            <a:custGeom>
              <a:avLst/>
              <a:gdLst/>
              <a:ahLst/>
              <a:cxnLst/>
              <a:rect l="l" t="t" r="r" b="b"/>
              <a:pathLst>
                <a:path w="1101" h="1101" extrusionOk="0">
                  <a:moveTo>
                    <a:pt x="905" y="905"/>
                  </a:moveTo>
                  <a:cubicBezTo>
                    <a:pt x="709" y="1101"/>
                    <a:pt x="391" y="1101"/>
                    <a:pt x="196" y="905"/>
                  </a:cubicBezTo>
                  <a:cubicBezTo>
                    <a:pt x="0" y="710"/>
                    <a:pt x="0" y="392"/>
                    <a:pt x="196"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30" name="Google Shape;2030;p13"/>
            <p:cNvSpPr/>
            <p:nvPr/>
          </p:nvSpPr>
          <p:spPr>
            <a:xfrm>
              <a:off x="1180119" y="1698625"/>
              <a:ext cx="36513" cy="3651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31" name="Google Shape;2031;p13"/>
            <p:cNvSpPr/>
            <p:nvPr/>
          </p:nvSpPr>
          <p:spPr>
            <a:xfrm>
              <a:off x="1235682" y="1752600"/>
              <a:ext cx="34925" cy="3651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32" name="Google Shape;2032;p13"/>
            <p:cNvSpPr/>
            <p:nvPr/>
          </p:nvSpPr>
          <p:spPr>
            <a:xfrm>
              <a:off x="1289657" y="1806575"/>
              <a:ext cx="36513" cy="36513"/>
            </a:xfrm>
            <a:custGeom>
              <a:avLst/>
              <a:gdLst/>
              <a:ahLst/>
              <a:cxnLst/>
              <a:rect l="l" t="t" r="r" b="b"/>
              <a:pathLst>
                <a:path w="1101" h="1101" extrusionOk="0">
                  <a:moveTo>
                    <a:pt x="905" y="905"/>
                  </a:moveTo>
                  <a:cubicBezTo>
                    <a:pt x="709" y="1101"/>
                    <a:pt x="391" y="1101"/>
                    <a:pt x="196" y="905"/>
                  </a:cubicBezTo>
                  <a:cubicBezTo>
                    <a:pt x="0" y="710"/>
                    <a:pt x="0" y="392"/>
                    <a:pt x="196"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33" name="Google Shape;2033;p13"/>
            <p:cNvSpPr/>
            <p:nvPr/>
          </p:nvSpPr>
          <p:spPr>
            <a:xfrm>
              <a:off x="1343632" y="1860550"/>
              <a:ext cx="36513" cy="3651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34" name="Google Shape;2034;p13"/>
            <p:cNvSpPr/>
            <p:nvPr/>
          </p:nvSpPr>
          <p:spPr>
            <a:xfrm>
              <a:off x="1397607" y="1914525"/>
              <a:ext cx="36513" cy="3651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35" name="Google Shape;2035;p13"/>
            <p:cNvSpPr/>
            <p:nvPr/>
          </p:nvSpPr>
          <p:spPr>
            <a:xfrm>
              <a:off x="1451582" y="1968500"/>
              <a:ext cx="36513" cy="36513"/>
            </a:xfrm>
            <a:custGeom>
              <a:avLst/>
              <a:gdLst/>
              <a:ahLst/>
              <a:cxnLst/>
              <a:rect l="l" t="t" r="r" b="b"/>
              <a:pathLst>
                <a:path w="1101" h="1101" extrusionOk="0">
                  <a:moveTo>
                    <a:pt x="905" y="905"/>
                  </a:moveTo>
                  <a:cubicBezTo>
                    <a:pt x="709" y="1101"/>
                    <a:pt x="391" y="1101"/>
                    <a:pt x="196" y="905"/>
                  </a:cubicBezTo>
                  <a:cubicBezTo>
                    <a:pt x="0" y="710"/>
                    <a:pt x="0" y="392"/>
                    <a:pt x="196"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36" name="Google Shape;2036;p13"/>
            <p:cNvSpPr/>
            <p:nvPr/>
          </p:nvSpPr>
          <p:spPr>
            <a:xfrm>
              <a:off x="1505557" y="2022475"/>
              <a:ext cx="36513" cy="3651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grpSp>
        <p:nvGrpSpPr>
          <p:cNvPr id="2037" name="Google Shape;2037;p13"/>
          <p:cNvGrpSpPr/>
          <p:nvPr/>
        </p:nvGrpSpPr>
        <p:grpSpPr>
          <a:xfrm>
            <a:off x="-390479" y="-357338"/>
            <a:ext cx="2090651" cy="2092749"/>
            <a:chOff x="5213090" y="468313"/>
            <a:chExt cx="1581151" cy="1582738"/>
          </a:xfrm>
        </p:grpSpPr>
        <p:sp>
          <p:nvSpPr>
            <p:cNvPr id="2038" name="Google Shape;2038;p13"/>
            <p:cNvSpPr/>
            <p:nvPr/>
          </p:nvSpPr>
          <p:spPr>
            <a:xfrm>
              <a:off x="6760903" y="995363"/>
              <a:ext cx="33338" cy="33338"/>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39" name="Google Shape;2039;p13"/>
            <p:cNvSpPr/>
            <p:nvPr/>
          </p:nvSpPr>
          <p:spPr>
            <a:xfrm>
              <a:off x="6705340" y="1047750"/>
              <a:ext cx="36513" cy="36513"/>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40" name="Google Shape;2040;p13"/>
            <p:cNvSpPr/>
            <p:nvPr/>
          </p:nvSpPr>
          <p:spPr>
            <a:xfrm>
              <a:off x="6651365" y="1101725"/>
              <a:ext cx="36513" cy="36513"/>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41" name="Google Shape;2041;p13"/>
            <p:cNvSpPr/>
            <p:nvPr/>
          </p:nvSpPr>
          <p:spPr>
            <a:xfrm>
              <a:off x="6597390" y="1155700"/>
              <a:ext cx="36513" cy="36513"/>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42" name="Google Shape;2042;p13"/>
            <p:cNvSpPr/>
            <p:nvPr/>
          </p:nvSpPr>
          <p:spPr>
            <a:xfrm>
              <a:off x="6545003" y="1209675"/>
              <a:ext cx="34925" cy="34925"/>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43" name="Google Shape;2043;p13"/>
            <p:cNvSpPr/>
            <p:nvPr/>
          </p:nvSpPr>
          <p:spPr>
            <a:xfrm>
              <a:off x="6491028" y="1263650"/>
              <a:ext cx="36513" cy="34925"/>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44" name="Google Shape;2044;p13"/>
            <p:cNvSpPr/>
            <p:nvPr/>
          </p:nvSpPr>
          <p:spPr>
            <a:xfrm>
              <a:off x="6437053" y="1316038"/>
              <a:ext cx="36513" cy="3651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45" name="Google Shape;2045;p13"/>
            <p:cNvSpPr/>
            <p:nvPr/>
          </p:nvSpPr>
          <p:spPr>
            <a:xfrm>
              <a:off x="6383078" y="1370013"/>
              <a:ext cx="36513" cy="36513"/>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46" name="Google Shape;2046;p13"/>
            <p:cNvSpPr/>
            <p:nvPr/>
          </p:nvSpPr>
          <p:spPr>
            <a:xfrm>
              <a:off x="6329103" y="1423988"/>
              <a:ext cx="36513" cy="36513"/>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47" name="Google Shape;2047;p13"/>
            <p:cNvSpPr/>
            <p:nvPr/>
          </p:nvSpPr>
          <p:spPr>
            <a:xfrm>
              <a:off x="6275128" y="1477963"/>
              <a:ext cx="36513" cy="36513"/>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48" name="Google Shape;2048;p13"/>
            <p:cNvSpPr/>
            <p:nvPr/>
          </p:nvSpPr>
          <p:spPr>
            <a:xfrm>
              <a:off x="6222740" y="1531938"/>
              <a:ext cx="34925" cy="36513"/>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49" name="Google Shape;2049;p13"/>
            <p:cNvSpPr/>
            <p:nvPr/>
          </p:nvSpPr>
          <p:spPr>
            <a:xfrm>
              <a:off x="6168765" y="1585913"/>
              <a:ext cx="36513" cy="34925"/>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50" name="Google Shape;2050;p13"/>
            <p:cNvSpPr/>
            <p:nvPr/>
          </p:nvSpPr>
          <p:spPr>
            <a:xfrm>
              <a:off x="6114790" y="1638300"/>
              <a:ext cx="36513" cy="3651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51" name="Google Shape;2051;p13"/>
            <p:cNvSpPr/>
            <p:nvPr/>
          </p:nvSpPr>
          <p:spPr>
            <a:xfrm>
              <a:off x="6060815" y="1692275"/>
              <a:ext cx="36513" cy="36513"/>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52" name="Google Shape;2052;p13"/>
            <p:cNvSpPr/>
            <p:nvPr/>
          </p:nvSpPr>
          <p:spPr>
            <a:xfrm>
              <a:off x="6006840" y="1746250"/>
              <a:ext cx="36513" cy="36513"/>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53" name="Google Shape;2053;p13"/>
            <p:cNvSpPr/>
            <p:nvPr/>
          </p:nvSpPr>
          <p:spPr>
            <a:xfrm>
              <a:off x="5952865" y="1800225"/>
              <a:ext cx="36513" cy="36513"/>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54" name="Google Shape;2054;p13"/>
            <p:cNvSpPr/>
            <p:nvPr/>
          </p:nvSpPr>
          <p:spPr>
            <a:xfrm>
              <a:off x="5902065" y="1855788"/>
              <a:ext cx="31750" cy="33338"/>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55" name="Google Shape;2055;p13"/>
            <p:cNvSpPr/>
            <p:nvPr/>
          </p:nvSpPr>
          <p:spPr>
            <a:xfrm>
              <a:off x="5848090" y="1909763"/>
              <a:ext cx="33338" cy="3175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56" name="Google Shape;2056;p13"/>
            <p:cNvSpPr/>
            <p:nvPr/>
          </p:nvSpPr>
          <p:spPr>
            <a:xfrm>
              <a:off x="5792528" y="1960563"/>
              <a:ext cx="36513" cy="3651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57" name="Google Shape;2057;p13"/>
            <p:cNvSpPr/>
            <p:nvPr/>
          </p:nvSpPr>
          <p:spPr>
            <a:xfrm>
              <a:off x="5738553" y="2014538"/>
              <a:ext cx="36513" cy="3651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58" name="Google Shape;2058;p13"/>
            <p:cNvSpPr/>
            <p:nvPr/>
          </p:nvSpPr>
          <p:spPr>
            <a:xfrm>
              <a:off x="6714865" y="950913"/>
              <a:ext cx="36513" cy="3651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59" name="Google Shape;2059;p13"/>
            <p:cNvSpPr/>
            <p:nvPr/>
          </p:nvSpPr>
          <p:spPr>
            <a:xfrm>
              <a:off x="6662478" y="1004888"/>
              <a:ext cx="34925" cy="34925"/>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60" name="Google Shape;2060;p13"/>
            <p:cNvSpPr/>
            <p:nvPr/>
          </p:nvSpPr>
          <p:spPr>
            <a:xfrm>
              <a:off x="6610090" y="1058863"/>
              <a:ext cx="33338" cy="33338"/>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61" name="Google Shape;2061;p13"/>
            <p:cNvSpPr/>
            <p:nvPr/>
          </p:nvSpPr>
          <p:spPr>
            <a:xfrm>
              <a:off x="6556115" y="1112838"/>
              <a:ext cx="33338" cy="33338"/>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62" name="Google Shape;2062;p13"/>
            <p:cNvSpPr/>
            <p:nvPr/>
          </p:nvSpPr>
          <p:spPr>
            <a:xfrm>
              <a:off x="6500553" y="1165225"/>
              <a:ext cx="36513" cy="36513"/>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63" name="Google Shape;2063;p13"/>
            <p:cNvSpPr/>
            <p:nvPr/>
          </p:nvSpPr>
          <p:spPr>
            <a:xfrm>
              <a:off x="6446578" y="1219200"/>
              <a:ext cx="36513" cy="3651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64" name="Google Shape;2064;p13"/>
            <p:cNvSpPr/>
            <p:nvPr/>
          </p:nvSpPr>
          <p:spPr>
            <a:xfrm>
              <a:off x="6392603" y="1273175"/>
              <a:ext cx="36513" cy="3651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65" name="Google Shape;2065;p13"/>
            <p:cNvSpPr/>
            <p:nvPr/>
          </p:nvSpPr>
          <p:spPr>
            <a:xfrm>
              <a:off x="6340215" y="1327150"/>
              <a:ext cx="34925" cy="34925"/>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66" name="Google Shape;2066;p13"/>
            <p:cNvSpPr/>
            <p:nvPr/>
          </p:nvSpPr>
          <p:spPr>
            <a:xfrm>
              <a:off x="6286240" y="1379538"/>
              <a:ext cx="34925" cy="36513"/>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67" name="Google Shape;2067;p13"/>
            <p:cNvSpPr/>
            <p:nvPr/>
          </p:nvSpPr>
          <p:spPr>
            <a:xfrm>
              <a:off x="6233853" y="1435100"/>
              <a:ext cx="33338" cy="33338"/>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68" name="Google Shape;2068;p13"/>
            <p:cNvSpPr/>
            <p:nvPr/>
          </p:nvSpPr>
          <p:spPr>
            <a:xfrm>
              <a:off x="6178290" y="1487488"/>
              <a:ext cx="36513" cy="36513"/>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69" name="Google Shape;2069;p13"/>
            <p:cNvSpPr/>
            <p:nvPr/>
          </p:nvSpPr>
          <p:spPr>
            <a:xfrm>
              <a:off x="6124315" y="1541463"/>
              <a:ext cx="36513" cy="3651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70" name="Google Shape;2070;p13"/>
            <p:cNvSpPr/>
            <p:nvPr/>
          </p:nvSpPr>
          <p:spPr>
            <a:xfrm>
              <a:off x="6070340" y="1595438"/>
              <a:ext cx="36513" cy="3651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71" name="Google Shape;2071;p13"/>
            <p:cNvSpPr/>
            <p:nvPr/>
          </p:nvSpPr>
          <p:spPr>
            <a:xfrm>
              <a:off x="6016365" y="1649413"/>
              <a:ext cx="36513" cy="34925"/>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72" name="Google Shape;2072;p13"/>
            <p:cNvSpPr/>
            <p:nvPr/>
          </p:nvSpPr>
          <p:spPr>
            <a:xfrm>
              <a:off x="5963978" y="1701800"/>
              <a:ext cx="34925" cy="36513"/>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73" name="Google Shape;2073;p13"/>
            <p:cNvSpPr/>
            <p:nvPr/>
          </p:nvSpPr>
          <p:spPr>
            <a:xfrm>
              <a:off x="5910003" y="1755775"/>
              <a:ext cx="36513" cy="36513"/>
            </a:xfrm>
            <a:custGeom>
              <a:avLst/>
              <a:gdLst/>
              <a:ahLst/>
              <a:cxnLst/>
              <a:rect l="l" t="t" r="r" b="b"/>
              <a:pathLst>
                <a:path w="1095" h="1094" extrusionOk="0">
                  <a:moveTo>
                    <a:pt x="195" y="900"/>
                  </a:moveTo>
                  <a:cubicBezTo>
                    <a:pt x="0" y="705"/>
                    <a:pt x="0" y="389"/>
                    <a:pt x="195" y="194"/>
                  </a:cubicBezTo>
                  <a:cubicBezTo>
                    <a:pt x="389" y="0"/>
                    <a:pt x="705" y="0"/>
                    <a:pt x="900" y="194"/>
                  </a:cubicBezTo>
                  <a:cubicBezTo>
                    <a:pt x="1095" y="389"/>
                    <a:pt x="1095" y="705"/>
                    <a:pt x="900" y="900"/>
                  </a:cubicBezTo>
                  <a:cubicBezTo>
                    <a:pt x="705" y="1094"/>
                    <a:pt x="389"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74" name="Google Shape;2074;p13"/>
            <p:cNvSpPr/>
            <p:nvPr/>
          </p:nvSpPr>
          <p:spPr>
            <a:xfrm>
              <a:off x="5856028" y="1809750"/>
              <a:ext cx="36513" cy="36513"/>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75" name="Google Shape;2075;p13"/>
            <p:cNvSpPr/>
            <p:nvPr/>
          </p:nvSpPr>
          <p:spPr>
            <a:xfrm>
              <a:off x="5802053" y="1863725"/>
              <a:ext cx="36513" cy="3651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76" name="Google Shape;2076;p13"/>
            <p:cNvSpPr/>
            <p:nvPr/>
          </p:nvSpPr>
          <p:spPr>
            <a:xfrm>
              <a:off x="5748078" y="1917700"/>
              <a:ext cx="36513" cy="3651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77" name="Google Shape;2077;p13"/>
            <p:cNvSpPr/>
            <p:nvPr/>
          </p:nvSpPr>
          <p:spPr>
            <a:xfrm>
              <a:off x="5695690" y="1973263"/>
              <a:ext cx="33338" cy="3175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78" name="Google Shape;2078;p13"/>
            <p:cNvSpPr/>
            <p:nvPr/>
          </p:nvSpPr>
          <p:spPr>
            <a:xfrm>
              <a:off x="6672003" y="906463"/>
              <a:ext cx="36513" cy="3651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79" name="Google Shape;2079;p13"/>
            <p:cNvSpPr/>
            <p:nvPr/>
          </p:nvSpPr>
          <p:spPr>
            <a:xfrm>
              <a:off x="6618028" y="960438"/>
              <a:ext cx="36513" cy="36513"/>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80" name="Google Shape;2080;p13"/>
            <p:cNvSpPr/>
            <p:nvPr/>
          </p:nvSpPr>
          <p:spPr>
            <a:xfrm>
              <a:off x="6565640" y="1016000"/>
              <a:ext cx="33338" cy="33338"/>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81" name="Google Shape;2081;p13"/>
            <p:cNvSpPr/>
            <p:nvPr/>
          </p:nvSpPr>
          <p:spPr>
            <a:xfrm>
              <a:off x="6511665" y="1069975"/>
              <a:ext cx="33338" cy="3175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82" name="Google Shape;2082;p13"/>
            <p:cNvSpPr/>
            <p:nvPr/>
          </p:nvSpPr>
          <p:spPr>
            <a:xfrm>
              <a:off x="6456103" y="1120775"/>
              <a:ext cx="36513" cy="36513"/>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83" name="Google Shape;2083;p13"/>
            <p:cNvSpPr/>
            <p:nvPr/>
          </p:nvSpPr>
          <p:spPr>
            <a:xfrm>
              <a:off x="6403715" y="1174750"/>
              <a:ext cx="34925" cy="36513"/>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84" name="Google Shape;2084;p13"/>
            <p:cNvSpPr/>
            <p:nvPr/>
          </p:nvSpPr>
          <p:spPr>
            <a:xfrm>
              <a:off x="6349740" y="1228725"/>
              <a:ext cx="36513" cy="36513"/>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85" name="Google Shape;2085;p13"/>
            <p:cNvSpPr/>
            <p:nvPr/>
          </p:nvSpPr>
          <p:spPr>
            <a:xfrm>
              <a:off x="6295765" y="1282700"/>
              <a:ext cx="36513" cy="36513"/>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86" name="Google Shape;2086;p13"/>
            <p:cNvSpPr/>
            <p:nvPr/>
          </p:nvSpPr>
          <p:spPr>
            <a:xfrm>
              <a:off x="6241790" y="1336675"/>
              <a:ext cx="36513" cy="36513"/>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2087" name="Google Shape;2087;p13"/>
            <p:cNvGrpSpPr/>
            <p:nvPr/>
          </p:nvGrpSpPr>
          <p:grpSpPr>
            <a:xfrm>
              <a:off x="5255952" y="468313"/>
              <a:ext cx="1408113" cy="1493838"/>
              <a:chOff x="3702" y="295"/>
              <a:chExt cx="887" cy="941"/>
            </a:xfrm>
          </p:grpSpPr>
          <p:sp>
            <p:nvSpPr>
              <p:cNvPr id="2088" name="Google Shape;2088;p13"/>
              <p:cNvSpPr/>
              <p:nvPr/>
            </p:nvSpPr>
            <p:spPr>
              <a:xfrm>
                <a:off x="4289" y="876"/>
                <a:ext cx="23" cy="22"/>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89" name="Google Shape;2089;p13"/>
              <p:cNvSpPr/>
              <p:nvPr/>
            </p:nvSpPr>
            <p:spPr>
              <a:xfrm>
                <a:off x="4255" y="910"/>
                <a:ext cx="23" cy="22"/>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90" name="Google Shape;2090;p13"/>
              <p:cNvSpPr/>
              <p:nvPr/>
            </p:nvSpPr>
            <p:spPr>
              <a:xfrm>
                <a:off x="4222" y="943"/>
                <a:ext cx="22" cy="23"/>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91" name="Google Shape;2091;p13"/>
              <p:cNvSpPr/>
              <p:nvPr/>
            </p:nvSpPr>
            <p:spPr>
              <a:xfrm>
                <a:off x="4188" y="977"/>
                <a:ext cx="23" cy="23"/>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92" name="Google Shape;2092;p13"/>
              <p:cNvSpPr/>
              <p:nvPr/>
            </p:nvSpPr>
            <p:spPr>
              <a:xfrm>
                <a:off x="4154" y="1011"/>
                <a:ext cx="23" cy="23"/>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93" name="Google Shape;2093;p13"/>
              <p:cNvSpPr/>
              <p:nvPr/>
            </p:nvSpPr>
            <p:spPr>
              <a:xfrm>
                <a:off x="4120" y="1045"/>
                <a:ext cx="23" cy="23"/>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94" name="Google Shape;2094;p13"/>
              <p:cNvSpPr/>
              <p:nvPr/>
            </p:nvSpPr>
            <p:spPr>
              <a:xfrm>
                <a:off x="4086" y="1079"/>
                <a:ext cx="23" cy="22"/>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95" name="Google Shape;2095;p13"/>
              <p:cNvSpPr/>
              <p:nvPr/>
            </p:nvSpPr>
            <p:spPr>
              <a:xfrm>
                <a:off x="4052" y="1113"/>
                <a:ext cx="23" cy="22"/>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96" name="Google Shape;2096;p13"/>
              <p:cNvSpPr/>
              <p:nvPr/>
            </p:nvSpPr>
            <p:spPr>
              <a:xfrm>
                <a:off x="4019" y="1146"/>
                <a:ext cx="22" cy="23"/>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97" name="Google Shape;2097;p13"/>
              <p:cNvSpPr/>
              <p:nvPr/>
            </p:nvSpPr>
            <p:spPr>
              <a:xfrm>
                <a:off x="3985" y="1180"/>
                <a:ext cx="23" cy="23"/>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98" name="Google Shape;2098;p13"/>
              <p:cNvSpPr/>
              <p:nvPr/>
            </p:nvSpPr>
            <p:spPr>
              <a:xfrm>
                <a:off x="3952" y="1215"/>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99" name="Google Shape;2099;p13"/>
              <p:cNvSpPr/>
              <p:nvPr/>
            </p:nvSpPr>
            <p:spPr>
              <a:xfrm>
                <a:off x="4566" y="544"/>
                <a:ext cx="23" cy="22"/>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00" name="Google Shape;2100;p13"/>
              <p:cNvSpPr/>
              <p:nvPr/>
            </p:nvSpPr>
            <p:spPr>
              <a:xfrm>
                <a:off x="4532" y="577"/>
                <a:ext cx="23" cy="23"/>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01" name="Google Shape;2101;p13"/>
              <p:cNvSpPr/>
              <p:nvPr/>
            </p:nvSpPr>
            <p:spPr>
              <a:xfrm>
                <a:off x="4498" y="611"/>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02" name="Google Shape;2102;p13"/>
              <p:cNvSpPr/>
              <p:nvPr/>
            </p:nvSpPr>
            <p:spPr>
              <a:xfrm>
                <a:off x="4465" y="645"/>
                <a:ext cx="22" cy="2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03" name="Google Shape;2103;p13"/>
              <p:cNvSpPr/>
              <p:nvPr/>
            </p:nvSpPr>
            <p:spPr>
              <a:xfrm>
                <a:off x="4431" y="679"/>
                <a:ext cx="23" cy="23"/>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04" name="Google Shape;2104;p13"/>
              <p:cNvSpPr/>
              <p:nvPr/>
            </p:nvSpPr>
            <p:spPr>
              <a:xfrm>
                <a:off x="4398" y="714"/>
                <a:ext cx="21" cy="2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05" name="Google Shape;2105;p13"/>
              <p:cNvSpPr/>
              <p:nvPr/>
            </p:nvSpPr>
            <p:spPr>
              <a:xfrm>
                <a:off x="4363" y="747"/>
                <a:ext cx="23" cy="22"/>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06" name="Google Shape;2106;p13"/>
              <p:cNvSpPr/>
              <p:nvPr/>
            </p:nvSpPr>
            <p:spPr>
              <a:xfrm>
                <a:off x="4329" y="780"/>
                <a:ext cx="23" cy="23"/>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07" name="Google Shape;2107;p13"/>
              <p:cNvSpPr/>
              <p:nvPr/>
            </p:nvSpPr>
            <p:spPr>
              <a:xfrm>
                <a:off x="4295" y="814"/>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08" name="Google Shape;2108;p13"/>
              <p:cNvSpPr/>
              <p:nvPr/>
            </p:nvSpPr>
            <p:spPr>
              <a:xfrm>
                <a:off x="4262" y="848"/>
                <a:ext cx="22" cy="2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09" name="Google Shape;2109;p13"/>
              <p:cNvSpPr/>
              <p:nvPr/>
            </p:nvSpPr>
            <p:spPr>
              <a:xfrm>
                <a:off x="4228" y="882"/>
                <a:ext cx="23" cy="23"/>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10" name="Google Shape;2110;p13"/>
              <p:cNvSpPr/>
              <p:nvPr/>
            </p:nvSpPr>
            <p:spPr>
              <a:xfrm>
                <a:off x="4195" y="917"/>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11" name="Google Shape;2111;p13"/>
              <p:cNvSpPr/>
              <p:nvPr/>
            </p:nvSpPr>
            <p:spPr>
              <a:xfrm>
                <a:off x="4161" y="951"/>
                <a:ext cx="21" cy="2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12" name="Google Shape;2112;p13"/>
              <p:cNvSpPr/>
              <p:nvPr/>
            </p:nvSpPr>
            <p:spPr>
              <a:xfrm>
                <a:off x="4126" y="983"/>
                <a:ext cx="23" cy="23"/>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13" name="Google Shape;2113;p13"/>
              <p:cNvSpPr/>
              <p:nvPr/>
            </p:nvSpPr>
            <p:spPr>
              <a:xfrm>
                <a:off x="4092" y="1017"/>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14" name="Google Shape;2114;p13"/>
              <p:cNvSpPr/>
              <p:nvPr/>
            </p:nvSpPr>
            <p:spPr>
              <a:xfrm>
                <a:off x="4059" y="1051"/>
                <a:ext cx="22" cy="2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15" name="Google Shape;2115;p13"/>
              <p:cNvSpPr/>
              <p:nvPr/>
            </p:nvSpPr>
            <p:spPr>
              <a:xfrm>
                <a:off x="4025" y="1085"/>
                <a:ext cx="23" cy="23"/>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16" name="Google Shape;2116;p13"/>
              <p:cNvSpPr/>
              <p:nvPr/>
            </p:nvSpPr>
            <p:spPr>
              <a:xfrm>
                <a:off x="3991" y="1119"/>
                <a:ext cx="23" cy="23"/>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17" name="Google Shape;2117;p13"/>
              <p:cNvSpPr/>
              <p:nvPr/>
            </p:nvSpPr>
            <p:spPr>
              <a:xfrm>
                <a:off x="3957" y="1153"/>
                <a:ext cx="23" cy="22"/>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18" name="Google Shape;2118;p13"/>
              <p:cNvSpPr/>
              <p:nvPr/>
            </p:nvSpPr>
            <p:spPr>
              <a:xfrm>
                <a:off x="3923" y="1186"/>
                <a:ext cx="23" cy="23"/>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19" name="Google Shape;2119;p13"/>
              <p:cNvSpPr/>
              <p:nvPr/>
            </p:nvSpPr>
            <p:spPr>
              <a:xfrm>
                <a:off x="4539" y="516"/>
                <a:ext cx="22" cy="2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20" name="Google Shape;2120;p13"/>
              <p:cNvSpPr/>
              <p:nvPr/>
            </p:nvSpPr>
            <p:spPr>
              <a:xfrm>
                <a:off x="4505" y="550"/>
                <a:ext cx="23"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21" name="Google Shape;2121;p13"/>
              <p:cNvSpPr/>
              <p:nvPr/>
            </p:nvSpPr>
            <p:spPr>
              <a:xfrm>
                <a:off x="4471" y="584"/>
                <a:ext cx="23" cy="22"/>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22" name="Google Shape;2122;p13"/>
              <p:cNvSpPr/>
              <p:nvPr/>
            </p:nvSpPr>
            <p:spPr>
              <a:xfrm>
                <a:off x="4437" y="617"/>
                <a:ext cx="23" cy="2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23" name="Google Shape;2123;p13"/>
              <p:cNvSpPr/>
              <p:nvPr/>
            </p:nvSpPr>
            <p:spPr>
              <a:xfrm>
                <a:off x="4403" y="651"/>
                <a:ext cx="23" cy="23"/>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24" name="Google Shape;2124;p13"/>
              <p:cNvSpPr/>
              <p:nvPr/>
            </p:nvSpPr>
            <p:spPr>
              <a:xfrm>
                <a:off x="4370" y="686"/>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25" name="Google Shape;2125;p13"/>
              <p:cNvSpPr/>
              <p:nvPr/>
            </p:nvSpPr>
            <p:spPr>
              <a:xfrm>
                <a:off x="4337" y="720"/>
                <a:ext cx="20"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26" name="Google Shape;2126;p13"/>
              <p:cNvSpPr/>
              <p:nvPr/>
            </p:nvSpPr>
            <p:spPr>
              <a:xfrm>
                <a:off x="4302" y="753"/>
                <a:ext cx="23"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27" name="Google Shape;2127;p13"/>
              <p:cNvSpPr/>
              <p:nvPr/>
            </p:nvSpPr>
            <p:spPr>
              <a:xfrm>
                <a:off x="4268" y="787"/>
                <a:ext cx="23" cy="22"/>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28" name="Google Shape;2128;p13"/>
              <p:cNvSpPr/>
              <p:nvPr/>
            </p:nvSpPr>
            <p:spPr>
              <a:xfrm>
                <a:off x="4234" y="820"/>
                <a:ext cx="23" cy="2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29" name="Google Shape;2129;p13"/>
              <p:cNvSpPr/>
              <p:nvPr/>
            </p:nvSpPr>
            <p:spPr>
              <a:xfrm>
                <a:off x="4200" y="854"/>
                <a:ext cx="23" cy="23"/>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30" name="Google Shape;2130;p13"/>
              <p:cNvSpPr/>
              <p:nvPr/>
            </p:nvSpPr>
            <p:spPr>
              <a:xfrm>
                <a:off x="4166" y="888"/>
                <a:ext cx="23" cy="23"/>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31" name="Google Shape;2131;p13"/>
              <p:cNvSpPr/>
              <p:nvPr/>
            </p:nvSpPr>
            <p:spPr>
              <a:xfrm>
                <a:off x="4133" y="922"/>
                <a:ext cx="22" cy="2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32" name="Google Shape;2132;p13"/>
              <p:cNvSpPr/>
              <p:nvPr/>
            </p:nvSpPr>
            <p:spPr>
              <a:xfrm>
                <a:off x="4099" y="956"/>
                <a:ext cx="22"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33" name="Google Shape;2133;p13"/>
              <p:cNvSpPr/>
              <p:nvPr/>
            </p:nvSpPr>
            <p:spPr>
              <a:xfrm>
                <a:off x="4065" y="990"/>
                <a:ext cx="23" cy="22"/>
              </a:xfrm>
              <a:custGeom>
                <a:avLst/>
                <a:gdLst/>
                <a:ahLst/>
                <a:cxnLst/>
                <a:rect l="l" t="t" r="r" b="b"/>
                <a:pathLst>
                  <a:path w="1095" h="1094" extrusionOk="0">
                    <a:moveTo>
                      <a:pt x="195" y="899"/>
                    </a:moveTo>
                    <a:cubicBezTo>
                      <a:pt x="0" y="705"/>
                      <a:pt x="0" y="389"/>
                      <a:pt x="195" y="194"/>
                    </a:cubicBezTo>
                    <a:cubicBezTo>
                      <a:pt x="390" y="0"/>
                      <a:pt x="706" y="0"/>
                      <a:pt x="900" y="194"/>
                    </a:cubicBezTo>
                    <a:cubicBezTo>
                      <a:pt x="1095" y="389"/>
                      <a:pt x="1095" y="705"/>
                      <a:pt x="900" y="899"/>
                    </a:cubicBezTo>
                    <a:cubicBezTo>
                      <a:pt x="706"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34" name="Google Shape;2134;p13"/>
              <p:cNvSpPr/>
              <p:nvPr/>
            </p:nvSpPr>
            <p:spPr>
              <a:xfrm>
                <a:off x="4031" y="1023"/>
                <a:ext cx="23" cy="23"/>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35" name="Google Shape;2135;p13"/>
              <p:cNvSpPr/>
              <p:nvPr/>
            </p:nvSpPr>
            <p:spPr>
              <a:xfrm>
                <a:off x="3997" y="1057"/>
                <a:ext cx="23" cy="23"/>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36" name="Google Shape;2136;p13"/>
              <p:cNvSpPr/>
              <p:nvPr/>
            </p:nvSpPr>
            <p:spPr>
              <a:xfrm>
                <a:off x="3963" y="1091"/>
                <a:ext cx="23" cy="23"/>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37" name="Google Shape;2137;p13"/>
              <p:cNvSpPr/>
              <p:nvPr/>
            </p:nvSpPr>
            <p:spPr>
              <a:xfrm>
                <a:off x="3929" y="1125"/>
                <a:ext cx="23" cy="2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38" name="Google Shape;2138;p13"/>
              <p:cNvSpPr/>
              <p:nvPr/>
            </p:nvSpPr>
            <p:spPr>
              <a:xfrm>
                <a:off x="3896" y="1159"/>
                <a:ext cx="22"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39" name="Google Shape;2139;p13"/>
              <p:cNvSpPr/>
              <p:nvPr/>
            </p:nvSpPr>
            <p:spPr>
              <a:xfrm>
                <a:off x="4511" y="488"/>
                <a:ext cx="23" cy="23"/>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40" name="Google Shape;2140;p13"/>
              <p:cNvSpPr/>
              <p:nvPr/>
            </p:nvSpPr>
            <p:spPr>
              <a:xfrm>
                <a:off x="4477" y="522"/>
                <a:ext cx="23" cy="23"/>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41" name="Google Shape;2141;p13"/>
              <p:cNvSpPr/>
              <p:nvPr/>
            </p:nvSpPr>
            <p:spPr>
              <a:xfrm>
                <a:off x="4443" y="556"/>
                <a:ext cx="23" cy="23"/>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42" name="Google Shape;2142;p13"/>
              <p:cNvSpPr/>
              <p:nvPr/>
            </p:nvSpPr>
            <p:spPr>
              <a:xfrm>
                <a:off x="4409" y="590"/>
                <a:ext cx="23" cy="23"/>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43" name="Google Shape;2143;p13"/>
              <p:cNvSpPr/>
              <p:nvPr/>
            </p:nvSpPr>
            <p:spPr>
              <a:xfrm>
                <a:off x="4376" y="624"/>
                <a:ext cx="22" cy="22"/>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44" name="Google Shape;2144;p13"/>
              <p:cNvSpPr/>
              <p:nvPr/>
            </p:nvSpPr>
            <p:spPr>
              <a:xfrm>
                <a:off x="4342" y="657"/>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45" name="Google Shape;2145;p13"/>
              <p:cNvSpPr/>
              <p:nvPr/>
            </p:nvSpPr>
            <p:spPr>
              <a:xfrm>
                <a:off x="4308" y="691"/>
                <a:ext cx="23" cy="23"/>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46" name="Google Shape;2146;p13"/>
              <p:cNvSpPr/>
              <p:nvPr/>
            </p:nvSpPr>
            <p:spPr>
              <a:xfrm>
                <a:off x="4274" y="725"/>
                <a:ext cx="23" cy="23"/>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47" name="Google Shape;2147;p13"/>
              <p:cNvSpPr/>
              <p:nvPr/>
            </p:nvSpPr>
            <p:spPr>
              <a:xfrm>
                <a:off x="4240" y="759"/>
                <a:ext cx="23" cy="23"/>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48" name="Google Shape;2148;p13"/>
              <p:cNvSpPr/>
              <p:nvPr/>
            </p:nvSpPr>
            <p:spPr>
              <a:xfrm>
                <a:off x="4206" y="793"/>
                <a:ext cx="23" cy="23"/>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49" name="Google Shape;2149;p13"/>
              <p:cNvSpPr/>
              <p:nvPr/>
            </p:nvSpPr>
            <p:spPr>
              <a:xfrm>
                <a:off x="4173" y="827"/>
                <a:ext cx="22" cy="22"/>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50" name="Google Shape;2150;p13"/>
              <p:cNvSpPr/>
              <p:nvPr/>
            </p:nvSpPr>
            <p:spPr>
              <a:xfrm>
                <a:off x="4139" y="861"/>
                <a:ext cx="23" cy="22"/>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51" name="Google Shape;2151;p13"/>
              <p:cNvSpPr/>
              <p:nvPr/>
            </p:nvSpPr>
            <p:spPr>
              <a:xfrm>
                <a:off x="4105" y="894"/>
                <a:ext cx="23" cy="2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52" name="Google Shape;2152;p13"/>
              <p:cNvSpPr/>
              <p:nvPr/>
            </p:nvSpPr>
            <p:spPr>
              <a:xfrm>
                <a:off x="4072" y="929"/>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53" name="Google Shape;2153;p13"/>
              <p:cNvSpPr/>
              <p:nvPr/>
            </p:nvSpPr>
            <p:spPr>
              <a:xfrm>
                <a:off x="4038" y="963"/>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54" name="Google Shape;2154;p13"/>
              <p:cNvSpPr/>
              <p:nvPr/>
            </p:nvSpPr>
            <p:spPr>
              <a:xfrm>
                <a:off x="4003" y="996"/>
                <a:ext cx="23" cy="23"/>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55" name="Google Shape;2155;p13"/>
              <p:cNvSpPr/>
              <p:nvPr/>
            </p:nvSpPr>
            <p:spPr>
              <a:xfrm>
                <a:off x="3970" y="1030"/>
                <a:ext cx="22" cy="23"/>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56" name="Google Shape;2156;p13"/>
              <p:cNvSpPr/>
              <p:nvPr/>
            </p:nvSpPr>
            <p:spPr>
              <a:xfrm>
                <a:off x="3936" y="1064"/>
                <a:ext cx="23" cy="22"/>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57" name="Google Shape;2157;p13"/>
              <p:cNvSpPr/>
              <p:nvPr/>
            </p:nvSpPr>
            <p:spPr>
              <a:xfrm>
                <a:off x="3902" y="1097"/>
                <a:ext cx="23" cy="2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58" name="Google Shape;2158;p13"/>
              <p:cNvSpPr/>
              <p:nvPr/>
            </p:nvSpPr>
            <p:spPr>
              <a:xfrm>
                <a:off x="3868" y="1131"/>
                <a:ext cx="23" cy="23"/>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59" name="Google Shape;2159;p13"/>
              <p:cNvSpPr/>
              <p:nvPr/>
            </p:nvSpPr>
            <p:spPr>
              <a:xfrm>
                <a:off x="4483" y="461"/>
                <a:ext cx="23" cy="22"/>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60" name="Google Shape;2160;p13"/>
              <p:cNvSpPr/>
              <p:nvPr/>
            </p:nvSpPr>
            <p:spPr>
              <a:xfrm>
                <a:off x="4450" y="495"/>
                <a:ext cx="22" cy="22"/>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61" name="Google Shape;2161;p13"/>
              <p:cNvSpPr/>
              <p:nvPr/>
            </p:nvSpPr>
            <p:spPr>
              <a:xfrm>
                <a:off x="4416" y="528"/>
                <a:ext cx="22" cy="23"/>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62" name="Google Shape;2162;p13"/>
              <p:cNvSpPr/>
              <p:nvPr/>
            </p:nvSpPr>
            <p:spPr>
              <a:xfrm>
                <a:off x="4382" y="562"/>
                <a:ext cx="23" cy="2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63" name="Google Shape;2163;p13"/>
              <p:cNvSpPr/>
              <p:nvPr/>
            </p:nvSpPr>
            <p:spPr>
              <a:xfrm>
                <a:off x="4348" y="596"/>
                <a:ext cx="23" cy="2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64" name="Google Shape;2164;p13"/>
              <p:cNvSpPr/>
              <p:nvPr/>
            </p:nvSpPr>
            <p:spPr>
              <a:xfrm>
                <a:off x="4314" y="630"/>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65" name="Google Shape;2165;p13"/>
              <p:cNvSpPr/>
              <p:nvPr/>
            </p:nvSpPr>
            <p:spPr>
              <a:xfrm>
                <a:off x="4280" y="664"/>
                <a:ext cx="23" cy="2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66" name="Google Shape;2166;p13"/>
              <p:cNvSpPr/>
              <p:nvPr/>
            </p:nvSpPr>
            <p:spPr>
              <a:xfrm>
                <a:off x="4246" y="698"/>
                <a:ext cx="23" cy="22"/>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67" name="Google Shape;2167;p13"/>
              <p:cNvSpPr/>
              <p:nvPr/>
            </p:nvSpPr>
            <p:spPr>
              <a:xfrm>
                <a:off x="4214" y="732"/>
                <a:ext cx="20"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68" name="Google Shape;2168;p13"/>
              <p:cNvSpPr/>
              <p:nvPr/>
            </p:nvSpPr>
            <p:spPr>
              <a:xfrm>
                <a:off x="4179" y="765"/>
                <a:ext cx="23" cy="2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69" name="Google Shape;2169;p13"/>
              <p:cNvSpPr/>
              <p:nvPr/>
            </p:nvSpPr>
            <p:spPr>
              <a:xfrm>
                <a:off x="4145" y="799"/>
                <a:ext cx="23" cy="2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70" name="Google Shape;2170;p13"/>
              <p:cNvSpPr/>
              <p:nvPr/>
            </p:nvSpPr>
            <p:spPr>
              <a:xfrm>
                <a:off x="4111" y="833"/>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71" name="Google Shape;2171;p13"/>
              <p:cNvSpPr/>
              <p:nvPr/>
            </p:nvSpPr>
            <p:spPr>
              <a:xfrm>
                <a:off x="4077" y="867"/>
                <a:ext cx="23"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72" name="Google Shape;2172;p13"/>
              <p:cNvSpPr/>
              <p:nvPr/>
            </p:nvSpPr>
            <p:spPr>
              <a:xfrm>
                <a:off x="4043" y="901"/>
                <a:ext cx="23" cy="22"/>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73" name="Google Shape;2173;p13"/>
              <p:cNvSpPr/>
              <p:nvPr/>
            </p:nvSpPr>
            <p:spPr>
              <a:xfrm>
                <a:off x="4011" y="935"/>
                <a:ext cx="20"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74" name="Google Shape;2174;p13"/>
              <p:cNvSpPr/>
              <p:nvPr/>
            </p:nvSpPr>
            <p:spPr>
              <a:xfrm>
                <a:off x="3976" y="968"/>
                <a:ext cx="23" cy="2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75" name="Google Shape;2175;p13"/>
              <p:cNvSpPr/>
              <p:nvPr/>
            </p:nvSpPr>
            <p:spPr>
              <a:xfrm>
                <a:off x="3942" y="1002"/>
                <a:ext cx="23"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76" name="Google Shape;2176;p13"/>
              <p:cNvSpPr/>
              <p:nvPr/>
            </p:nvSpPr>
            <p:spPr>
              <a:xfrm>
                <a:off x="3908" y="1036"/>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77" name="Google Shape;2177;p13"/>
              <p:cNvSpPr/>
              <p:nvPr/>
            </p:nvSpPr>
            <p:spPr>
              <a:xfrm>
                <a:off x="3874" y="1070"/>
                <a:ext cx="23"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78" name="Google Shape;2178;p13"/>
              <p:cNvSpPr/>
              <p:nvPr/>
            </p:nvSpPr>
            <p:spPr>
              <a:xfrm>
                <a:off x="3840" y="1104"/>
                <a:ext cx="23" cy="22"/>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79" name="Google Shape;2179;p13"/>
              <p:cNvSpPr/>
              <p:nvPr/>
            </p:nvSpPr>
            <p:spPr>
              <a:xfrm>
                <a:off x="4457" y="434"/>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80" name="Google Shape;2180;p13"/>
              <p:cNvSpPr/>
              <p:nvPr/>
            </p:nvSpPr>
            <p:spPr>
              <a:xfrm>
                <a:off x="4423" y="468"/>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81" name="Google Shape;2181;p13"/>
              <p:cNvSpPr/>
              <p:nvPr/>
            </p:nvSpPr>
            <p:spPr>
              <a:xfrm>
                <a:off x="4388" y="501"/>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82" name="Google Shape;2182;p13"/>
              <p:cNvSpPr/>
              <p:nvPr/>
            </p:nvSpPr>
            <p:spPr>
              <a:xfrm>
                <a:off x="4354" y="535"/>
                <a:ext cx="23" cy="22"/>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83" name="Google Shape;2183;p13"/>
              <p:cNvSpPr/>
              <p:nvPr/>
            </p:nvSpPr>
            <p:spPr>
              <a:xfrm>
                <a:off x="4320" y="568"/>
                <a:ext cx="23" cy="23"/>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84" name="Google Shape;2184;p13"/>
              <p:cNvSpPr/>
              <p:nvPr/>
            </p:nvSpPr>
            <p:spPr>
              <a:xfrm>
                <a:off x="4287" y="602"/>
                <a:ext cx="22" cy="23"/>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85" name="Google Shape;2185;p13"/>
              <p:cNvSpPr/>
              <p:nvPr/>
            </p:nvSpPr>
            <p:spPr>
              <a:xfrm>
                <a:off x="4253" y="636"/>
                <a:ext cx="23" cy="23"/>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86" name="Google Shape;2186;p13"/>
              <p:cNvSpPr/>
              <p:nvPr/>
            </p:nvSpPr>
            <p:spPr>
              <a:xfrm>
                <a:off x="4219" y="670"/>
                <a:ext cx="23" cy="23"/>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87" name="Google Shape;2187;p13"/>
              <p:cNvSpPr/>
              <p:nvPr/>
            </p:nvSpPr>
            <p:spPr>
              <a:xfrm>
                <a:off x="4185" y="704"/>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88" name="Google Shape;2188;p13"/>
              <p:cNvSpPr/>
              <p:nvPr/>
            </p:nvSpPr>
            <p:spPr>
              <a:xfrm>
                <a:off x="4151" y="738"/>
                <a:ext cx="23" cy="22"/>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89" name="Google Shape;2189;p13"/>
              <p:cNvSpPr/>
              <p:nvPr/>
            </p:nvSpPr>
            <p:spPr>
              <a:xfrm>
                <a:off x="4117" y="771"/>
                <a:ext cx="23" cy="23"/>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90" name="Google Shape;2190;p13"/>
              <p:cNvSpPr/>
              <p:nvPr/>
            </p:nvSpPr>
            <p:spPr>
              <a:xfrm>
                <a:off x="4084" y="805"/>
                <a:ext cx="22" cy="23"/>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91" name="Google Shape;2191;p13"/>
              <p:cNvSpPr/>
              <p:nvPr/>
            </p:nvSpPr>
            <p:spPr>
              <a:xfrm>
                <a:off x="4050" y="839"/>
                <a:ext cx="22" cy="23"/>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92" name="Google Shape;2192;p13"/>
              <p:cNvSpPr/>
              <p:nvPr/>
            </p:nvSpPr>
            <p:spPr>
              <a:xfrm>
                <a:off x="4016" y="873"/>
                <a:ext cx="23" cy="23"/>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93" name="Google Shape;2193;p13"/>
              <p:cNvSpPr/>
              <p:nvPr/>
            </p:nvSpPr>
            <p:spPr>
              <a:xfrm>
                <a:off x="3982" y="907"/>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94" name="Google Shape;2194;p13"/>
              <p:cNvSpPr/>
              <p:nvPr/>
            </p:nvSpPr>
            <p:spPr>
              <a:xfrm>
                <a:off x="3948" y="941"/>
                <a:ext cx="23" cy="22"/>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95" name="Google Shape;2195;p13"/>
              <p:cNvSpPr/>
              <p:nvPr/>
            </p:nvSpPr>
            <p:spPr>
              <a:xfrm>
                <a:off x="3915" y="976"/>
                <a:ext cx="21" cy="2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96" name="Google Shape;2196;p13"/>
              <p:cNvSpPr/>
              <p:nvPr/>
            </p:nvSpPr>
            <p:spPr>
              <a:xfrm>
                <a:off x="3882" y="1009"/>
                <a:ext cx="20"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97" name="Google Shape;2197;p13"/>
              <p:cNvSpPr/>
              <p:nvPr/>
            </p:nvSpPr>
            <p:spPr>
              <a:xfrm>
                <a:off x="3847" y="1042"/>
                <a:ext cx="22" cy="23"/>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98" name="Google Shape;2198;p13"/>
              <p:cNvSpPr/>
              <p:nvPr/>
            </p:nvSpPr>
            <p:spPr>
              <a:xfrm>
                <a:off x="3813" y="1076"/>
                <a:ext cx="23" cy="23"/>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99" name="Google Shape;2199;p13"/>
              <p:cNvSpPr/>
              <p:nvPr/>
            </p:nvSpPr>
            <p:spPr>
              <a:xfrm>
                <a:off x="4429" y="406"/>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00" name="Google Shape;2200;p13"/>
              <p:cNvSpPr/>
              <p:nvPr/>
            </p:nvSpPr>
            <p:spPr>
              <a:xfrm>
                <a:off x="4394" y="439"/>
                <a:ext cx="23" cy="2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01" name="Google Shape;2201;p13"/>
              <p:cNvSpPr/>
              <p:nvPr/>
            </p:nvSpPr>
            <p:spPr>
              <a:xfrm>
                <a:off x="4360" y="473"/>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02" name="Google Shape;2202;p13"/>
              <p:cNvSpPr/>
              <p:nvPr/>
            </p:nvSpPr>
            <p:spPr>
              <a:xfrm>
                <a:off x="4327" y="507"/>
                <a:ext cx="22"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03" name="Google Shape;2203;p13"/>
              <p:cNvSpPr/>
              <p:nvPr/>
            </p:nvSpPr>
            <p:spPr>
              <a:xfrm>
                <a:off x="4293" y="541"/>
                <a:ext cx="23" cy="2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04" name="Google Shape;2204;p13"/>
              <p:cNvSpPr/>
              <p:nvPr/>
            </p:nvSpPr>
            <p:spPr>
              <a:xfrm>
                <a:off x="4259" y="575"/>
                <a:ext cx="23" cy="22"/>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05" name="Google Shape;2205;p13"/>
              <p:cNvSpPr/>
              <p:nvPr/>
            </p:nvSpPr>
            <p:spPr>
              <a:xfrm>
                <a:off x="4225" y="609"/>
                <a:ext cx="23" cy="22"/>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06" name="Google Shape;2206;p13"/>
              <p:cNvSpPr/>
              <p:nvPr/>
            </p:nvSpPr>
            <p:spPr>
              <a:xfrm>
                <a:off x="4191" y="642"/>
                <a:ext cx="23" cy="2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07" name="Google Shape;2207;p13"/>
              <p:cNvSpPr/>
              <p:nvPr/>
            </p:nvSpPr>
            <p:spPr>
              <a:xfrm>
                <a:off x="4157" y="676"/>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08" name="Google Shape;2208;p13"/>
              <p:cNvSpPr/>
              <p:nvPr/>
            </p:nvSpPr>
            <p:spPr>
              <a:xfrm>
                <a:off x="4124" y="710"/>
                <a:ext cx="22"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09" name="Google Shape;2209;p13"/>
              <p:cNvSpPr/>
              <p:nvPr/>
            </p:nvSpPr>
            <p:spPr>
              <a:xfrm>
                <a:off x="4090" y="744"/>
                <a:ext cx="23" cy="2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10" name="Google Shape;2210;p13"/>
              <p:cNvSpPr/>
              <p:nvPr/>
            </p:nvSpPr>
            <p:spPr>
              <a:xfrm>
                <a:off x="4056" y="778"/>
                <a:ext cx="23" cy="23"/>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11" name="Google Shape;2211;p13"/>
              <p:cNvSpPr/>
              <p:nvPr/>
            </p:nvSpPr>
            <p:spPr>
              <a:xfrm>
                <a:off x="4022" y="812"/>
                <a:ext cx="23" cy="22"/>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12" name="Google Shape;2212;p13"/>
              <p:cNvSpPr/>
              <p:nvPr/>
            </p:nvSpPr>
            <p:spPr>
              <a:xfrm>
                <a:off x="3988" y="845"/>
                <a:ext cx="23" cy="2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13" name="Google Shape;2213;p13"/>
              <p:cNvSpPr/>
              <p:nvPr/>
            </p:nvSpPr>
            <p:spPr>
              <a:xfrm>
                <a:off x="3954" y="879"/>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14" name="Google Shape;2214;p13"/>
              <p:cNvSpPr/>
              <p:nvPr/>
            </p:nvSpPr>
            <p:spPr>
              <a:xfrm>
                <a:off x="3921" y="913"/>
                <a:ext cx="22"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15" name="Google Shape;2215;p13"/>
              <p:cNvSpPr/>
              <p:nvPr/>
            </p:nvSpPr>
            <p:spPr>
              <a:xfrm>
                <a:off x="3888" y="948"/>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16" name="Google Shape;2216;p13"/>
              <p:cNvSpPr/>
              <p:nvPr/>
            </p:nvSpPr>
            <p:spPr>
              <a:xfrm>
                <a:off x="3854" y="982"/>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17" name="Google Shape;2217;p13"/>
              <p:cNvSpPr/>
              <p:nvPr/>
            </p:nvSpPr>
            <p:spPr>
              <a:xfrm>
                <a:off x="3819" y="1015"/>
                <a:ext cx="23" cy="22"/>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18" name="Google Shape;2218;p13"/>
              <p:cNvSpPr/>
              <p:nvPr/>
            </p:nvSpPr>
            <p:spPr>
              <a:xfrm>
                <a:off x="3785" y="1048"/>
                <a:ext cx="23"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19" name="Google Shape;2219;p13"/>
              <p:cNvSpPr/>
              <p:nvPr/>
            </p:nvSpPr>
            <p:spPr>
              <a:xfrm>
                <a:off x="4401" y="378"/>
                <a:ext cx="22" cy="23"/>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20" name="Google Shape;2220;p13"/>
              <p:cNvSpPr/>
              <p:nvPr/>
            </p:nvSpPr>
            <p:spPr>
              <a:xfrm>
                <a:off x="4367" y="412"/>
                <a:ext cx="23" cy="23"/>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21" name="Google Shape;2221;p13"/>
              <p:cNvSpPr/>
              <p:nvPr/>
            </p:nvSpPr>
            <p:spPr>
              <a:xfrm>
                <a:off x="4334" y="447"/>
                <a:ext cx="21" cy="2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22" name="Google Shape;2222;p13"/>
              <p:cNvSpPr/>
              <p:nvPr/>
            </p:nvSpPr>
            <p:spPr>
              <a:xfrm>
                <a:off x="4300" y="480"/>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23" name="Google Shape;2223;p13"/>
              <p:cNvSpPr/>
              <p:nvPr/>
            </p:nvSpPr>
            <p:spPr>
              <a:xfrm>
                <a:off x="4265" y="513"/>
                <a:ext cx="23" cy="23"/>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24" name="Google Shape;2224;p13"/>
              <p:cNvSpPr/>
              <p:nvPr/>
            </p:nvSpPr>
            <p:spPr>
              <a:xfrm>
                <a:off x="4231" y="547"/>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25" name="Google Shape;2225;p13"/>
              <p:cNvSpPr/>
              <p:nvPr/>
            </p:nvSpPr>
            <p:spPr>
              <a:xfrm>
                <a:off x="4198" y="581"/>
                <a:ext cx="22" cy="23"/>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26" name="Google Shape;2226;p13"/>
              <p:cNvSpPr/>
              <p:nvPr/>
            </p:nvSpPr>
            <p:spPr>
              <a:xfrm>
                <a:off x="4164" y="615"/>
                <a:ext cx="22" cy="23"/>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27" name="Google Shape;2227;p13"/>
              <p:cNvSpPr/>
              <p:nvPr/>
            </p:nvSpPr>
            <p:spPr>
              <a:xfrm>
                <a:off x="4130" y="649"/>
                <a:ext cx="23" cy="22"/>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28" name="Google Shape;2228;p13"/>
              <p:cNvSpPr/>
              <p:nvPr/>
            </p:nvSpPr>
            <p:spPr>
              <a:xfrm>
                <a:off x="4097" y="683"/>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29" name="Google Shape;2229;p13"/>
              <p:cNvSpPr/>
              <p:nvPr/>
            </p:nvSpPr>
            <p:spPr>
              <a:xfrm>
                <a:off x="4062" y="716"/>
                <a:ext cx="23" cy="23"/>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30" name="Google Shape;2230;p13"/>
              <p:cNvSpPr/>
              <p:nvPr/>
            </p:nvSpPr>
            <p:spPr>
              <a:xfrm>
                <a:off x="4028" y="750"/>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31" name="Google Shape;2231;p13"/>
              <p:cNvSpPr/>
              <p:nvPr/>
            </p:nvSpPr>
            <p:spPr>
              <a:xfrm>
                <a:off x="3994" y="784"/>
                <a:ext cx="23" cy="23"/>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32" name="Google Shape;2232;p13"/>
              <p:cNvSpPr/>
              <p:nvPr/>
            </p:nvSpPr>
            <p:spPr>
              <a:xfrm>
                <a:off x="3961" y="818"/>
                <a:ext cx="22" cy="23"/>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33" name="Google Shape;2233;p13"/>
              <p:cNvSpPr/>
              <p:nvPr/>
            </p:nvSpPr>
            <p:spPr>
              <a:xfrm>
                <a:off x="3927" y="852"/>
                <a:ext cx="23" cy="22"/>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34" name="Google Shape;2234;p13"/>
              <p:cNvSpPr/>
              <p:nvPr/>
            </p:nvSpPr>
            <p:spPr>
              <a:xfrm>
                <a:off x="3893" y="885"/>
                <a:ext cx="23" cy="23"/>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35" name="Google Shape;2235;p13"/>
              <p:cNvSpPr/>
              <p:nvPr/>
            </p:nvSpPr>
            <p:spPr>
              <a:xfrm>
                <a:off x="3859" y="919"/>
                <a:ext cx="23" cy="23"/>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36" name="Google Shape;2236;p13"/>
              <p:cNvSpPr/>
              <p:nvPr/>
            </p:nvSpPr>
            <p:spPr>
              <a:xfrm>
                <a:off x="3825" y="953"/>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37" name="Google Shape;2237;p13"/>
              <p:cNvSpPr/>
              <p:nvPr/>
            </p:nvSpPr>
            <p:spPr>
              <a:xfrm>
                <a:off x="3791" y="987"/>
                <a:ext cx="23" cy="23"/>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38" name="Google Shape;2238;p13"/>
              <p:cNvSpPr/>
              <p:nvPr/>
            </p:nvSpPr>
            <p:spPr>
              <a:xfrm>
                <a:off x="3759" y="1022"/>
                <a:ext cx="20"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39" name="Google Shape;2239;p13"/>
              <p:cNvSpPr/>
              <p:nvPr/>
            </p:nvSpPr>
            <p:spPr>
              <a:xfrm>
                <a:off x="4373" y="350"/>
                <a:ext cx="23"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40" name="Google Shape;2240;p13"/>
              <p:cNvSpPr/>
              <p:nvPr/>
            </p:nvSpPr>
            <p:spPr>
              <a:xfrm>
                <a:off x="4339" y="384"/>
                <a:ext cx="23" cy="2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41" name="Google Shape;2241;p13"/>
              <p:cNvSpPr/>
              <p:nvPr/>
            </p:nvSpPr>
            <p:spPr>
              <a:xfrm>
                <a:off x="4306" y="419"/>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42" name="Google Shape;2242;p13"/>
              <p:cNvSpPr/>
              <p:nvPr/>
            </p:nvSpPr>
            <p:spPr>
              <a:xfrm>
                <a:off x="4272" y="453"/>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43" name="Google Shape;2243;p13"/>
              <p:cNvSpPr/>
              <p:nvPr/>
            </p:nvSpPr>
            <p:spPr>
              <a:xfrm>
                <a:off x="4238" y="486"/>
                <a:ext cx="22" cy="22"/>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44" name="Google Shape;2244;p13"/>
              <p:cNvSpPr/>
              <p:nvPr/>
            </p:nvSpPr>
            <p:spPr>
              <a:xfrm>
                <a:off x="4204" y="519"/>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45" name="Google Shape;2245;p13"/>
              <p:cNvSpPr/>
              <p:nvPr/>
            </p:nvSpPr>
            <p:spPr>
              <a:xfrm>
                <a:off x="4170" y="553"/>
                <a:ext cx="23"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46" name="Google Shape;2246;p13"/>
              <p:cNvSpPr/>
              <p:nvPr/>
            </p:nvSpPr>
            <p:spPr>
              <a:xfrm>
                <a:off x="4136" y="587"/>
                <a:ext cx="23" cy="2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47" name="Google Shape;2247;p13"/>
              <p:cNvSpPr/>
              <p:nvPr/>
            </p:nvSpPr>
            <p:spPr>
              <a:xfrm>
                <a:off x="4102" y="621"/>
                <a:ext cx="23" cy="23"/>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48" name="Google Shape;2248;p13"/>
              <p:cNvSpPr/>
              <p:nvPr/>
            </p:nvSpPr>
            <p:spPr>
              <a:xfrm>
                <a:off x="4068" y="655"/>
                <a:ext cx="23"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49" name="Google Shape;2249;p13"/>
              <p:cNvSpPr/>
              <p:nvPr/>
            </p:nvSpPr>
            <p:spPr>
              <a:xfrm>
                <a:off x="4035" y="689"/>
                <a:ext cx="22" cy="22"/>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50" name="Google Shape;2250;p13"/>
              <p:cNvSpPr/>
              <p:nvPr/>
            </p:nvSpPr>
            <p:spPr>
              <a:xfrm>
                <a:off x="4001" y="722"/>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51" name="Google Shape;2251;p13"/>
              <p:cNvSpPr/>
              <p:nvPr/>
            </p:nvSpPr>
            <p:spPr>
              <a:xfrm>
                <a:off x="3967" y="756"/>
                <a:ext cx="23"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52" name="Google Shape;2252;p13"/>
              <p:cNvSpPr/>
              <p:nvPr/>
            </p:nvSpPr>
            <p:spPr>
              <a:xfrm>
                <a:off x="3933" y="790"/>
                <a:ext cx="23" cy="2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53" name="Google Shape;2253;p13"/>
              <p:cNvSpPr/>
              <p:nvPr/>
            </p:nvSpPr>
            <p:spPr>
              <a:xfrm>
                <a:off x="3899" y="824"/>
                <a:ext cx="23" cy="23"/>
              </a:xfrm>
              <a:custGeom>
                <a:avLst/>
                <a:gdLst/>
                <a:ahLst/>
                <a:cxnLst/>
                <a:rect l="l" t="t" r="r" b="b"/>
                <a:pathLst>
                  <a:path w="1094" h="1095" extrusionOk="0">
                    <a:moveTo>
                      <a:pt x="195" y="900"/>
                    </a:moveTo>
                    <a:cubicBezTo>
                      <a:pt x="0" y="705"/>
                      <a:pt x="0" y="389"/>
                      <a:pt x="195" y="195"/>
                    </a:cubicBezTo>
                    <a:cubicBezTo>
                      <a:pt x="389" y="0"/>
                      <a:pt x="705" y="0"/>
                      <a:pt x="900" y="195"/>
                    </a:cubicBezTo>
                    <a:cubicBezTo>
                      <a:pt x="1094" y="389"/>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54" name="Google Shape;2254;p13"/>
              <p:cNvSpPr/>
              <p:nvPr/>
            </p:nvSpPr>
            <p:spPr>
              <a:xfrm>
                <a:off x="3865" y="858"/>
                <a:ext cx="23"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55" name="Google Shape;2255;p13"/>
              <p:cNvSpPr/>
              <p:nvPr/>
            </p:nvSpPr>
            <p:spPr>
              <a:xfrm>
                <a:off x="3832" y="892"/>
                <a:ext cx="22" cy="22"/>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56" name="Google Shape;2256;p13"/>
              <p:cNvSpPr/>
              <p:nvPr/>
            </p:nvSpPr>
            <p:spPr>
              <a:xfrm>
                <a:off x="3798" y="926"/>
                <a:ext cx="23" cy="22"/>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57" name="Google Shape;2257;p13"/>
              <p:cNvSpPr/>
              <p:nvPr/>
            </p:nvSpPr>
            <p:spPr>
              <a:xfrm>
                <a:off x="3764" y="959"/>
                <a:ext cx="23"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58" name="Google Shape;2258;p13"/>
              <p:cNvSpPr/>
              <p:nvPr/>
            </p:nvSpPr>
            <p:spPr>
              <a:xfrm>
                <a:off x="3731" y="994"/>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59" name="Google Shape;2259;p13"/>
              <p:cNvSpPr/>
              <p:nvPr/>
            </p:nvSpPr>
            <p:spPr>
              <a:xfrm>
                <a:off x="4345" y="323"/>
                <a:ext cx="23" cy="22"/>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60" name="Google Shape;2260;p13"/>
              <p:cNvSpPr/>
              <p:nvPr/>
            </p:nvSpPr>
            <p:spPr>
              <a:xfrm>
                <a:off x="4311" y="356"/>
                <a:ext cx="23" cy="23"/>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61" name="Google Shape;2261;p13"/>
              <p:cNvSpPr/>
              <p:nvPr/>
            </p:nvSpPr>
            <p:spPr>
              <a:xfrm>
                <a:off x="4278" y="390"/>
                <a:ext cx="22"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62" name="Google Shape;2262;p13"/>
              <p:cNvSpPr/>
              <p:nvPr/>
            </p:nvSpPr>
            <p:spPr>
              <a:xfrm>
                <a:off x="4244" y="424"/>
                <a:ext cx="23" cy="23"/>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63" name="Google Shape;2263;p13"/>
              <p:cNvSpPr/>
              <p:nvPr/>
            </p:nvSpPr>
            <p:spPr>
              <a:xfrm>
                <a:off x="4210" y="458"/>
                <a:ext cx="23" cy="23"/>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64" name="Google Shape;2264;p13"/>
              <p:cNvSpPr/>
              <p:nvPr/>
            </p:nvSpPr>
            <p:spPr>
              <a:xfrm>
                <a:off x="4177" y="493"/>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65" name="Google Shape;2265;p13"/>
              <p:cNvSpPr/>
              <p:nvPr/>
            </p:nvSpPr>
            <p:spPr>
              <a:xfrm>
                <a:off x="4142" y="526"/>
                <a:ext cx="23" cy="22"/>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66" name="Google Shape;2266;p13"/>
              <p:cNvSpPr/>
              <p:nvPr/>
            </p:nvSpPr>
            <p:spPr>
              <a:xfrm>
                <a:off x="4108" y="560"/>
                <a:ext cx="23" cy="22"/>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67" name="Google Shape;2267;p13"/>
              <p:cNvSpPr/>
              <p:nvPr/>
            </p:nvSpPr>
            <p:spPr>
              <a:xfrm>
                <a:off x="4075" y="593"/>
                <a:ext cx="22"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68" name="Google Shape;2268;p13"/>
              <p:cNvSpPr/>
              <p:nvPr/>
            </p:nvSpPr>
            <p:spPr>
              <a:xfrm>
                <a:off x="4041" y="627"/>
                <a:ext cx="23" cy="23"/>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69" name="Google Shape;2269;p13"/>
              <p:cNvSpPr/>
              <p:nvPr/>
            </p:nvSpPr>
            <p:spPr>
              <a:xfrm>
                <a:off x="4007" y="661"/>
                <a:ext cx="23" cy="23"/>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70" name="Google Shape;2270;p13"/>
              <p:cNvSpPr/>
              <p:nvPr/>
            </p:nvSpPr>
            <p:spPr>
              <a:xfrm>
                <a:off x="3974" y="696"/>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71" name="Google Shape;2271;p13"/>
              <p:cNvSpPr/>
              <p:nvPr/>
            </p:nvSpPr>
            <p:spPr>
              <a:xfrm>
                <a:off x="3940" y="730"/>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72" name="Google Shape;2272;p13"/>
              <p:cNvSpPr/>
              <p:nvPr/>
            </p:nvSpPr>
            <p:spPr>
              <a:xfrm>
                <a:off x="3905" y="763"/>
                <a:ext cx="23" cy="22"/>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73" name="Google Shape;2273;p13"/>
              <p:cNvSpPr/>
              <p:nvPr/>
            </p:nvSpPr>
            <p:spPr>
              <a:xfrm>
                <a:off x="3872" y="796"/>
                <a:ext cx="22"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74" name="Google Shape;2274;p13"/>
              <p:cNvSpPr/>
              <p:nvPr/>
            </p:nvSpPr>
            <p:spPr>
              <a:xfrm>
                <a:off x="3838" y="830"/>
                <a:ext cx="23" cy="23"/>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75" name="Google Shape;2275;p13"/>
              <p:cNvSpPr/>
              <p:nvPr/>
            </p:nvSpPr>
            <p:spPr>
              <a:xfrm>
                <a:off x="3804" y="864"/>
                <a:ext cx="23" cy="23"/>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76" name="Google Shape;2276;p13"/>
              <p:cNvSpPr/>
              <p:nvPr/>
            </p:nvSpPr>
            <p:spPr>
              <a:xfrm>
                <a:off x="3770" y="898"/>
                <a:ext cx="23" cy="23"/>
              </a:xfrm>
              <a:custGeom>
                <a:avLst/>
                <a:gdLst/>
                <a:ahLst/>
                <a:cxnLst/>
                <a:rect l="l" t="t" r="r" b="b"/>
                <a:pathLst>
                  <a:path w="1094" h="1094" extrusionOk="0">
                    <a:moveTo>
                      <a:pt x="194" y="900"/>
                    </a:moveTo>
                    <a:cubicBezTo>
                      <a:pt x="0" y="705"/>
                      <a:pt x="0" y="389"/>
                      <a:pt x="194" y="194"/>
                    </a:cubicBezTo>
                    <a:cubicBezTo>
                      <a:pt x="389" y="0"/>
                      <a:pt x="705" y="0"/>
                      <a:pt x="899" y="194"/>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77" name="Google Shape;2277;p13"/>
              <p:cNvSpPr/>
              <p:nvPr/>
            </p:nvSpPr>
            <p:spPr>
              <a:xfrm>
                <a:off x="3736" y="932"/>
                <a:ext cx="23" cy="23"/>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78" name="Google Shape;2278;p13"/>
              <p:cNvSpPr/>
              <p:nvPr/>
            </p:nvSpPr>
            <p:spPr>
              <a:xfrm>
                <a:off x="3702" y="966"/>
                <a:ext cx="23" cy="22"/>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79" name="Google Shape;2279;p13"/>
              <p:cNvSpPr/>
              <p:nvPr/>
            </p:nvSpPr>
            <p:spPr>
              <a:xfrm>
                <a:off x="4318" y="295"/>
                <a:ext cx="23"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80" name="Google Shape;2280;p13"/>
              <p:cNvSpPr/>
              <p:nvPr/>
            </p:nvSpPr>
            <p:spPr>
              <a:xfrm>
                <a:off x="4284" y="329"/>
                <a:ext cx="23" cy="2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81" name="Google Shape;2281;p13"/>
              <p:cNvSpPr/>
              <p:nvPr/>
            </p:nvSpPr>
            <p:spPr>
              <a:xfrm>
                <a:off x="4250" y="363"/>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82" name="Google Shape;2282;p13"/>
              <p:cNvSpPr/>
              <p:nvPr/>
            </p:nvSpPr>
            <p:spPr>
              <a:xfrm>
                <a:off x="4216" y="397"/>
                <a:ext cx="23" cy="22"/>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83" name="Google Shape;2283;p13"/>
              <p:cNvSpPr/>
              <p:nvPr/>
            </p:nvSpPr>
            <p:spPr>
              <a:xfrm>
                <a:off x="4182" y="430"/>
                <a:ext cx="23" cy="23"/>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84" name="Google Shape;2284;p13"/>
              <p:cNvSpPr/>
              <p:nvPr/>
            </p:nvSpPr>
            <p:spPr>
              <a:xfrm>
                <a:off x="4150" y="465"/>
                <a:ext cx="20"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85" name="Google Shape;2285;p13"/>
              <p:cNvSpPr/>
              <p:nvPr/>
            </p:nvSpPr>
            <p:spPr>
              <a:xfrm>
                <a:off x="4116" y="499"/>
                <a:ext cx="20"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86" name="Google Shape;2286;p13"/>
              <p:cNvSpPr/>
              <p:nvPr/>
            </p:nvSpPr>
            <p:spPr>
              <a:xfrm>
                <a:off x="4081" y="532"/>
                <a:ext cx="23" cy="2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87" name="Google Shape;2287;p13"/>
              <p:cNvSpPr/>
              <p:nvPr/>
            </p:nvSpPr>
            <p:spPr>
              <a:xfrm>
                <a:off x="4047" y="566"/>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2288" name="Google Shape;2288;p13"/>
            <p:cNvSpPr/>
            <p:nvPr/>
          </p:nvSpPr>
          <p:spPr>
            <a:xfrm>
              <a:off x="5749665" y="952500"/>
              <a:ext cx="36513" cy="34925"/>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89" name="Google Shape;2289;p13"/>
            <p:cNvSpPr/>
            <p:nvPr/>
          </p:nvSpPr>
          <p:spPr>
            <a:xfrm>
              <a:off x="5695690" y="1004888"/>
              <a:ext cx="36513" cy="3651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90" name="Google Shape;2290;p13"/>
            <p:cNvSpPr/>
            <p:nvPr/>
          </p:nvSpPr>
          <p:spPr>
            <a:xfrm>
              <a:off x="5643303" y="1058863"/>
              <a:ext cx="34925" cy="36513"/>
            </a:xfrm>
            <a:custGeom>
              <a:avLst/>
              <a:gdLst/>
              <a:ahLst/>
              <a:cxnLst/>
              <a:rect l="l" t="t" r="r" b="b"/>
              <a:pathLst>
                <a:path w="1094" h="1094" extrusionOk="0">
                  <a:moveTo>
                    <a:pt x="195" y="900"/>
                  </a:moveTo>
                  <a:cubicBezTo>
                    <a:pt x="0" y="705"/>
                    <a:pt x="0" y="389"/>
                    <a:pt x="195" y="195"/>
                  </a:cubicBezTo>
                  <a:cubicBezTo>
                    <a:pt x="389" y="0"/>
                    <a:pt x="705" y="0"/>
                    <a:pt x="900" y="195"/>
                  </a:cubicBezTo>
                  <a:cubicBezTo>
                    <a:pt x="1094" y="389"/>
                    <a:pt x="1094" y="705"/>
                    <a:pt x="900" y="900"/>
                  </a:cubicBezTo>
                  <a:cubicBezTo>
                    <a:pt x="705" y="1094"/>
                    <a:pt x="389"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91" name="Google Shape;2291;p13"/>
            <p:cNvSpPr/>
            <p:nvPr/>
          </p:nvSpPr>
          <p:spPr>
            <a:xfrm>
              <a:off x="5589328" y="1112838"/>
              <a:ext cx="34925" cy="36513"/>
            </a:xfrm>
            <a:custGeom>
              <a:avLst/>
              <a:gdLst/>
              <a:ahLst/>
              <a:cxnLst/>
              <a:rect l="l" t="t" r="r" b="b"/>
              <a:pathLst>
                <a:path w="1095" h="1094" extrusionOk="0">
                  <a:moveTo>
                    <a:pt x="195" y="900"/>
                  </a:moveTo>
                  <a:cubicBezTo>
                    <a:pt x="0" y="705"/>
                    <a:pt x="0" y="389"/>
                    <a:pt x="195" y="194"/>
                  </a:cubicBezTo>
                  <a:cubicBezTo>
                    <a:pt x="389" y="0"/>
                    <a:pt x="705" y="0"/>
                    <a:pt x="900" y="194"/>
                  </a:cubicBezTo>
                  <a:cubicBezTo>
                    <a:pt x="1095" y="389"/>
                    <a:pt x="1095" y="705"/>
                    <a:pt x="900" y="900"/>
                  </a:cubicBezTo>
                  <a:cubicBezTo>
                    <a:pt x="705" y="1094"/>
                    <a:pt x="389"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92" name="Google Shape;2292;p13"/>
            <p:cNvSpPr/>
            <p:nvPr/>
          </p:nvSpPr>
          <p:spPr>
            <a:xfrm>
              <a:off x="5535353" y="1166813"/>
              <a:ext cx="36513" cy="3651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93" name="Google Shape;2293;p13"/>
            <p:cNvSpPr/>
            <p:nvPr/>
          </p:nvSpPr>
          <p:spPr>
            <a:xfrm>
              <a:off x="5481378" y="1220788"/>
              <a:ext cx="36513" cy="3651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94" name="Google Shape;2294;p13"/>
            <p:cNvSpPr/>
            <p:nvPr/>
          </p:nvSpPr>
          <p:spPr>
            <a:xfrm>
              <a:off x="5427403" y="1274763"/>
              <a:ext cx="36513" cy="34925"/>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95" name="Google Shape;2295;p13"/>
            <p:cNvSpPr/>
            <p:nvPr/>
          </p:nvSpPr>
          <p:spPr>
            <a:xfrm>
              <a:off x="5373428" y="1327150"/>
              <a:ext cx="36513" cy="3651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96" name="Google Shape;2296;p13"/>
            <p:cNvSpPr/>
            <p:nvPr/>
          </p:nvSpPr>
          <p:spPr>
            <a:xfrm>
              <a:off x="5319453" y="1381125"/>
              <a:ext cx="36513" cy="36513"/>
            </a:xfrm>
            <a:custGeom>
              <a:avLst/>
              <a:gdLst/>
              <a:ahLst/>
              <a:cxnLst/>
              <a:rect l="l" t="t" r="r" b="b"/>
              <a:pathLst>
                <a:path w="1094" h="1095" extrusionOk="0">
                  <a:moveTo>
                    <a:pt x="195" y="900"/>
                  </a:moveTo>
                  <a:cubicBezTo>
                    <a:pt x="0" y="705"/>
                    <a:pt x="0" y="389"/>
                    <a:pt x="195" y="195"/>
                  </a:cubicBezTo>
                  <a:cubicBezTo>
                    <a:pt x="389" y="0"/>
                    <a:pt x="705" y="0"/>
                    <a:pt x="900" y="195"/>
                  </a:cubicBezTo>
                  <a:cubicBezTo>
                    <a:pt x="1094" y="389"/>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97" name="Google Shape;2297;p13"/>
            <p:cNvSpPr/>
            <p:nvPr/>
          </p:nvSpPr>
          <p:spPr>
            <a:xfrm>
              <a:off x="5267065" y="1435100"/>
              <a:ext cx="34925" cy="36513"/>
            </a:xfrm>
            <a:custGeom>
              <a:avLst/>
              <a:gdLst/>
              <a:ahLst/>
              <a:cxnLst/>
              <a:rect l="l" t="t" r="r" b="b"/>
              <a:pathLst>
                <a:path w="1095" h="1094" extrusionOk="0">
                  <a:moveTo>
                    <a:pt x="195" y="900"/>
                  </a:moveTo>
                  <a:cubicBezTo>
                    <a:pt x="0" y="705"/>
                    <a:pt x="0" y="389"/>
                    <a:pt x="195" y="194"/>
                  </a:cubicBezTo>
                  <a:cubicBezTo>
                    <a:pt x="389" y="0"/>
                    <a:pt x="705" y="0"/>
                    <a:pt x="900" y="194"/>
                  </a:cubicBezTo>
                  <a:cubicBezTo>
                    <a:pt x="1095" y="389"/>
                    <a:pt x="1095" y="705"/>
                    <a:pt x="900" y="900"/>
                  </a:cubicBezTo>
                  <a:cubicBezTo>
                    <a:pt x="705" y="1094"/>
                    <a:pt x="389"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98" name="Google Shape;2298;p13"/>
            <p:cNvSpPr/>
            <p:nvPr/>
          </p:nvSpPr>
          <p:spPr>
            <a:xfrm>
              <a:off x="5213090" y="1489075"/>
              <a:ext cx="36513" cy="3651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299"/>
        <p:cNvGrpSpPr/>
        <p:nvPr/>
      </p:nvGrpSpPr>
      <p:grpSpPr>
        <a:xfrm>
          <a:off x="0" y="0"/>
          <a:ext cx="0" cy="0"/>
          <a:chOff x="0" y="0"/>
          <a:chExt cx="0" cy="0"/>
        </a:xfrm>
      </p:grpSpPr>
      <p:sp>
        <p:nvSpPr>
          <p:cNvPr id="2300" name="Google Shape;2300;p14"/>
          <p:cNvSpPr txBox="1">
            <a:spLocks noGrp="1"/>
          </p:cNvSpPr>
          <p:nvPr>
            <p:ph type="title"/>
          </p:nvPr>
        </p:nvSpPr>
        <p:spPr>
          <a:xfrm>
            <a:off x="723900" y="3844151"/>
            <a:ext cx="7696199" cy="746899"/>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500"/>
              <a:buFont typeface="Bebas Neue"/>
              <a:buNone/>
              <a:defRPr sz="35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01" name="Google Shape;2301;p14"/>
          <p:cNvSpPr/>
          <p:nvPr/>
        </p:nvSpPr>
        <p:spPr>
          <a:xfrm rot="10800000">
            <a:off x="-605116" y="4164123"/>
            <a:ext cx="2187206" cy="2575530"/>
          </a:xfrm>
          <a:custGeom>
            <a:avLst/>
            <a:gdLst/>
            <a:ahLst/>
            <a:cxnLst/>
            <a:rect l="l" t="t" r="r" b="b"/>
            <a:pathLst>
              <a:path w="50016" h="58876" extrusionOk="0">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2302" name="Google Shape;2302;p14"/>
          <p:cNvGrpSpPr/>
          <p:nvPr/>
        </p:nvGrpSpPr>
        <p:grpSpPr>
          <a:xfrm>
            <a:off x="7651434" y="-142378"/>
            <a:ext cx="1658248" cy="1282517"/>
            <a:chOff x="5136226" y="2246221"/>
            <a:chExt cx="1254126" cy="969962"/>
          </a:xfrm>
        </p:grpSpPr>
        <p:sp>
          <p:nvSpPr>
            <p:cNvPr id="2303" name="Google Shape;2303;p14"/>
            <p:cNvSpPr/>
            <p:nvPr/>
          </p:nvSpPr>
          <p:spPr>
            <a:xfrm>
              <a:off x="5448964" y="2246221"/>
              <a:ext cx="941388" cy="657225"/>
            </a:xfrm>
            <a:custGeom>
              <a:avLst/>
              <a:gdLst/>
              <a:ahLst/>
              <a:cxnLst/>
              <a:rect l="l" t="t" r="r" b="b"/>
              <a:pathLst>
                <a:path w="28452" h="19847" extrusionOk="0">
                  <a:moveTo>
                    <a:pt x="0" y="5307"/>
                  </a:moveTo>
                  <a:lnTo>
                    <a:pt x="0" y="5307"/>
                  </a:lnTo>
                  <a:cubicBezTo>
                    <a:pt x="5307" y="0"/>
                    <a:pt x="13912" y="0"/>
                    <a:pt x="19219" y="5307"/>
                  </a:cubicBezTo>
                  <a:lnTo>
                    <a:pt x="28452" y="14540"/>
                  </a:lnTo>
                  <a:lnTo>
                    <a:pt x="28452" y="14540"/>
                  </a:lnTo>
                  <a:cubicBezTo>
                    <a:pt x="23144" y="19847"/>
                    <a:pt x="14540" y="19847"/>
                    <a:pt x="9232" y="14540"/>
                  </a:cubicBezTo>
                  <a:lnTo>
                    <a:pt x="0" y="530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04" name="Google Shape;2304;p14"/>
            <p:cNvSpPr/>
            <p:nvPr/>
          </p:nvSpPr>
          <p:spPr>
            <a:xfrm>
              <a:off x="5136226" y="2558958"/>
              <a:ext cx="941388" cy="657225"/>
            </a:xfrm>
            <a:custGeom>
              <a:avLst/>
              <a:gdLst/>
              <a:ahLst/>
              <a:cxnLst/>
              <a:rect l="l" t="t" r="r" b="b"/>
              <a:pathLst>
                <a:path w="28452" h="19847" extrusionOk="0">
                  <a:moveTo>
                    <a:pt x="0" y="5308"/>
                  </a:moveTo>
                  <a:lnTo>
                    <a:pt x="0" y="5308"/>
                  </a:lnTo>
                  <a:cubicBezTo>
                    <a:pt x="5308" y="0"/>
                    <a:pt x="13912" y="0"/>
                    <a:pt x="19220" y="5307"/>
                  </a:cubicBezTo>
                  <a:lnTo>
                    <a:pt x="28452" y="14540"/>
                  </a:lnTo>
                  <a:lnTo>
                    <a:pt x="28452" y="14540"/>
                  </a:lnTo>
                  <a:cubicBezTo>
                    <a:pt x="23145" y="19847"/>
                    <a:pt x="14540" y="19847"/>
                    <a:pt x="9233" y="14540"/>
                  </a:cubicBezTo>
                  <a:lnTo>
                    <a:pt x="0" y="5308"/>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05" name="Google Shape;2305;p14"/>
            <p:cNvSpPr/>
            <p:nvPr/>
          </p:nvSpPr>
          <p:spPr>
            <a:xfrm>
              <a:off x="5521989" y="2570071"/>
              <a:ext cx="403225" cy="403225"/>
            </a:xfrm>
            <a:custGeom>
              <a:avLst/>
              <a:gdLst/>
              <a:ahLst/>
              <a:cxnLst/>
              <a:rect l="l" t="t" r="r" b="b"/>
              <a:pathLst>
                <a:path w="12207" h="12207" extrusionOk="0">
                  <a:moveTo>
                    <a:pt x="2664" y="9543"/>
                  </a:moveTo>
                  <a:cubicBezTo>
                    <a:pt x="5293" y="12173"/>
                    <a:pt x="9529" y="12207"/>
                    <a:pt x="12207" y="9655"/>
                  </a:cubicBezTo>
                  <a:lnTo>
                    <a:pt x="2552" y="0"/>
                  </a:lnTo>
                  <a:cubicBezTo>
                    <a:pt x="0" y="2678"/>
                    <a:pt x="34" y="6914"/>
                    <a:pt x="2664" y="954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06" name="Google Shape;2306;p14"/>
            <p:cNvSpPr/>
            <p:nvPr/>
          </p:nvSpPr>
          <p:spPr>
            <a:xfrm>
              <a:off x="5604539" y="2487521"/>
              <a:ext cx="403225" cy="403225"/>
            </a:xfrm>
            <a:custGeom>
              <a:avLst/>
              <a:gdLst/>
              <a:ahLst/>
              <a:cxnLst/>
              <a:rect l="l" t="t" r="r" b="b"/>
              <a:pathLst>
                <a:path w="12206" h="12206" extrusionOk="0">
                  <a:moveTo>
                    <a:pt x="9543" y="2663"/>
                  </a:moveTo>
                  <a:cubicBezTo>
                    <a:pt x="6913" y="34"/>
                    <a:pt x="2677" y="0"/>
                    <a:pt x="0" y="2551"/>
                  </a:cubicBezTo>
                  <a:lnTo>
                    <a:pt x="9655" y="12206"/>
                  </a:lnTo>
                  <a:cubicBezTo>
                    <a:pt x="12206" y="9529"/>
                    <a:pt x="12172" y="5293"/>
                    <a:pt x="9543" y="2663"/>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grpSp>
        <p:nvGrpSpPr>
          <p:cNvPr id="2307" name="Google Shape;2307;p14"/>
          <p:cNvGrpSpPr/>
          <p:nvPr/>
        </p:nvGrpSpPr>
        <p:grpSpPr>
          <a:xfrm>
            <a:off x="-1344947" y="2853552"/>
            <a:ext cx="2090651" cy="2092749"/>
            <a:chOff x="5213090" y="468313"/>
            <a:chExt cx="1581151" cy="1582738"/>
          </a:xfrm>
        </p:grpSpPr>
        <p:sp>
          <p:nvSpPr>
            <p:cNvPr id="2308" name="Google Shape;2308;p14"/>
            <p:cNvSpPr/>
            <p:nvPr/>
          </p:nvSpPr>
          <p:spPr>
            <a:xfrm>
              <a:off x="6760903" y="995363"/>
              <a:ext cx="33338" cy="33338"/>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09" name="Google Shape;2309;p14"/>
            <p:cNvSpPr/>
            <p:nvPr/>
          </p:nvSpPr>
          <p:spPr>
            <a:xfrm>
              <a:off x="6705340" y="1047750"/>
              <a:ext cx="36513" cy="36513"/>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10" name="Google Shape;2310;p14"/>
            <p:cNvSpPr/>
            <p:nvPr/>
          </p:nvSpPr>
          <p:spPr>
            <a:xfrm>
              <a:off x="6651365" y="1101725"/>
              <a:ext cx="36513" cy="36513"/>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11" name="Google Shape;2311;p14"/>
            <p:cNvSpPr/>
            <p:nvPr/>
          </p:nvSpPr>
          <p:spPr>
            <a:xfrm>
              <a:off x="6597390" y="1155700"/>
              <a:ext cx="36513" cy="36513"/>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12" name="Google Shape;2312;p14"/>
            <p:cNvSpPr/>
            <p:nvPr/>
          </p:nvSpPr>
          <p:spPr>
            <a:xfrm>
              <a:off x="6545003" y="1209675"/>
              <a:ext cx="34925" cy="34925"/>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13" name="Google Shape;2313;p14"/>
            <p:cNvSpPr/>
            <p:nvPr/>
          </p:nvSpPr>
          <p:spPr>
            <a:xfrm>
              <a:off x="6491028" y="1263650"/>
              <a:ext cx="36513" cy="34925"/>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14" name="Google Shape;2314;p14"/>
            <p:cNvSpPr/>
            <p:nvPr/>
          </p:nvSpPr>
          <p:spPr>
            <a:xfrm>
              <a:off x="6437053" y="1316038"/>
              <a:ext cx="36513" cy="3651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15" name="Google Shape;2315;p14"/>
            <p:cNvSpPr/>
            <p:nvPr/>
          </p:nvSpPr>
          <p:spPr>
            <a:xfrm>
              <a:off x="6383078" y="1370013"/>
              <a:ext cx="36513" cy="36513"/>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16" name="Google Shape;2316;p14"/>
            <p:cNvSpPr/>
            <p:nvPr/>
          </p:nvSpPr>
          <p:spPr>
            <a:xfrm>
              <a:off x="6329103" y="1423988"/>
              <a:ext cx="36513" cy="36513"/>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17" name="Google Shape;2317;p14"/>
            <p:cNvSpPr/>
            <p:nvPr/>
          </p:nvSpPr>
          <p:spPr>
            <a:xfrm>
              <a:off x="6275128" y="1477963"/>
              <a:ext cx="36513" cy="36513"/>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18" name="Google Shape;2318;p14"/>
            <p:cNvSpPr/>
            <p:nvPr/>
          </p:nvSpPr>
          <p:spPr>
            <a:xfrm>
              <a:off x="6222740" y="1531938"/>
              <a:ext cx="34925" cy="36513"/>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19" name="Google Shape;2319;p14"/>
            <p:cNvSpPr/>
            <p:nvPr/>
          </p:nvSpPr>
          <p:spPr>
            <a:xfrm>
              <a:off x="6168765" y="1585913"/>
              <a:ext cx="36513" cy="34925"/>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20" name="Google Shape;2320;p14"/>
            <p:cNvSpPr/>
            <p:nvPr/>
          </p:nvSpPr>
          <p:spPr>
            <a:xfrm>
              <a:off x="6114790" y="1638300"/>
              <a:ext cx="36513" cy="3651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21" name="Google Shape;2321;p14"/>
            <p:cNvSpPr/>
            <p:nvPr/>
          </p:nvSpPr>
          <p:spPr>
            <a:xfrm>
              <a:off x="6060815" y="1692275"/>
              <a:ext cx="36513" cy="36513"/>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22" name="Google Shape;2322;p14"/>
            <p:cNvSpPr/>
            <p:nvPr/>
          </p:nvSpPr>
          <p:spPr>
            <a:xfrm>
              <a:off x="6006840" y="1746250"/>
              <a:ext cx="36513" cy="36513"/>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23" name="Google Shape;2323;p14"/>
            <p:cNvSpPr/>
            <p:nvPr/>
          </p:nvSpPr>
          <p:spPr>
            <a:xfrm>
              <a:off x="5952865" y="1800225"/>
              <a:ext cx="36513" cy="36513"/>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24" name="Google Shape;2324;p14"/>
            <p:cNvSpPr/>
            <p:nvPr/>
          </p:nvSpPr>
          <p:spPr>
            <a:xfrm>
              <a:off x="5902065" y="1855788"/>
              <a:ext cx="31750" cy="33338"/>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25" name="Google Shape;2325;p14"/>
            <p:cNvSpPr/>
            <p:nvPr/>
          </p:nvSpPr>
          <p:spPr>
            <a:xfrm>
              <a:off x="5848090" y="1909763"/>
              <a:ext cx="33338" cy="3175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26" name="Google Shape;2326;p14"/>
            <p:cNvSpPr/>
            <p:nvPr/>
          </p:nvSpPr>
          <p:spPr>
            <a:xfrm>
              <a:off x="5792528" y="1960563"/>
              <a:ext cx="36513" cy="3651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27" name="Google Shape;2327;p14"/>
            <p:cNvSpPr/>
            <p:nvPr/>
          </p:nvSpPr>
          <p:spPr>
            <a:xfrm>
              <a:off x="5738553" y="2014538"/>
              <a:ext cx="36513" cy="3651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28" name="Google Shape;2328;p14"/>
            <p:cNvSpPr/>
            <p:nvPr/>
          </p:nvSpPr>
          <p:spPr>
            <a:xfrm>
              <a:off x="6714865" y="950913"/>
              <a:ext cx="36513" cy="3651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29" name="Google Shape;2329;p14"/>
            <p:cNvSpPr/>
            <p:nvPr/>
          </p:nvSpPr>
          <p:spPr>
            <a:xfrm>
              <a:off x="6662478" y="1004888"/>
              <a:ext cx="34925" cy="34925"/>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30" name="Google Shape;2330;p14"/>
            <p:cNvSpPr/>
            <p:nvPr/>
          </p:nvSpPr>
          <p:spPr>
            <a:xfrm>
              <a:off x="6610090" y="1058863"/>
              <a:ext cx="33338" cy="33338"/>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31" name="Google Shape;2331;p14"/>
            <p:cNvSpPr/>
            <p:nvPr/>
          </p:nvSpPr>
          <p:spPr>
            <a:xfrm>
              <a:off x="6556115" y="1112838"/>
              <a:ext cx="33338" cy="33338"/>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32" name="Google Shape;2332;p14"/>
            <p:cNvSpPr/>
            <p:nvPr/>
          </p:nvSpPr>
          <p:spPr>
            <a:xfrm>
              <a:off x="6500553" y="1165225"/>
              <a:ext cx="36513" cy="36513"/>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33" name="Google Shape;2333;p14"/>
            <p:cNvSpPr/>
            <p:nvPr/>
          </p:nvSpPr>
          <p:spPr>
            <a:xfrm>
              <a:off x="6446578" y="1219200"/>
              <a:ext cx="36513" cy="3651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34" name="Google Shape;2334;p14"/>
            <p:cNvSpPr/>
            <p:nvPr/>
          </p:nvSpPr>
          <p:spPr>
            <a:xfrm>
              <a:off x="6392603" y="1273175"/>
              <a:ext cx="36513" cy="3651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35" name="Google Shape;2335;p14"/>
            <p:cNvSpPr/>
            <p:nvPr/>
          </p:nvSpPr>
          <p:spPr>
            <a:xfrm>
              <a:off x="6340215" y="1327150"/>
              <a:ext cx="34925" cy="34925"/>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36" name="Google Shape;2336;p14"/>
            <p:cNvSpPr/>
            <p:nvPr/>
          </p:nvSpPr>
          <p:spPr>
            <a:xfrm>
              <a:off x="6286240" y="1379538"/>
              <a:ext cx="34925" cy="36513"/>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37" name="Google Shape;2337;p14"/>
            <p:cNvSpPr/>
            <p:nvPr/>
          </p:nvSpPr>
          <p:spPr>
            <a:xfrm>
              <a:off x="6233853" y="1435100"/>
              <a:ext cx="33338" cy="33338"/>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38" name="Google Shape;2338;p14"/>
            <p:cNvSpPr/>
            <p:nvPr/>
          </p:nvSpPr>
          <p:spPr>
            <a:xfrm>
              <a:off x="6178290" y="1487488"/>
              <a:ext cx="36513" cy="36513"/>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39" name="Google Shape;2339;p14"/>
            <p:cNvSpPr/>
            <p:nvPr/>
          </p:nvSpPr>
          <p:spPr>
            <a:xfrm>
              <a:off x="6124315" y="1541463"/>
              <a:ext cx="36513" cy="3651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40" name="Google Shape;2340;p14"/>
            <p:cNvSpPr/>
            <p:nvPr/>
          </p:nvSpPr>
          <p:spPr>
            <a:xfrm>
              <a:off x="6070340" y="1595438"/>
              <a:ext cx="36513" cy="3651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41" name="Google Shape;2341;p14"/>
            <p:cNvSpPr/>
            <p:nvPr/>
          </p:nvSpPr>
          <p:spPr>
            <a:xfrm>
              <a:off x="6016365" y="1649413"/>
              <a:ext cx="36513" cy="34925"/>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42" name="Google Shape;2342;p14"/>
            <p:cNvSpPr/>
            <p:nvPr/>
          </p:nvSpPr>
          <p:spPr>
            <a:xfrm>
              <a:off x="5963978" y="1701800"/>
              <a:ext cx="34925" cy="36513"/>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43" name="Google Shape;2343;p14"/>
            <p:cNvSpPr/>
            <p:nvPr/>
          </p:nvSpPr>
          <p:spPr>
            <a:xfrm>
              <a:off x="5910003" y="1755775"/>
              <a:ext cx="36513" cy="36513"/>
            </a:xfrm>
            <a:custGeom>
              <a:avLst/>
              <a:gdLst/>
              <a:ahLst/>
              <a:cxnLst/>
              <a:rect l="l" t="t" r="r" b="b"/>
              <a:pathLst>
                <a:path w="1095" h="1094" extrusionOk="0">
                  <a:moveTo>
                    <a:pt x="195" y="900"/>
                  </a:moveTo>
                  <a:cubicBezTo>
                    <a:pt x="0" y="705"/>
                    <a:pt x="0" y="389"/>
                    <a:pt x="195" y="194"/>
                  </a:cubicBezTo>
                  <a:cubicBezTo>
                    <a:pt x="389" y="0"/>
                    <a:pt x="705" y="0"/>
                    <a:pt x="900" y="194"/>
                  </a:cubicBezTo>
                  <a:cubicBezTo>
                    <a:pt x="1095" y="389"/>
                    <a:pt x="1095" y="705"/>
                    <a:pt x="900" y="900"/>
                  </a:cubicBezTo>
                  <a:cubicBezTo>
                    <a:pt x="705" y="1094"/>
                    <a:pt x="389"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44" name="Google Shape;2344;p14"/>
            <p:cNvSpPr/>
            <p:nvPr/>
          </p:nvSpPr>
          <p:spPr>
            <a:xfrm>
              <a:off x="5856028" y="1809750"/>
              <a:ext cx="36513" cy="36513"/>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45" name="Google Shape;2345;p14"/>
            <p:cNvSpPr/>
            <p:nvPr/>
          </p:nvSpPr>
          <p:spPr>
            <a:xfrm>
              <a:off x="5802053" y="1863725"/>
              <a:ext cx="36513" cy="3651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46" name="Google Shape;2346;p14"/>
            <p:cNvSpPr/>
            <p:nvPr/>
          </p:nvSpPr>
          <p:spPr>
            <a:xfrm>
              <a:off x="5748078" y="1917700"/>
              <a:ext cx="36513" cy="3651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47" name="Google Shape;2347;p14"/>
            <p:cNvSpPr/>
            <p:nvPr/>
          </p:nvSpPr>
          <p:spPr>
            <a:xfrm>
              <a:off x="5695690" y="1973263"/>
              <a:ext cx="33338" cy="3175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48" name="Google Shape;2348;p14"/>
            <p:cNvSpPr/>
            <p:nvPr/>
          </p:nvSpPr>
          <p:spPr>
            <a:xfrm>
              <a:off x="6672003" y="906463"/>
              <a:ext cx="36513" cy="3651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49" name="Google Shape;2349;p14"/>
            <p:cNvSpPr/>
            <p:nvPr/>
          </p:nvSpPr>
          <p:spPr>
            <a:xfrm>
              <a:off x="6618028" y="960438"/>
              <a:ext cx="36513" cy="36513"/>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50" name="Google Shape;2350;p14"/>
            <p:cNvSpPr/>
            <p:nvPr/>
          </p:nvSpPr>
          <p:spPr>
            <a:xfrm>
              <a:off x="6565640" y="1016000"/>
              <a:ext cx="33338" cy="33338"/>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51" name="Google Shape;2351;p14"/>
            <p:cNvSpPr/>
            <p:nvPr/>
          </p:nvSpPr>
          <p:spPr>
            <a:xfrm>
              <a:off x="6511665" y="1069975"/>
              <a:ext cx="33338" cy="3175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52" name="Google Shape;2352;p14"/>
            <p:cNvSpPr/>
            <p:nvPr/>
          </p:nvSpPr>
          <p:spPr>
            <a:xfrm>
              <a:off x="6456103" y="1120775"/>
              <a:ext cx="36513" cy="36513"/>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53" name="Google Shape;2353;p14"/>
            <p:cNvSpPr/>
            <p:nvPr/>
          </p:nvSpPr>
          <p:spPr>
            <a:xfrm>
              <a:off x="6403715" y="1174750"/>
              <a:ext cx="34925" cy="36513"/>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54" name="Google Shape;2354;p14"/>
            <p:cNvSpPr/>
            <p:nvPr/>
          </p:nvSpPr>
          <p:spPr>
            <a:xfrm>
              <a:off x="6349740" y="1228725"/>
              <a:ext cx="36513" cy="36513"/>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55" name="Google Shape;2355;p14"/>
            <p:cNvSpPr/>
            <p:nvPr/>
          </p:nvSpPr>
          <p:spPr>
            <a:xfrm>
              <a:off x="6295765" y="1282700"/>
              <a:ext cx="36513" cy="36513"/>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56" name="Google Shape;2356;p14"/>
            <p:cNvSpPr/>
            <p:nvPr/>
          </p:nvSpPr>
          <p:spPr>
            <a:xfrm>
              <a:off x="6241790" y="1336675"/>
              <a:ext cx="36513" cy="36513"/>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2357" name="Google Shape;2357;p14"/>
            <p:cNvGrpSpPr/>
            <p:nvPr/>
          </p:nvGrpSpPr>
          <p:grpSpPr>
            <a:xfrm>
              <a:off x="5255952" y="468313"/>
              <a:ext cx="1408113" cy="1493838"/>
              <a:chOff x="3702" y="295"/>
              <a:chExt cx="887" cy="941"/>
            </a:xfrm>
          </p:grpSpPr>
          <p:sp>
            <p:nvSpPr>
              <p:cNvPr id="2358" name="Google Shape;2358;p14"/>
              <p:cNvSpPr/>
              <p:nvPr/>
            </p:nvSpPr>
            <p:spPr>
              <a:xfrm>
                <a:off x="4289" y="876"/>
                <a:ext cx="23" cy="22"/>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59" name="Google Shape;2359;p14"/>
              <p:cNvSpPr/>
              <p:nvPr/>
            </p:nvSpPr>
            <p:spPr>
              <a:xfrm>
                <a:off x="4255" y="910"/>
                <a:ext cx="23" cy="22"/>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60" name="Google Shape;2360;p14"/>
              <p:cNvSpPr/>
              <p:nvPr/>
            </p:nvSpPr>
            <p:spPr>
              <a:xfrm>
                <a:off x="4222" y="943"/>
                <a:ext cx="22" cy="23"/>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61" name="Google Shape;2361;p14"/>
              <p:cNvSpPr/>
              <p:nvPr/>
            </p:nvSpPr>
            <p:spPr>
              <a:xfrm>
                <a:off x="4188" y="977"/>
                <a:ext cx="23" cy="23"/>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62" name="Google Shape;2362;p14"/>
              <p:cNvSpPr/>
              <p:nvPr/>
            </p:nvSpPr>
            <p:spPr>
              <a:xfrm>
                <a:off x="4154" y="1011"/>
                <a:ext cx="23" cy="23"/>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63" name="Google Shape;2363;p14"/>
              <p:cNvSpPr/>
              <p:nvPr/>
            </p:nvSpPr>
            <p:spPr>
              <a:xfrm>
                <a:off x="4120" y="1045"/>
                <a:ext cx="23" cy="23"/>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64" name="Google Shape;2364;p14"/>
              <p:cNvSpPr/>
              <p:nvPr/>
            </p:nvSpPr>
            <p:spPr>
              <a:xfrm>
                <a:off x="4086" y="1079"/>
                <a:ext cx="23" cy="22"/>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65" name="Google Shape;2365;p14"/>
              <p:cNvSpPr/>
              <p:nvPr/>
            </p:nvSpPr>
            <p:spPr>
              <a:xfrm>
                <a:off x="4052" y="1113"/>
                <a:ext cx="23" cy="22"/>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66" name="Google Shape;2366;p14"/>
              <p:cNvSpPr/>
              <p:nvPr/>
            </p:nvSpPr>
            <p:spPr>
              <a:xfrm>
                <a:off x="4019" y="1146"/>
                <a:ext cx="22" cy="23"/>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67" name="Google Shape;2367;p14"/>
              <p:cNvSpPr/>
              <p:nvPr/>
            </p:nvSpPr>
            <p:spPr>
              <a:xfrm>
                <a:off x="3985" y="1180"/>
                <a:ext cx="23" cy="23"/>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68" name="Google Shape;2368;p14"/>
              <p:cNvSpPr/>
              <p:nvPr/>
            </p:nvSpPr>
            <p:spPr>
              <a:xfrm>
                <a:off x="3952" y="1215"/>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69" name="Google Shape;2369;p14"/>
              <p:cNvSpPr/>
              <p:nvPr/>
            </p:nvSpPr>
            <p:spPr>
              <a:xfrm>
                <a:off x="4566" y="544"/>
                <a:ext cx="23" cy="22"/>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70" name="Google Shape;2370;p14"/>
              <p:cNvSpPr/>
              <p:nvPr/>
            </p:nvSpPr>
            <p:spPr>
              <a:xfrm>
                <a:off x="4532" y="577"/>
                <a:ext cx="23" cy="23"/>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71" name="Google Shape;2371;p14"/>
              <p:cNvSpPr/>
              <p:nvPr/>
            </p:nvSpPr>
            <p:spPr>
              <a:xfrm>
                <a:off x="4498" y="611"/>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72" name="Google Shape;2372;p14"/>
              <p:cNvSpPr/>
              <p:nvPr/>
            </p:nvSpPr>
            <p:spPr>
              <a:xfrm>
                <a:off x="4465" y="645"/>
                <a:ext cx="22" cy="2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73" name="Google Shape;2373;p14"/>
              <p:cNvSpPr/>
              <p:nvPr/>
            </p:nvSpPr>
            <p:spPr>
              <a:xfrm>
                <a:off x="4431" y="679"/>
                <a:ext cx="23" cy="23"/>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74" name="Google Shape;2374;p14"/>
              <p:cNvSpPr/>
              <p:nvPr/>
            </p:nvSpPr>
            <p:spPr>
              <a:xfrm>
                <a:off x="4398" y="714"/>
                <a:ext cx="21" cy="2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75" name="Google Shape;2375;p14"/>
              <p:cNvSpPr/>
              <p:nvPr/>
            </p:nvSpPr>
            <p:spPr>
              <a:xfrm>
                <a:off x="4363" y="747"/>
                <a:ext cx="23" cy="22"/>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76" name="Google Shape;2376;p14"/>
              <p:cNvSpPr/>
              <p:nvPr/>
            </p:nvSpPr>
            <p:spPr>
              <a:xfrm>
                <a:off x="4329" y="780"/>
                <a:ext cx="23" cy="23"/>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77" name="Google Shape;2377;p14"/>
              <p:cNvSpPr/>
              <p:nvPr/>
            </p:nvSpPr>
            <p:spPr>
              <a:xfrm>
                <a:off x="4295" y="814"/>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78" name="Google Shape;2378;p14"/>
              <p:cNvSpPr/>
              <p:nvPr/>
            </p:nvSpPr>
            <p:spPr>
              <a:xfrm>
                <a:off x="4262" y="848"/>
                <a:ext cx="22" cy="2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79" name="Google Shape;2379;p14"/>
              <p:cNvSpPr/>
              <p:nvPr/>
            </p:nvSpPr>
            <p:spPr>
              <a:xfrm>
                <a:off x="4228" y="882"/>
                <a:ext cx="23" cy="23"/>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80" name="Google Shape;2380;p14"/>
              <p:cNvSpPr/>
              <p:nvPr/>
            </p:nvSpPr>
            <p:spPr>
              <a:xfrm>
                <a:off x="4195" y="917"/>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81" name="Google Shape;2381;p14"/>
              <p:cNvSpPr/>
              <p:nvPr/>
            </p:nvSpPr>
            <p:spPr>
              <a:xfrm>
                <a:off x="4161" y="951"/>
                <a:ext cx="21" cy="2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82" name="Google Shape;2382;p14"/>
              <p:cNvSpPr/>
              <p:nvPr/>
            </p:nvSpPr>
            <p:spPr>
              <a:xfrm>
                <a:off x="4126" y="983"/>
                <a:ext cx="23" cy="23"/>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83" name="Google Shape;2383;p14"/>
              <p:cNvSpPr/>
              <p:nvPr/>
            </p:nvSpPr>
            <p:spPr>
              <a:xfrm>
                <a:off x="4092" y="1017"/>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84" name="Google Shape;2384;p14"/>
              <p:cNvSpPr/>
              <p:nvPr/>
            </p:nvSpPr>
            <p:spPr>
              <a:xfrm>
                <a:off x="4059" y="1051"/>
                <a:ext cx="22" cy="2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85" name="Google Shape;2385;p14"/>
              <p:cNvSpPr/>
              <p:nvPr/>
            </p:nvSpPr>
            <p:spPr>
              <a:xfrm>
                <a:off x="4025" y="1085"/>
                <a:ext cx="23" cy="23"/>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86" name="Google Shape;2386;p14"/>
              <p:cNvSpPr/>
              <p:nvPr/>
            </p:nvSpPr>
            <p:spPr>
              <a:xfrm>
                <a:off x="3991" y="1119"/>
                <a:ext cx="23" cy="23"/>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87" name="Google Shape;2387;p14"/>
              <p:cNvSpPr/>
              <p:nvPr/>
            </p:nvSpPr>
            <p:spPr>
              <a:xfrm>
                <a:off x="3957" y="1153"/>
                <a:ext cx="23" cy="22"/>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88" name="Google Shape;2388;p14"/>
              <p:cNvSpPr/>
              <p:nvPr/>
            </p:nvSpPr>
            <p:spPr>
              <a:xfrm>
                <a:off x="3923" y="1186"/>
                <a:ext cx="23" cy="23"/>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89" name="Google Shape;2389;p14"/>
              <p:cNvSpPr/>
              <p:nvPr/>
            </p:nvSpPr>
            <p:spPr>
              <a:xfrm>
                <a:off x="4539" y="516"/>
                <a:ext cx="22" cy="2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90" name="Google Shape;2390;p14"/>
              <p:cNvSpPr/>
              <p:nvPr/>
            </p:nvSpPr>
            <p:spPr>
              <a:xfrm>
                <a:off x="4505" y="550"/>
                <a:ext cx="23"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91" name="Google Shape;2391;p14"/>
              <p:cNvSpPr/>
              <p:nvPr/>
            </p:nvSpPr>
            <p:spPr>
              <a:xfrm>
                <a:off x="4471" y="584"/>
                <a:ext cx="23" cy="22"/>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92" name="Google Shape;2392;p14"/>
              <p:cNvSpPr/>
              <p:nvPr/>
            </p:nvSpPr>
            <p:spPr>
              <a:xfrm>
                <a:off x="4437" y="617"/>
                <a:ext cx="23" cy="2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93" name="Google Shape;2393;p14"/>
              <p:cNvSpPr/>
              <p:nvPr/>
            </p:nvSpPr>
            <p:spPr>
              <a:xfrm>
                <a:off x="4403" y="651"/>
                <a:ext cx="23" cy="23"/>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94" name="Google Shape;2394;p14"/>
              <p:cNvSpPr/>
              <p:nvPr/>
            </p:nvSpPr>
            <p:spPr>
              <a:xfrm>
                <a:off x="4370" y="686"/>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95" name="Google Shape;2395;p14"/>
              <p:cNvSpPr/>
              <p:nvPr/>
            </p:nvSpPr>
            <p:spPr>
              <a:xfrm>
                <a:off x="4337" y="720"/>
                <a:ext cx="20"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96" name="Google Shape;2396;p14"/>
              <p:cNvSpPr/>
              <p:nvPr/>
            </p:nvSpPr>
            <p:spPr>
              <a:xfrm>
                <a:off x="4302" y="753"/>
                <a:ext cx="23"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97" name="Google Shape;2397;p14"/>
              <p:cNvSpPr/>
              <p:nvPr/>
            </p:nvSpPr>
            <p:spPr>
              <a:xfrm>
                <a:off x="4268" y="787"/>
                <a:ext cx="23" cy="22"/>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98" name="Google Shape;2398;p14"/>
              <p:cNvSpPr/>
              <p:nvPr/>
            </p:nvSpPr>
            <p:spPr>
              <a:xfrm>
                <a:off x="4234" y="820"/>
                <a:ext cx="23" cy="2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99" name="Google Shape;2399;p14"/>
              <p:cNvSpPr/>
              <p:nvPr/>
            </p:nvSpPr>
            <p:spPr>
              <a:xfrm>
                <a:off x="4200" y="854"/>
                <a:ext cx="23" cy="23"/>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00" name="Google Shape;2400;p14"/>
              <p:cNvSpPr/>
              <p:nvPr/>
            </p:nvSpPr>
            <p:spPr>
              <a:xfrm>
                <a:off x="4166" y="888"/>
                <a:ext cx="23" cy="23"/>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01" name="Google Shape;2401;p14"/>
              <p:cNvSpPr/>
              <p:nvPr/>
            </p:nvSpPr>
            <p:spPr>
              <a:xfrm>
                <a:off x="4133" y="922"/>
                <a:ext cx="22" cy="2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02" name="Google Shape;2402;p14"/>
              <p:cNvSpPr/>
              <p:nvPr/>
            </p:nvSpPr>
            <p:spPr>
              <a:xfrm>
                <a:off x="4099" y="956"/>
                <a:ext cx="22"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03" name="Google Shape;2403;p14"/>
              <p:cNvSpPr/>
              <p:nvPr/>
            </p:nvSpPr>
            <p:spPr>
              <a:xfrm>
                <a:off x="4065" y="990"/>
                <a:ext cx="23" cy="22"/>
              </a:xfrm>
              <a:custGeom>
                <a:avLst/>
                <a:gdLst/>
                <a:ahLst/>
                <a:cxnLst/>
                <a:rect l="l" t="t" r="r" b="b"/>
                <a:pathLst>
                  <a:path w="1095" h="1094" extrusionOk="0">
                    <a:moveTo>
                      <a:pt x="195" y="899"/>
                    </a:moveTo>
                    <a:cubicBezTo>
                      <a:pt x="0" y="705"/>
                      <a:pt x="0" y="389"/>
                      <a:pt x="195" y="194"/>
                    </a:cubicBezTo>
                    <a:cubicBezTo>
                      <a:pt x="390" y="0"/>
                      <a:pt x="706" y="0"/>
                      <a:pt x="900" y="194"/>
                    </a:cubicBezTo>
                    <a:cubicBezTo>
                      <a:pt x="1095" y="389"/>
                      <a:pt x="1095" y="705"/>
                      <a:pt x="900" y="899"/>
                    </a:cubicBezTo>
                    <a:cubicBezTo>
                      <a:pt x="706"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04" name="Google Shape;2404;p14"/>
              <p:cNvSpPr/>
              <p:nvPr/>
            </p:nvSpPr>
            <p:spPr>
              <a:xfrm>
                <a:off x="4031" y="1023"/>
                <a:ext cx="23" cy="23"/>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05" name="Google Shape;2405;p14"/>
              <p:cNvSpPr/>
              <p:nvPr/>
            </p:nvSpPr>
            <p:spPr>
              <a:xfrm>
                <a:off x="3997" y="1057"/>
                <a:ext cx="23" cy="23"/>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06" name="Google Shape;2406;p14"/>
              <p:cNvSpPr/>
              <p:nvPr/>
            </p:nvSpPr>
            <p:spPr>
              <a:xfrm>
                <a:off x="3963" y="1091"/>
                <a:ext cx="23" cy="23"/>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07" name="Google Shape;2407;p14"/>
              <p:cNvSpPr/>
              <p:nvPr/>
            </p:nvSpPr>
            <p:spPr>
              <a:xfrm>
                <a:off x="3929" y="1125"/>
                <a:ext cx="23" cy="2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08" name="Google Shape;2408;p14"/>
              <p:cNvSpPr/>
              <p:nvPr/>
            </p:nvSpPr>
            <p:spPr>
              <a:xfrm>
                <a:off x="3896" y="1159"/>
                <a:ext cx="22"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09" name="Google Shape;2409;p14"/>
              <p:cNvSpPr/>
              <p:nvPr/>
            </p:nvSpPr>
            <p:spPr>
              <a:xfrm>
                <a:off x="4511" y="488"/>
                <a:ext cx="23" cy="23"/>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10" name="Google Shape;2410;p14"/>
              <p:cNvSpPr/>
              <p:nvPr/>
            </p:nvSpPr>
            <p:spPr>
              <a:xfrm>
                <a:off x="4477" y="522"/>
                <a:ext cx="23" cy="23"/>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11" name="Google Shape;2411;p14"/>
              <p:cNvSpPr/>
              <p:nvPr/>
            </p:nvSpPr>
            <p:spPr>
              <a:xfrm>
                <a:off x="4443" y="556"/>
                <a:ext cx="23" cy="23"/>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12" name="Google Shape;2412;p14"/>
              <p:cNvSpPr/>
              <p:nvPr/>
            </p:nvSpPr>
            <p:spPr>
              <a:xfrm>
                <a:off x="4409" y="590"/>
                <a:ext cx="23" cy="23"/>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13" name="Google Shape;2413;p14"/>
              <p:cNvSpPr/>
              <p:nvPr/>
            </p:nvSpPr>
            <p:spPr>
              <a:xfrm>
                <a:off x="4376" y="624"/>
                <a:ext cx="22" cy="22"/>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14" name="Google Shape;2414;p14"/>
              <p:cNvSpPr/>
              <p:nvPr/>
            </p:nvSpPr>
            <p:spPr>
              <a:xfrm>
                <a:off x="4342" y="657"/>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15" name="Google Shape;2415;p14"/>
              <p:cNvSpPr/>
              <p:nvPr/>
            </p:nvSpPr>
            <p:spPr>
              <a:xfrm>
                <a:off x="4308" y="691"/>
                <a:ext cx="23" cy="23"/>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16" name="Google Shape;2416;p14"/>
              <p:cNvSpPr/>
              <p:nvPr/>
            </p:nvSpPr>
            <p:spPr>
              <a:xfrm>
                <a:off x="4274" y="725"/>
                <a:ext cx="23" cy="23"/>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17" name="Google Shape;2417;p14"/>
              <p:cNvSpPr/>
              <p:nvPr/>
            </p:nvSpPr>
            <p:spPr>
              <a:xfrm>
                <a:off x="4240" y="759"/>
                <a:ext cx="23" cy="23"/>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18" name="Google Shape;2418;p14"/>
              <p:cNvSpPr/>
              <p:nvPr/>
            </p:nvSpPr>
            <p:spPr>
              <a:xfrm>
                <a:off x="4206" y="793"/>
                <a:ext cx="23" cy="23"/>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19" name="Google Shape;2419;p14"/>
              <p:cNvSpPr/>
              <p:nvPr/>
            </p:nvSpPr>
            <p:spPr>
              <a:xfrm>
                <a:off x="4173" y="827"/>
                <a:ext cx="22" cy="22"/>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20" name="Google Shape;2420;p14"/>
              <p:cNvSpPr/>
              <p:nvPr/>
            </p:nvSpPr>
            <p:spPr>
              <a:xfrm>
                <a:off x="4139" y="861"/>
                <a:ext cx="23" cy="22"/>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21" name="Google Shape;2421;p14"/>
              <p:cNvSpPr/>
              <p:nvPr/>
            </p:nvSpPr>
            <p:spPr>
              <a:xfrm>
                <a:off x="4105" y="894"/>
                <a:ext cx="23" cy="2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22" name="Google Shape;2422;p14"/>
              <p:cNvSpPr/>
              <p:nvPr/>
            </p:nvSpPr>
            <p:spPr>
              <a:xfrm>
                <a:off x="4072" y="929"/>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23" name="Google Shape;2423;p14"/>
              <p:cNvSpPr/>
              <p:nvPr/>
            </p:nvSpPr>
            <p:spPr>
              <a:xfrm>
                <a:off x="4038" y="963"/>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24" name="Google Shape;2424;p14"/>
              <p:cNvSpPr/>
              <p:nvPr/>
            </p:nvSpPr>
            <p:spPr>
              <a:xfrm>
                <a:off x="4003" y="996"/>
                <a:ext cx="23" cy="23"/>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25" name="Google Shape;2425;p14"/>
              <p:cNvSpPr/>
              <p:nvPr/>
            </p:nvSpPr>
            <p:spPr>
              <a:xfrm>
                <a:off x="3970" y="1030"/>
                <a:ext cx="22" cy="23"/>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26" name="Google Shape;2426;p14"/>
              <p:cNvSpPr/>
              <p:nvPr/>
            </p:nvSpPr>
            <p:spPr>
              <a:xfrm>
                <a:off x="3936" y="1064"/>
                <a:ext cx="23" cy="22"/>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27" name="Google Shape;2427;p14"/>
              <p:cNvSpPr/>
              <p:nvPr/>
            </p:nvSpPr>
            <p:spPr>
              <a:xfrm>
                <a:off x="3902" y="1097"/>
                <a:ext cx="23" cy="23"/>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28" name="Google Shape;2428;p14"/>
              <p:cNvSpPr/>
              <p:nvPr/>
            </p:nvSpPr>
            <p:spPr>
              <a:xfrm>
                <a:off x="3868" y="1131"/>
                <a:ext cx="23" cy="23"/>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29" name="Google Shape;2429;p14"/>
              <p:cNvSpPr/>
              <p:nvPr/>
            </p:nvSpPr>
            <p:spPr>
              <a:xfrm>
                <a:off x="4483" y="461"/>
                <a:ext cx="23" cy="22"/>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30" name="Google Shape;2430;p14"/>
              <p:cNvSpPr/>
              <p:nvPr/>
            </p:nvSpPr>
            <p:spPr>
              <a:xfrm>
                <a:off x="4450" y="495"/>
                <a:ext cx="22" cy="22"/>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31" name="Google Shape;2431;p14"/>
              <p:cNvSpPr/>
              <p:nvPr/>
            </p:nvSpPr>
            <p:spPr>
              <a:xfrm>
                <a:off x="4416" y="528"/>
                <a:ext cx="22" cy="23"/>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32" name="Google Shape;2432;p14"/>
              <p:cNvSpPr/>
              <p:nvPr/>
            </p:nvSpPr>
            <p:spPr>
              <a:xfrm>
                <a:off x="4382" y="562"/>
                <a:ext cx="23" cy="2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33" name="Google Shape;2433;p14"/>
              <p:cNvSpPr/>
              <p:nvPr/>
            </p:nvSpPr>
            <p:spPr>
              <a:xfrm>
                <a:off x="4348" y="596"/>
                <a:ext cx="23" cy="2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34" name="Google Shape;2434;p14"/>
              <p:cNvSpPr/>
              <p:nvPr/>
            </p:nvSpPr>
            <p:spPr>
              <a:xfrm>
                <a:off x="4314" y="630"/>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35" name="Google Shape;2435;p14"/>
              <p:cNvSpPr/>
              <p:nvPr/>
            </p:nvSpPr>
            <p:spPr>
              <a:xfrm>
                <a:off x="4280" y="664"/>
                <a:ext cx="23" cy="2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36" name="Google Shape;2436;p14"/>
              <p:cNvSpPr/>
              <p:nvPr/>
            </p:nvSpPr>
            <p:spPr>
              <a:xfrm>
                <a:off x="4246" y="698"/>
                <a:ext cx="23" cy="22"/>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37" name="Google Shape;2437;p14"/>
              <p:cNvSpPr/>
              <p:nvPr/>
            </p:nvSpPr>
            <p:spPr>
              <a:xfrm>
                <a:off x="4214" y="732"/>
                <a:ext cx="20"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38" name="Google Shape;2438;p14"/>
              <p:cNvSpPr/>
              <p:nvPr/>
            </p:nvSpPr>
            <p:spPr>
              <a:xfrm>
                <a:off x="4179" y="765"/>
                <a:ext cx="23" cy="2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39" name="Google Shape;2439;p14"/>
              <p:cNvSpPr/>
              <p:nvPr/>
            </p:nvSpPr>
            <p:spPr>
              <a:xfrm>
                <a:off x="4145" y="799"/>
                <a:ext cx="23" cy="2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40" name="Google Shape;2440;p14"/>
              <p:cNvSpPr/>
              <p:nvPr/>
            </p:nvSpPr>
            <p:spPr>
              <a:xfrm>
                <a:off x="4111" y="833"/>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41" name="Google Shape;2441;p14"/>
              <p:cNvSpPr/>
              <p:nvPr/>
            </p:nvSpPr>
            <p:spPr>
              <a:xfrm>
                <a:off x="4077" y="867"/>
                <a:ext cx="23"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42" name="Google Shape;2442;p14"/>
              <p:cNvSpPr/>
              <p:nvPr/>
            </p:nvSpPr>
            <p:spPr>
              <a:xfrm>
                <a:off x="4043" y="901"/>
                <a:ext cx="23" cy="22"/>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43" name="Google Shape;2443;p14"/>
              <p:cNvSpPr/>
              <p:nvPr/>
            </p:nvSpPr>
            <p:spPr>
              <a:xfrm>
                <a:off x="4011" y="935"/>
                <a:ext cx="20"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44" name="Google Shape;2444;p14"/>
              <p:cNvSpPr/>
              <p:nvPr/>
            </p:nvSpPr>
            <p:spPr>
              <a:xfrm>
                <a:off x="3976" y="968"/>
                <a:ext cx="23" cy="23"/>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45" name="Google Shape;2445;p14"/>
              <p:cNvSpPr/>
              <p:nvPr/>
            </p:nvSpPr>
            <p:spPr>
              <a:xfrm>
                <a:off x="3942" y="1002"/>
                <a:ext cx="23"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46" name="Google Shape;2446;p14"/>
              <p:cNvSpPr/>
              <p:nvPr/>
            </p:nvSpPr>
            <p:spPr>
              <a:xfrm>
                <a:off x="3908" y="1036"/>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47" name="Google Shape;2447;p14"/>
              <p:cNvSpPr/>
              <p:nvPr/>
            </p:nvSpPr>
            <p:spPr>
              <a:xfrm>
                <a:off x="3874" y="1070"/>
                <a:ext cx="23"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48" name="Google Shape;2448;p14"/>
              <p:cNvSpPr/>
              <p:nvPr/>
            </p:nvSpPr>
            <p:spPr>
              <a:xfrm>
                <a:off x="3840" y="1104"/>
                <a:ext cx="23" cy="22"/>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49" name="Google Shape;2449;p14"/>
              <p:cNvSpPr/>
              <p:nvPr/>
            </p:nvSpPr>
            <p:spPr>
              <a:xfrm>
                <a:off x="4457" y="434"/>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50" name="Google Shape;2450;p14"/>
              <p:cNvSpPr/>
              <p:nvPr/>
            </p:nvSpPr>
            <p:spPr>
              <a:xfrm>
                <a:off x="4423" y="468"/>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51" name="Google Shape;2451;p14"/>
              <p:cNvSpPr/>
              <p:nvPr/>
            </p:nvSpPr>
            <p:spPr>
              <a:xfrm>
                <a:off x="4388" y="501"/>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52" name="Google Shape;2452;p14"/>
              <p:cNvSpPr/>
              <p:nvPr/>
            </p:nvSpPr>
            <p:spPr>
              <a:xfrm>
                <a:off x="4354" y="535"/>
                <a:ext cx="23" cy="22"/>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53" name="Google Shape;2453;p14"/>
              <p:cNvSpPr/>
              <p:nvPr/>
            </p:nvSpPr>
            <p:spPr>
              <a:xfrm>
                <a:off x="4320" y="568"/>
                <a:ext cx="23" cy="23"/>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54" name="Google Shape;2454;p14"/>
              <p:cNvSpPr/>
              <p:nvPr/>
            </p:nvSpPr>
            <p:spPr>
              <a:xfrm>
                <a:off x="4287" y="602"/>
                <a:ext cx="22" cy="23"/>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55" name="Google Shape;2455;p14"/>
              <p:cNvSpPr/>
              <p:nvPr/>
            </p:nvSpPr>
            <p:spPr>
              <a:xfrm>
                <a:off x="4253" y="636"/>
                <a:ext cx="23" cy="23"/>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56" name="Google Shape;2456;p14"/>
              <p:cNvSpPr/>
              <p:nvPr/>
            </p:nvSpPr>
            <p:spPr>
              <a:xfrm>
                <a:off x="4219" y="670"/>
                <a:ext cx="23" cy="23"/>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57" name="Google Shape;2457;p14"/>
              <p:cNvSpPr/>
              <p:nvPr/>
            </p:nvSpPr>
            <p:spPr>
              <a:xfrm>
                <a:off x="4185" y="704"/>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58" name="Google Shape;2458;p14"/>
              <p:cNvSpPr/>
              <p:nvPr/>
            </p:nvSpPr>
            <p:spPr>
              <a:xfrm>
                <a:off x="4151" y="738"/>
                <a:ext cx="23" cy="22"/>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59" name="Google Shape;2459;p14"/>
              <p:cNvSpPr/>
              <p:nvPr/>
            </p:nvSpPr>
            <p:spPr>
              <a:xfrm>
                <a:off x="4117" y="771"/>
                <a:ext cx="23" cy="23"/>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60" name="Google Shape;2460;p14"/>
              <p:cNvSpPr/>
              <p:nvPr/>
            </p:nvSpPr>
            <p:spPr>
              <a:xfrm>
                <a:off x="4084" y="805"/>
                <a:ext cx="22" cy="23"/>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61" name="Google Shape;2461;p14"/>
              <p:cNvSpPr/>
              <p:nvPr/>
            </p:nvSpPr>
            <p:spPr>
              <a:xfrm>
                <a:off x="4050" y="839"/>
                <a:ext cx="22" cy="23"/>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62" name="Google Shape;2462;p14"/>
              <p:cNvSpPr/>
              <p:nvPr/>
            </p:nvSpPr>
            <p:spPr>
              <a:xfrm>
                <a:off x="4016" y="873"/>
                <a:ext cx="23" cy="23"/>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63" name="Google Shape;2463;p14"/>
              <p:cNvSpPr/>
              <p:nvPr/>
            </p:nvSpPr>
            <p:spPr>
              <a:xfrm>
                <a:off x="3982" y="907"/>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64" name="Google Shape;2464;p14"/>
              <p:cNvSpPr/>
              <p:nvPr/>
            </p:nvSpPr>
            <p:spPr>
              <a:xfrm>
                <a:off x="3948" y="941"/>
                <a:ext cx="23" cy="22"/>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65" name="Google Shape;2465;p14"/>
              <p:cNvSpPr/>
              <p:nvPr/>
            </p:nvSpPr>
            <p:spPr>
              <a:xfrm>
                <a:off x="3915" y="976"/>
                <a:ext cx="21" cy="2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66" name="Google Shape;2466;p14"/>
              <p:cNvSpPr/>
              <p:nvPr/>
            </p:nvSpPr>
            <p:spPr>
              <a:xfrm>
                <a:off x="3882" y="1009"/>
                <a:ext cx="20"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67" name="Google Shape;2467;p14"/>
              <p:cNvSpPr/>
              <p:nvPr/>
            </p:nvSpPr>
            <p:spPr>
              <a:xfrm>
                <a:off x="3847" y="1042"/>
                <a:ext cx="22" cy="23"/>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68" name="Google Shape;2468;p14"/>
              <p:cNvSpPr/>
              <p:nvPr/>
            </p:nvSpPr>
            <p:spPr>
              <a:xfrm>
                <a:off x="3813" y="1076"/>
                <a:ext cx="23" cy="23"/>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69" name="Google Shape;2469;p14"/>
              <p:cNvSpPr/>
              <p:nvPr/>
            </p:nvSpPr>
            <p:spPr>
              <a:xfrm>
                <a:off x="4429" y="406"/>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70" name="Google Shape;2470;p14"/>
              <p:cNvSpPr/>
              <p:nvPr/>
            </p:nvSpPr>
            <p:spPr>
              <a:xfrm>
                <a:off x="4394" y="439"/>
                <a:ext cx="23" cy="2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71" name="Google Shape;2471;p14"/>
              <p:cNvSpPr/>
              <p:nvPr/>
            </p:nvSpPr>
            <p:spPr>
              <a:xfrm>
                <a:off x="4360" y="473"/>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72" name="Google Shape;2472;p14"/>
              <p:cNvSpPr/>
              <p:nvPr/>
            </p:nvSpPr>
            <p:spPr>
              <a:xfrm>
                <a:off x="4327" y="507"/>
                <a:ext cx="22"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73" name="Google Shape;2473;p14"/>
              <p:cNvSpPr/>
              <p:nvPr/>
            </p:nvSpPr>
            <p:spPr>
              <a:xfrm>
                <a:off x="4293" y="541"/>
                <a:ext cx="23" cy="2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74" name="Google Shape;2474;p14"/>
              <p:cNvSpPr/>
              <p:nvPr/>
            </p:nvSpPr>
            <p:spPr>
              <a:xfrm>
                <a:off x="4259" y="575"/>
                <a:ext cx="23" cy="22"/>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75" name="Google Shape;2475;p14"/>
              <p:cNvSpPr/>
              <p:nvPr/>
            </p:nvSpPr>
            <p:spPr>
              <a:xfrm>
                <a:off x="4225" y="609"/>
                <a:ext cx="23" cy="22"/>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76" name="Google Shape;2476;p14"/>
              <p:cNvSpPr/>
              <p:nvPr/>
            </p:nvSpPr>
            <p:spPr>
              <a:xfrm>
                <a:off x="4191" y="642"/>
                <a:ext cx="23" cy="2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77" name="Google Shape;2477;p14"/>
              <p:cNvSpPr/>
              <p:nvPr/>
            </p:nvSpPr>
            <p:spPr>
              <a:xfrm>
                <a:off x="4157" y="676"/>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78" name="Google Shape;2478;p14"/>
              <p:cNvSpPr/>
              <p:nvPr/>
            </p:nvSpPr>
            <p:spPr>
              <a:xfrm>
                <a:off x="4124" y="710"/>
                <a:ext cx="22"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79" name="Google Shape;2479;p14"/>
              <p:cNvSpPr/>
              <p:nvPr/>
            </p:nvSpPr>
            <p:spPr>
              <a:xfrm>
                <a:off x="4090" y="744"/>
                <a:ext cx="23" cy="2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80" name="Google Shape;2480;p14"/>
              <p:cNvSpPr/>
              <p:nvPr/>
            </p:nvSpPr>
            <p:spPr>
              <a:xfrm>
                <a:off x="4056" y="778"/>
                <a:ext cx="23" cy="23"/>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81" name="Google Shape;2481;p14"/>
              <p:cNvSpPr/>
              <p:nvPr/>
            </p:nvSpPr>
            <p:spPr>
              <a:xfrm>
                <a:off x="4022" y="812"/>
                <a:ext cx="23" cy="22"/>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82" name="Google Shape;2482;p14"/>
              <p:cNvSpPr/>
              <p:nvPr/>
            </p:nvSpPr>
            <p:spPr>
              <a:xfrm>
                <a:off x="3988" y="845"/>
                <a:ext cx="23" cy="2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83" name="Google Shape;2483;p14"/>
              <p:cNvSpPr/>
              <p:nvPr/>
            </p:nvSpPr>
            <p:spPr>
              <a:xfrm>
                <a:off x="3954" y="879"/>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84" name="Google Shape;2484;p14"/>
              <p:cNvSpPr/>
              <p:nvPr/>
            </p:nvSpPr>
            <p:spPr>
              <a:xfrm>
                <a:off x="3921" y="913"/>
                <a:ext cx="22"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85" name="Google Shape;2485;p14"/>
              <p:cNvSpPr/>
              <p:nvPr/>
            </p:nvSpPr>
            <p:spPr>
              <a:xfrm>
                <a:off x="3888" y="948"/>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86" name="Google Shape;2486;p14"/>
              <p:cNvSpPr/>
              <p:nvPr/>
            </p:nvSpPr>
            <p:spPr>
              <a:xfrm>
                <a:off x="3854" y="982"/>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87" name="Google Shape;2487;p14"/>
              <p:cNvSpPr/>
              <p:nvPr/>
            </p:nvSpPr>
            <p:spPr>
              <a:xfrm>
                <a:off x="3819" y="1015"/>
                <a:ext cx="23" cy="22"/>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88" name="Google Shape;2488;p14"/>
              <p:cNvSpPr/>
              <p:nvPr/>
            </p:nvSpPr>
            <p:spPr>
              <a:xfrm>
                <a:off x="3785" y="1048"/>
                <a:ext cx="23"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89" name="Google Shape;2489;p14"/>
              <p:cNvSpPr/>
              <p:nvPr/>
            </p:nvSpPr>
            <p:spPr>
              <a:xfrm>
                <a:off x="4401" y="378"/>
                <a:ext cx="22" cy="23"/>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90" name="Google Shape;2490;p14"/>
              <p:cNvSpPr/>
              <p:nvPr/>
            </p:nvSpPr>
            <p:spPr>
              <a:xfrm>
                <a:off x="4367" y="412"/>
                <a:ext cx="23" cy="23"/>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91" name="Google Shape;2491;p14"/>
              <p:cNvSpPr/>
              <p:nvPr/>
            </p:nvSpPr>
            <p:spPr>
              <a:xfrm>
                <a:off x="4334" y="447"/>
                <a:ext cx="21" cy="2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92" name="Google Shape;2492;p14"/>
              <p:cNvSpPr/>
              <p:nvPr/>
            </p:nvSpPr>
            <p:spPr>
              <a:xfrm>
                <a:off x="4300" y="480"/>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93" name="Google Shape;2493;p14"/>
              <p:cNvSpPr/>
              <p:nvPr/>
            </p:nvSpPr>
            <p:spPr>
              <a:xfrm>
                <a:off x="4265" y="513"/>
                <a:ext cx="23" cy="23"/>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94" name="Google Shape;2494;p14"/>
              <p:cNvSpPr/>
              <p:nvPr/>
            </p:nvSpPr>
            <p:spPr>
              <a:xfrm>
                <a:off x="4231" y="547"/>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95" name="Google Shape;2495;p14"/>
              <p:cNvSpPr/>
              <p:nvPr/>
            </p:nvSpPr>
            <p:spPr>
              <a:xfrm>
                <a:off x="4198" y="581"/>
                <a:ext cx="22" cy="23"/>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96" name="Google Shape;2496;p14"/>
              <p:cNvSpPr/>
              <p:nvPr/>
            </p:nvSpPr>
            <p:spPr>
              <a:xfrm>
                <a:off x="4164" y="615"/>
                <a:ext cx="22" cy="23"/>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97" name="Google Shape;2497;p14"/>
              <p:cNvSpPr/>
              <p:nvPr/>
            </p:nvSpPr>
            <p:spPr>
              <a:xfrm>
                <a:off x="4130" y="649"/>
                <a:ext cx="23" cy="22"/>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98" name="Google Shape;2498;p14"/>
              <p:cNvSpPr/>
              <p:nvPr/>
            </p:nvSpPr>
            <p:spPr>
              <a:xfrm>
                <a:off x="4097" y="683"/>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99" name="Google Shape;2499;p14"/>
              <p:cNvSpPr/>
              <p:nvPr/>
            </p:nvSpPr>
            <p:spPr>
              <a:xfrm>
                <a:off x="4062" y="716"/>
                <a:ext cx="23" cy="23"/>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00" name="Google Shape;2500;p14"/>
              <p:cNvSpPr/>
              <p:nvPr/>
            </p:nvSpPr>
            <p:spPr>
              <a:xfrm>
                <a:off x="4028" y="750"/>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01" name="Google Shape;2501;p14"/>
              <p:cNvSpPr/>
              <p:nvPr/>
            </p:nvSpPr>
            <p:spPr>
              <a:xfrm>
                <a:off x="3994" y="784"/>
                <a:ext cx="23" cy="23"/>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02" name="Google Shape;2502;p14"/>
              <p:cNvSpPr/>
              <p:nvPr/>
            </p:nvSpPr>
            <p:spPr>
              <a:xfrm>
                <a:off x="3961" y="818"/>
                <a:ext cx="22" cy="23"/>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03" name="Google Shape;2503;p14"/>
              <p:cNvSpPr/>
              <p:nvPr/>
            </p:nvSpPr>
            <p:spPr>
              <a:xfrm>
                <a:off x="3927" y="852"/>
                <a:ext cx="23" cy="22"/>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04" name="Google Shape;2504;p14"/>
              <p:cNvSpPr/>
              <p:nvPr/>
            </p:nvSpPr>
            <p:spPr>
              <a:xfrm>
                <a:off x="3893" y="885"/>
                <a:ext cx="23" cy="23"/>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05" name="Google Shape;2505;p14"/>
              <p:cNvSpPr/>
              <p:nvPr/>
            </p:nvSpPr>
            <p:spPr>
              <a:xfrm>
                <a:off x="3859" y="919"/>
                <a:ext cx="23" cy="23"/>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06" name="Google Shape;2506;p14"/>
              <p:cNvSpPr/>
              <p:nvPr/>
            </p:nvSpPr>
            <p:spPr>
              <a:xfrm>
                <a:off x="3825" y="953"/>
                <a:ext cx="23"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07" name="Google Shape;2507;p14"/>
              <p:cNvSpPr/>
              <p:nvPr/>
            </p:nvSpPr>
            <p:spPr>
              <a:xfrm>
                <a:off x="3791" y="987"/>
                <a:ext cx="23" cy="23"/>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08" name="Google Shape;2508;p14"/>
              <p:cNvSpPr/>
              <p:nvPr/>
            </p:nvSpPr>
            <p:spPr>
              <a:xfrm>
                <a:off x="3759" y="1022"/>
                <a:ext cx="20"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09" name="Google Shape;2509;p14"/>
              <p:cNvSpPr/>
              <p:nvPr/>
            </p:nvSpPr>
            <p:spPr>
              <a:xfrm>
                <a:off x="4373" y="350"/>
                <a:ext cx="23"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10" name="Google Shape;2510;p14"/>
              <p:cNvSpPr/>
              <p:nvPr/>
            </p:nvSpPr>
            <p:spPr>
              <a:xfrm>
                <a:off x="4339" y="384"/>
                <a:ext cx="23" cy="2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11" name="Google Shape;2511;p14"/>
              <p:cNvSpPr/>
              <p:nvPr/>
            </p:nvSpPr>
            <p:spPr>
              <a:xfrm>
                <a:off x="4306" y="419"/>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12" name="Google Shape;2512;p14"/>
              <p:cNvSpPr/>
              <p:nvPr/>
            </p:nvSpPr>
            <p:spPr>
              <a:xfrm>
                <a:off x="4272" y="453"/>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13" name="Google Shape;2513;p14"/>
              <p:cNvSpPr/>
              <p:nvPr/>
            </p:nvSpPr>
            <p:spPr>
              <a:xfrm>
                <a:off x="4238" y="486"/>
                <a:ext cx="22" cy="22"/>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14" name="Google Shape;2514;p14"/>
              <p:cNvSpPr/>
              <p:nvPr/>
            </p:nvSpPr>
            <p:spPr>
              <a:xfrm>
                <a:off x="4204" y="519"/>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15" name="Google Shape;2515;p14"/>
              <p:cNvSpPr/>
              <p:nvPr/>
            </p:nvSpPr>
            <p:spPr>
              <a:xfrm>
                <a:off x="4170" y="553"/>
                <a:ext cx="23"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16" name="Google Shape;2516;p14"/>
              <p:cNvSpPr/>
              <p:nvPr/>
            </p:nvSpPr>
            <p:spPr>
              <a:xfrm>
                <a:off x="4136" y="587"/>
                <a:ext cx="23" cy="2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17" name="Google Shape;2517;p14"/>
              <p:cNvSpPr/>
              <p:nvPr/>
            </p:nvSpPr>
            <p:spPr>
              <a:xfrm>
                <a:off x="4102" y="621"/>
                <a:ext cx="23" cy="23"/>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18" name="Google Shape;2518;p14"/>
              <p:cNvSpPr/>
              <p:nvPr/>
            </p:nvSpPr>
            <p:spPr>
              <a:xfrm>
                <a:off x="4068" y="655"/>
                <a:ext cx="23"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19" name="Google Shape;2519;p14"/>
              <p:cNvSpPr/>
              <p:nvPr/>
            </p:nvSpPr>
            <p:spPr>
              <a:xfrm>
                <a:off x="4035" y="689"/>
                <a:ext cx="22" cy="22"/>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20" name="Google Shape;2520;p14"/>
              <p:cNvSpPr/>
              <p:nvPr/>
            </p:nvSpPr>
            <p:spPr>
              <a:xfrm>
                <a:off x="4001" y="722"/>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21" name="Google Shape;2521;p14"/>
              <p:cNvSpPr/>
              <p:nvPr/>
            </p:nvSpPr>
            <p:spPr>
              <a:xfrm>
                <a:off x="3967" y="756"/>
                <a:ext cx="23"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22" name="Google Shape;2522;p14"/>
              <p:cNvSpPr/>
              <p:nvPr/>
            </p:nvSpPr>
            <p:spPr>
              <a:xfrm>
                <a:off x="3933" y="790"/>
                <a:ext cx="23" cy="2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23" name="Google Shape;2523;p14"/>
              <p:cNvSpPr/>
              <p:nvPr/>
            </p:nvSpPr>
            <p:spPr>
              <a:xfrm>
                <a:off x="3899" y="824"/>
                <a:ext cx="23" cy="23"/>
              </a:xfrm>
              <a:custGeom>
                <a:avLst/>
                <a:gdLst/>
                <a:ahLst/>
                <a:cxnLst/>
                <a:rect l="l" t="t" r="r" b="b"/>
                <a:pathLst>
                  <a:path w="1094" h="1095" extrusionOk="0">
                    <a:moveTo>
                      <a:pt x="195" y="900"/>
                    </a:moveTo>
                    <a:cubicBezTo>
                      <a:pt x="0" y="705"/>
                      <a:pt x="0" y="389"/>
                      <a:pt x="195" y="195"/>
                    </a:cubicBezTo>
                    <a:cubicBezTo>
                      <a:pt x="389" y="0"/>
                      <a:pt x="705" y="0"/>
                      <a:pt x="900" y="195"/>
                    </a:cubicBezTo>
                    <a:cubicBezTo>
                      <a:pt x="1094" y="389"/>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24" name="Google Shape;2524;p14"/>
              <p:cNvSpPr/>
              <p:nvPr/>
            </p:nvSpPr>
            <p:spPr>
              <a:xfrm>
                <a:off x="3865" y="858"/>
                <a:ext cx="23"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25" name="Google Shape;2525;p14"/>
              <p:cNvSpPr/>
              <p:nvPr/>
            </p:nvSpPr>
            <p:spPr>
              <a:xfrm>
                <a:off x="3832" y="892"/>
                <a:ext cx="22" cy="22"/>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26" name="Google Shape;2526;p14"/>
              <p:cNvSpPr/>
              <p:nvPr/>
            </p:nvSpPr>
            <p:spPr>
              <a:xfrm>
                <a:off x="3798" y="926"/>
                <a:ext cx="23" cy="22"/>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27" name="Google Shape;2527;p14"/>
              <p:cNvSpPr/>
              <p:nvPr/>
            </p:nvSpPr>
            <p:spPr>
              <a:xfrm>
                <a:off x="3764" y="959"/>
                <a:ext cx="23" cy="23"/>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28" name="Google Shape;2528;p14"/>
              <p:cNvSpPr/>
              <p:nvPr/>
            </p:nvSpPr>
            <p:spPr>
              <a:xfrm>
                <a:off x="3731" y="994"/>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29" name="Google Shape;2529;p14"/>
              <p:cNvSpPr/>
              <p:nvPr/>
            </p:nvSpPr>
            <p:spPr>
              <a:xfrm>
                <a:off x="4345" y="323"/>
                <a:ext cx="23" cy="22"/>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30" name="Google Shape;2530;p14"/>
              <p:cNvSpPr/>
              <p:nvPr/>
            </p:nvSpPr>
            <p:spPr>
              <a:xfrm>
                <a:off x="4311" y="356"/>
                <a:ext cx="23" cy="23"/>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31" name="Google Shape;2531;p14"/>
              <p:cNvSpPr/>
              <p:nvPr/>
            </p:nvSpPr>
            <p:spPr>
              <a:xfrm>
                <a:off x="4278" y="390"/>
                <a:ext cx="22"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32" name="Google Shape;2532;p14"/>
              <p:cNvSpPr/>
              <p:nvPr/>
            </p:nvSpPr>
            <p:spPr>
              <a:xfrm>
                <a:off x="4244" y="424"/>
                <a:ext cx="23" cy="23"/>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33" name="Google Shape;2533;p14"/>
              <p:cNvSpPr/>
              <p:nvPr/>
            </p:nvSpPr>
            <p:spPr>
              <a:xfrm>
                <a:off x="4210" y="458"/>
                <a:ext cx="23" cy="23"/>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34" name="Google Shape;2534;p14"/>
              <p:cNvSpPr/>
              <p:nvPr/>
            </p:nvSpPr>
            <p:spPr>
              <a:xfrm>
                <a:off x="4177" y="493"/>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35" name="Google Shape;2535;p14"/>
              <p:cNvSpPr/>
              <p:nvPr/>
            </p:nvSpPr>
            <p:spPr>
              <a:xfrm>
                <a:off x="4142" y="526"/>
                <a:ext cx="23" cy="22"/>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36" name="Google Shape;2536;p14"/>
              <p:cNvSpPr/>
              <p:nvPr/>
            </p:nvSpPr>
            <p:spPr>
              <a:xfrm>
                <a:off x="4108" y="560"/>
                <a:ext cx="23" cy="22"/>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37" name="Google Shape;2537;p14"/>
              <p:cNvSpPr/>
              <p:nvPr/>
            </p:nvSpPr>
            <p:spPr>
              <a:xfrm>
                <a:off x="4075" y="593"/>
                <a:ext cx="22"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38" name="Google Shape;2538;p14"/>
              <p:cNvSpPr/>
              <p:nvPr/>
            </p:nvSpPr>
            <p:spPr>
              <a:xfrm>
                <a:off x="4041" y="627"/>
                <a:ext cx="23" cy="23"/>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39" name="Google Shape;2539;p14"/>
              <p:cNvSpPr/>
              <p:nvPr/>
            </p:nvSpPr>
            <p:spPr>
              <a:xfrm>
                <a:off x="4007" y="661"/>
                <a:ext cx="23" cy="23"/>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40" name="Google Shape;2540;p14"/>
              <p:cNvSpPr/>
              <p:nvPr/>
            </p:nvSpPr>
            <p:spPr>
              <a:xfrm>
                <a:off x="3974" y="696"/>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41" name="Google Shape;2541;p14"/>
              <p:cNvSpPr/>
              <p:nvPr/>
            </p:nvSpPr>
            <p:spPr>
              <a:xfrm>
                <a:off x="3940" y="730"/>
                <a:ext cx="21"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42" name="Google Shape;2542;p14"/>
              <p:cNvSpPr/>
              <p:nvPr/>
            </p:nvSpPr>
            <p:spPr>
              <a:xfrm>
                <a:off x="3905" y="763"/>
                <a:ext cx="23" cy="22"/>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43" name="Google Shape;2543;p14"/>
              <p:cNvSpPr/>
              <p:nvPr/>
            </p:nvSpPr>
            <p:spPr>
              <a:xfrm>
                <a:off x="3872" y="796"/>
                <a:ext cx="22" cy="23"/>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44" name="Google Shape;2544;p14"/>
              <p:cNvSpPr/>
              <p:nvPr/>
            </p:nvSpPr>
            <p:spPr>
              <a:xfrm>
                <a:off x="3838" y="830"/>
                <a:ext cx="23" cy="23"/>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45" name="Google Shape;2545;p14"/>
              <p:cNvSpPr/>
              <p:nvPr/>
            </p:nvSpPr>
            <p:spPr>
              <a:xfrm>
                <a:off x="3804" y="864"/>
                <a:ext cx="23" cy="23"/>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46" name="Google Shape;2546;p14"/>
              <p:cNvSpPr/>
              <p:nvPr/>
            </p:nvSpPr>
            <p:spPr>
              <a:xfrm>
                <a:off x="3770" y="898"/>
                <a:ext cx="23" cy="23"/>
              </a:xfrm>
              <a:custGeom>
                <a:avLst/>
                <a:gdLst/>
                <a:ahLst/>
                <a:cxnLst/>
                <a:rect l="l" t="t" r="r" b="b"/>
                <a:pathLst>
                  <a:path w="1094" h="1094" extrusionOk="0">
                    <a:moveTo>
                      <a:pt x="194" y="900"/>
                    </a:moveTo>
                    <a:cubicBezTo>
                      <a:pt x="0" y="705"/>
                      <a:pt x="0" y="389"/>
                      <a:pt x="194" y="194"/>
                    </a:cubicBezTo>
                    <a:cubicBezTo>
                      <a:pt x="389" y="0"/>
                      <a:pt x="705" y="0"/>
                      <a:pt x="899" y="194"/>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47" name="Google Shape;2547;p14"/>
              <p:cNvSpPr/>
              <p:nvPr/>
            </p:nvSpPr>
            <p:spPr>
              <a:xfrm>
                <a:off x="3736" y="932"/>
                <a:ext cx="23" cy="23"/>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48" name="Google Shape;2548;p14"/>
              <p:cNvSpPr/>
              <p:nvPr/>
            </p:nvSpPr>
            <p:spPr>
              <a:xfrm>
                <a:off x="3702" y="966"/>
                <a:ext cx="23" cy="22"/>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49" name="Google Shape;2549;p14"/>
              <p:cNvSpPr/>
              <p:nvPr/>
            </p:nvSpPr>
            <p:spPr>
              <a:xfrm>
                <a:off x="4318" y="295"/>
                <a:ext cx="23" cy="23"/>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50" name="Google Shape;2550;p14"/>
              <p:cNvSpPr/>
              <p:nvPr/>
            </p:nvSpPr>
            <p:spPr>
              <a:xfrm>
                <a:off x="4284" y="329"/>
                <a:ext cx="23" cy="2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51" name="Google Shape;2551;p14"/>
              <p:cNvSpPr/>
              <p:nvPr/>
            </p:nvSpPr>
            <p:spPr>
              <a:xfrm>
                <a:off x="4250" y="363"/>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52" name="Google Shape;2552;p14"/>
              <p:cNvSpPr/>
              <p:nvPr/>
            </p:nvSpPr>
            <p:spPr>
              <a:xfrm>
                <a:off x="4216" y="397"/>
                <a:ext cx="23" cy="22"/>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53" name="Google Shape;2553;p14"/>
              <p:cNvSpPr/>
              <p:nvPr/>
            </p:nvSpPr>
            <p:spPr>
              <a:xfrm>
                <a:off x="4182" y="430"/>
                <a:ext cx="23" cy="23"/>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54" name="Google Shape;2554;p14"/>
              <p:cNvSpPr/>
              <p:nvPr/>
            </p:nvSpPr>
            <p:spPr>
              <a:xfrm>
                <a:off x="4150" y="465"/>
                <a:ext cx="20"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55" name="Google Shape;2555;p14"/>
              <p:cNvSpPr/>
              <p:nvPr/>
            </p:nvSpPr>
            <p:spPr>
              <a:xfrm>
                <a:off x="4116" y="499"/>
                <a:ext cx="20" cy="2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56" name="Google Shape;2556;p14"/>
              <p:cNvSpPr/>
              <p:nvPr/>
            </p:nvSpPr>
            <p:spPr>
              <a:xfrm>
                <a:off x="4081" y="532"/>
                <a:ext cx="23" cy="2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57" name="Google Shape;2557;p14"/>
              <p:cNvSpPr/>
              <p:nvPr/>
            </p:nvSpPr>
            <p:spPr>
              <a:xfrm>
                <a:off x="4047" y="566"/>
                <a:ext cx="23" cy="2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2558" name="Google Shape;2558;p14"/>
            <p:cNvSpPr/>
            <p:nvPr/>
          </p:nvSpPr>
          <p:spPr>
            <a:xfrm>
              <a:off x="5749665" y="952500"/>
              <a:ext cx="36513" cy="34925"/>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59" name="Google Shape;2559;p14"/>
            <p:cNvSpPr/>
            <p:nvPr/>
          </p:nvSpPr>
          <p:spPr>
            <a:xfrm>
              <a:off x="5695690" y="1004888"/>
              <a:ext cx="36513" cy="3651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60" name="Google Shape;2560;p14"/>
            <p:cNvSpPr/>
            <p:nvPr/>
          </p:nvSpPr>
          <p:spPr>
            <a:xfrm>
              <a:off x="5643303" y="1058863"/>
              <a:ext cx="34925" cy="36513"/>
            </a:xfrm>
            <a:custGeom>
              <a:avLst/>
              <a:gdLst/>
              <a:ahLst/>
              <a:cxnLst/>
              <a:rect l="l" t="t" r="r" b="b"/>
              <a:pathLst>
                <a:path w="1094" h="1094" extrusionOk="0">
                  <a:moveTo>
                    <a:pt x="195" y="900"/>
                  </a:moveTo>
                  <a:cubicBezTo>
                    <a:pt x="0" y="705"/>
                    <a:pt x="0" y="389"/>
                    <a:pt x="195" y="195"/>
                  </a:cubicBezTo>
                  <a:cubicBezTo>
                    <a:pt x="389" y="0"/>
                    <a:pt x="705" y="0"/>
                    <a:pt x="900" y="195"/>
                  </a:cubicBezTo>
                  <a:cubicBezTo>
                    <a:pt x="1094" y="389"/>
                    <a:pt x="1094" y="705"/>
                    <a:pt x="900" y="900"/>
                  </a:cubicBezTo>
                  <a:cubicBezTo>
                    <a:pt x="705" y="1094"/>
                    <a:pt x="389"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61" name="Google Shape;2561;p14"/>
            <p:cNvSpPr/>
            <p:nvPr/>
          </p:nvSpPr>
          <p:spPr>
            <a:xfrm>
              <a:off x="5589328" y="1112838"/>
              <a:ext cx="34925" cy="36513"/>
            </a:xfrm>
            <a:custGeom>
              <a:avLst/>
              <a:gdLst/>
              <a:ahLst/>
              <a:cxnLst/>
              <a:rect l="l" t="t" r="r" b="b"/>
              <a:pathLst>
                <a:path w="1095" h="1094" extrusionOk="0">
                  <a:moveTo>
                    <a:pt x="195" y="900"/>
                  </a:moveTo>
                  <a:cubicBezTo>
                    <a:pt x="0" y="705"/>
                    <a:pt x="0" y="389"/>
                    <a:pt x="195" y="194"/>
                  </a:cubicBezTo>
                  <a:cubicBezTo>
                    <a:pt x="389" y="0"/>
                    <a:pt x="705" y="0"/>
                    <a:pt x="900" y="194"/>
                  </a:cubicBezTo>
                  <a:cubicBezTo>
                    <a:pt x="1095" y="389"/>
                    <a:pt x="1095" y="705"/>
                    <a:pt x="900" y="900"/>
                  </a:cubicBezTo>
                  <a:cubicBezTo>
                    <a:pt x="705" y="1094"/>
                    <a:pt x="389"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62" name="Google Shape;2562;p14"/>
            <p:cNvSpPr/>
            <p:nvPr/>
          </p:nvSpPr>
          <p:spPr>
            <a:xfrm>
              <a:off x="5535353" y="1166813"/>
              <a:ext cx="36513" cy="3651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63" name="Google Shape;2563;p14"/>
            <p:cNvSpPr/>
            <p:nvPr/>
          </p:nvSpPr>
          <p:spPr>
            <a:xfrm>
              <a:off x="5481378" y="1220788"/>
              <a:ext cx="36513" cy="36513"/>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64" name="Google Shape;2564;p14"/>
            <p:cNvSpPr/>
            <p:nvPr/>
          </p:nvSpPr>
          <p:spPr>
            <a:xfrm>
              <a:off x="5427403" y="1274763"/>
              <a:ext cx="36513" cy="34925"/>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65" name="Google Shape;2565;p14"/>
            <p:cNvSpPr/>
            <p:nvPr/>
          </p:nvSpPr>
          <p:spPr>
            <a:xfrm>
              <a:off x="5373428" y="1327150"/>
              <a:ext cx="36513" cy="36513"/>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66" name="Google Shape;2566;p14"/>
            <p:cNvSpPr/>
            <p:nvPr/>
          </p:nvSpPr>
          <p:spPr>
            <a:xfrm>
              <a:off x="5319453" y="1381125"/>
              <a:ext cx="36513" cy="36513"/>
            </a:xfrm>
            <a:custGeom>
              <a:avLst/>
              <a:gdLst/>
              <a:ahLst/>
              <a:cxnLst/>
              <a:rect l="l" t="t" r="r" b="b"/>
              <a:pathLst>
                <a:path w="1094" h="1095" extrusionOk="0">
                  <a:moveTo>
                    <a:pt x="195" y="900"/>
                  </a:moveTo>
                  <a:cubicBezTo>
                    <a:pt x="0" y="705"/>
                    <a:pt x="0" y="389"/>
                    <a:pt x="195" y="195"/>
                  </a:cubicBezTo>
                  <a:cubicBezTo>
                    <a:pt x="389" y="0"/>
                    <a:pt x="705" y="0"/>
                    <a:pt x="900" y="195"/>
                  </a:cubicBezTo>
                  <a:cubicBezTo>
                    <a:pt x="1094" y="389"/>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67" name="Google Shape;2567;p14"/>
            <p:cNvSpPr/>
            <p:nvPr/>
          </p:nvSpPr>
          <p:spPr>
            <a:xfrm>
              <a:off x="5267065" y="1435100"/>
              <a:ext cx="34925" cy="36513"/>
            </a:xfrm>
            <a:custGeom>
              <a:avLst/>
              <a:gdLst/>
              <a:ahLst/>
              <a:cxnLst/>
              <a:rect l="l" t="t" r="r" b="b"/>
              <a:pathLst>
                <a:path w="1095" h="1094" extrusionOk="0">
                  <a:moveTo>
                    <a:pt x="195" y="900"/>
                  </a:moveTo>
                  <a:cubicBezTo>
                    <a:pt x="0" y="705"/>
                    <a:pt x="0" y="389"/>
                    <a:pt x="195" y="194"/>
                  </a:cubicBezTo>
                  <a:cubicBezTo>
                    <a:pt x="389" y="0"/>
                    <a:pt x="705" y="0"/>
                    <a:pt x="900" y="194"/>
                  </a:cubicBezTo>
                  <a:cubicBezTo>
                    <a:pt x="1095" y="389"/>
                    <a:pt x="1095" y="705"/>
                    <a:pt x="900" y="900"/>
                  </a:cubicBezTo>
                  <a:cubicBezTo>
                    <a:pt x="705" y="1094"/>
                    <a:pt x="389"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68" name="Google Shape;2568;p14"/>
            <p:cNvSpPr/>
            <p:nvPr/>
          </p:nvSpPr>
          <p:spPr>
            <a:xfrm>
              <a:off x="5213090" y="1489075"/>
              <a:ext cx="36513" cy="36513"/>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2569"/>
        <p:cNvGrpSpPr/>
        <p:nvPr/>
      </p:nvGrpSpPr>
      <p:grpSpPr>
        <a:xfrm>
          <a:off x="0" y="0"/>
          <a:ext cx="0" cy="0"/>
          <a:chOff x="0" y="0"/>
          <a:chExt cx="0" cy="0"/>
        </a:xfrm>
      </p:grpSpPr>
      <p:sp>
        <p:nvSpPr>
          <p:cNvPr id="2570" name="Google Shape;2570;p15"/>
          <p:cNvSpPr txBox="1">
            <a:spLocks noGrp="1"/>
          </p:cNvSpPr>
          <p:nvPr>
            <p:ph type="title"/>
          </p:nvPr>
        </p:nvSpPr>
        <p:spPr>
          <a:xfrm>
            <a:off x="723900" y="1543455"/>
            <a:ext cx="7696200" cy="130715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800"/>
              <a:buFont typeface="Bebas Neue"/>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71" name="Google Shape;2571;p15"/>
          <p:cNvSpPr txBox="1">
            <a:spLocks noGrp="1"/>
          </p:cNvSpPr>
          <p:nvPr>
            <p:ph type="body" idx="1"/>
          </p:nvPr>
        </p:nvSpPr>
        <p:spPr>
          <a:xfrm>
            <a:off x="723900" y="2850609"/>
            <a:ext cx="7696200" cy="495705"/>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750"/>
              </a:spcBef>
              <a:spcAft>
                <a:spcPts val="0"/>
              </a:spcAft>
              <a:buClr>
                <a:schemeClr val="dk1"/>
              </a:buClr>
              <a:buSzPts val="1600"/>
              <a:buNone/>
              <a:defRPr sz="16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grpSp>
        <p:nvGrpSpPr>
          <p:cNvPr id="2572" name="Google Shape;2572;p15"/>
          <p:cNvGrpSpPr/>
          <p:nvPr/>
        </p:nvGrpSpPr>
        <p:grpSpPr>
          <a:xfrm>
            <a:off x="7927055" y="-813425"/>
            <a:ext cx="2105344" cy="2105344"/>
            <a:chOff x="478444" y="466725"/>
            <a:chExt cx="1592263" cy="1592263"/>
          </a:xfrm>
        </p:grpSpPr>
        <p:grpSp>
          <p:nvGrpSpPr>
            <p:cNvPr id="2573" name="Google Shape;2573;p15"/>
            <p:cNvGrpSpPr/>
            <p:nvPr/>
          </p:nvGrpSpPr>
          <p:grpSpPr>
            <a:xfrm>
              <a:off x="610206" y="466725"/>
              <a:ext cx="1460501" cy="1460500"/>
              <a:chOff x="1166" y="294"/>
              <a:chExt cx="920" cy="920"/>
            </a:xfrm>
          </p:grpSpPr>
          <p:sp>
            <p:nvSpPr>
              <p:cNvPr id="2574" name="Google Shape;2574;p15"/>
              <p:cNvSpPr/>
              <p:nvPr/>
            </p:nvSpPr>
            <p:spPr>
              <a:xfrm>
                <a:off x="1416" y="294"/>
                <a:ext cx="23" cy="2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75" name="Google Shape;2575;p15"/>
              <p:cNvSpPr/>
              <p:nvPr/>
            </p:nvSpPr>
            <p:spPr>
              <a:xfrm>
                <a:off x="1450" y="328"/>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76" name="Google Shape;2576;p15"/>
              <p:cNvSpPr/>
              <p:nvPr/>
            </p:nvSpPr>
            <p:spPr>
              <a:xfrm>
                <a:off x="1484" y="362"/>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77" name="Google Shape;2577;p15"/>
              <p:cNvSpPr/>
              <p:nvPr/>
            </p:nvSpPr>
            <p:spPr>
              <a:xfrm>
                <a:off x="1518" y="396"/>
                <a:ext cx="23" cy="2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78" name="Google Shape;2578;p15"/>
              <p:cNvSpPr/>
              <p:nvPr/>
            </p:nvSpPr>
            <p:spPr>
              <a:xfrm>
                <a:off x="1552" y="430"/>
                <a:ext cx="23"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79" name="Google Shape;2579;p15"/>
              <p:cNvSpPr/>
              <p:nvPr/>
            </p:nvSpPr>
            <p:spPr>
              <a:xfrm>
                <a:off x="1586" y="464"/>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80" name="Google Shape;2580;p15"/>
              <p:cNvSpPr/>
              <p:nvPr/>
            </p:nvSpPr>
            <p:spPr>
              <a:xfrm>
                <a:off x="1620" y="498"/>
                <a:ext cx="23" cy="2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81" name="Google Shape;2581;p15"/>
              <p:cNvSpPr/>
              <p:nvPr/>
            </p:nvSpPr>
            <p:spPr>
              <a:xfrm>
                <a:off x="1655" y="532"/>
                <a:ext cx="22"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82" name="Google Shape;2582;p15"/>
              <p:cNvSpPr/>
              <p:nvPr/>
            </p:nvSpPr>
            <p:spPr>
              <a:xfrm>
                <a:off x="1689" y="566"/>
                <a:ext cx="22"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83" name="Google Shape;2583;p15"/>
              <p:cNvSpPr/>
              <p:nvPr/>
            </p:nvSpPr>
            <p:spPr>
              <a:xfrm>
                <a:off x="1723" y="600"/>
                <a:ext cx="23" cy="2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84" name="Google Shape;2584;p15"/>
              <p:cNvSpPr/>
              <p:nvPr/>
            </p:nvSpPr>
            <p:spPr>
              <a:xfrm>
                <a:off x="1757" y="634"/>
                <a:ext cx="23"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85" name="Google Shape;2585;p15"/>
              <p:cNvSpPr/>
              <p:nvPr/>
            </p:nvSpPr>
            <p:spPr>
              <a:xfrm>
                <a:off x="1791" y="668"/>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86" name="Google Shape;2586;p15"/>
              <p:cNvSpPr/>
              <p:nvPr/>
            </p:nvSpPr>
            <p:spPr>
              <a:xfrm>
                <a:off x="1825" y="702"/>
                <a:ext cx="23" cy="2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87" name="Google Shape;2587;p15"/>
              <p:cNvSpPr/>
              <p:nvPr/>
            </p:nvSpPr>
            <p:spPr>
              <a:xfrm>
                <a:off x="1859" y="736"/>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88" name="Google Shape;2588;p15"/>
              <p:cNvSpPr/>
              <p:nvPr/>
            </p:nvSpPr>
            <p:spPr>
              <a:xfrm>
                <a:off x="1893" y="770"/>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89" name="Google Shape;2589;p15"/>
              <p:cNvSpPr/>
              <p:nvPr/>
            </p:nvSpPr>
            <p:spPr>
              <a:xfrm>
                <a:off x="1927" y="804"/>
                <a:ext cx="23" cy="2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90" name="Google Shape;2590;p15"/>
              <p:cNvSpPr/>
              <p:nvPr/>
            </p:nvSpPr>
            <p:spPr>
              <a:xfrm>
                <a:off x="1961" y="839"/>
                <a:ext cx="23" cy="22"/>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91" name="Google Shape;2591;p15"/>
              <p:cNvSpPr/>
              <p:nvPr/>
            </p:nvSpPr>
            <p:spPr>
              <a:xfrm>
                <a:off x="1995" y="873"/>
                <a:ext cx="23" cy="22"/>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92" name="Google Shape;2592;p15"/>
              <p:cNvSpPr/>
              <p:nvPr/>
            </p:nvSpPr>
            <p:spPr>
              <a:xfrm>
                <a:off x="2029" y="907"/>
                <a:ext cx="23" cy="2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93" name="Google Shape;2593;p15"/>
              <p:cNvSpPr/>
              <p:nvPr/>
            </p:nvSpPr>
            <p:spPr>
              <a:xfrm>
                <a:off x="2063" y="941"/>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94" name="Google Shape;2594;p15"/>
              <p:cNvSpPr/>
              <p:nvPr/>
            </p:nvSpPr>
            <p:spPr>
              <a:xfrm>
                <a:off x="1388" y="322"/>
                <a:ext cx="23" cy="23"/>
              </a:xfrm>
              <a:custGeom>
                <a:avLst/>
                <a:gdLst/>
                <a:ahLst/>
                <a:cxnLst/>
                <a:rect l="l" t="t" r="r" b="b"/>
                <a:pathLst>
                  <a:path w="1101" h="1102" extrusionOk="0">
                    <a:moveTo>
                      <a:pt x="906" y="906"/>
                    </a:moveTo>
                    <a:cubicBezTo>
                      <a:pt x="710" y="1102"/>
                      <a:pt x="392" y="1102"/>
                      <a:pt x="196" y="906"/>
                    </a:cubicBezTo>
                    <a:cubicBezTo>
                      <a:pt x="0" y="710"/>
                      <a:pt x="0" y="392"/>
                      <a:pt x="196" y="196"/>
                    </a:cubicBezTo>
                    <a:cubicBezTo>
                      <a:pt x="392" y="0"/>
                      <a:pt x="710" y="0"/>
                      <a:pt x="906" y="196"/>
                    </a:cubicBezTo>
                    <a:cubicBezTo>
                      <a:pt x="1101" y="392"/>
                      <a:pt x="1101"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95" name="Google Shape;2595;p15"/>
              <p:cNvSpPr/>
              <p:nvPr/>
            </p:nvSpPr>
            <p:spPr>
              <a:xfrm>
                <a:off x="1423" y="357"/>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96" name="Google Shape;2596;p15"/>
              <p:cNvSpPr/>
              <p:nvPr/>
            </p:nvSpPr>
            <p:spPr>
              <a:xfrm>
                <a:off x="1458" y="391"/>
                <a:ext cx="20"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97" name="Google Shape;2597;p15"/>
              <p:cNvSpPr/>
              <p:nvPr/>
            </p:nvSpPr>
            <p:spPr>
              <a:xfrm>
                <a:off x="1491" y="424"/>
                <a:ext cx="22" cy="23"/>
              </a:xfrm>
              <a:custGeom>
                <a:avLst/>
                <a:gdLst/>
                <a:ahLst/>
                <a:cxnLst/>
                <a:rect l="l" t="t" r="r" b="b"/>
                <a:pathLst>
                  <a:path w="1101" h="1102" extrusionOk="0">
                    <a:moveTo>
                      <a:pt x="906" y="906"/>
                    </a:moveTo>
                    <a:cubicBezTo>
                      <a:pt x="710" y="1102"/>
                      <a:pt x="392" y="1102"/>
                      <a:pt x="196" y="906"/>
                    </a:cubicBezTo>
                    <a:cubicBezTo>
                      <a:pt x="0" y="710"/>
                      <a:pt x="0" y="392"/>
                      <a:pt x="196" y="196"/>
                    </a:cubicBezTo>
                    <a:cubicBezTo>
                      <a:pt x="392" y="0"/>
                      <a:pt x="710" y="0"/>
                      <a:pt x="906" y="196"/>
                    </a:cubicBezTo>
                    <a:cubicBezTo>
                      <a:pt x="1101" y="392"/>
                      <a:pt x="1101"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98" name="Google Shape;2598;p15"/>
              <p:cNvSpPr/>
              <p:nvPr/>
            </p:nvSpPr>
            <p:spPr>
              <a:xfrm>
                <a:off x="1525" y="458"/>
                <a:ext cx="23" cy="23"/>
              </a:xfrm>
              <a:custGeom>
                <a:avLst/>
                <a:gdLst/>
                <a:ahLst/>
                <a:cxnLst/>
                <a:rect l="l" t="t" r="r" b="b"/>
                <a:pathLst>
                  <a:path w="1101" h="1101" extrusionOk="0">
                    <a:moveTo>
                      <a:pt x="905" y="905"/>
                    </a:moveTo>
                    <a:cubicBezTo>
                      <a:pt x="709" y="1101"/>
                      <a:pt x="392" y="1101"/>
                      <a:pt x="196" y="905"/>
                    </a:cubicBezTo>
                    <a:cubicBezTo>
                      <a:pt x="0" y="710"/>
                      <a:pt x="0" y="392"/>
                      <a:pt x="196" y="196"/>
                    </a:cubicBezTo>
                    <a:cubicBezTo>
                      <a:pt x="392"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599" name="Google Shape;2599;p15"/>
              <p:cNvSpPr/>
              <p:nvPr/>
            </p:nvSpPr>
            <p:spPr>
              <a:xfrm>
                <a:off x="1559" y="492"/>
                <a:ext cx="23" cy="2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00" name="Google Shape;2600;p15"/>
              <p:cNvSpPr/>
              <p:nvPr/>
            </p:nvSpPr>
            <p:spPr>
              <a:xfrm>
                <a:off x="1593" y="526"/>
                <a:ext cx="23" cy="23"/>
              </a:xfrm>
              <a:custGeom>
                <a:avLst/>
                <a:gdLst/>
                <a:ahLst/>
                <a:cxnLst/>
                <a:rect l="l" t="t" r="r" b="b"/>
                <a:pathLst>
                  <a:path w="1101" h="1102" extrusionOk="0">
                    <a:moveTo>
                      <a:pt x="906" y="906"/>
                    </a:moveTo>
                    <a:cubicBezTo>
                      <a:pt x="710" y="1102"/>
                      <a:pt x="392" y="1102"/>
                      <a:pt x="196" y="906"/>
                    </a:cubicBezTo>
                    <a:cubicBezTo>
                      <a:pt x="0" y="710"/>
                      <a:pt x="0" y="392"/>
                      <a:pt x="196" y="196"/>
                    </a:cubicBezTo>
                    <a:cubicBezTo>
                      <a:pt x="392" y="0"/>
                      <a:pt x="710" y="0"/>
                      <a:pt x="906" y="196"/>
                    </a:cubicBezTo>
                    <a:cubicBezTo>
                      <a:pt x="1101" y="392"/>
                      <a:pt x="1101"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01" name="Google Shape;2601;p15"/>
              <p:cNvSpPr/>
              <p:nvPr/>
            </p:nvSpPr>
            <p:spPr>
              <a:xfrm>
                <a:off x="1627" y="560"/>
                <a:ext cx="23" cy="23"/>
              </a:xfrm>
              <a:custGeom>
                <a:avLst/>
                <a:gdLst/>
                <a:ahLst/>
                <a:cxnLst/>
                <a:rect l="l" t="t" r="r" b="b"/>
                <a:pathLst>
                  <a:path w="1101" h="1101" extrusionOk="0">
                    <a:moveTo>
                      <a:pt x="905" y="905"/>
                    </a:moveTo>
                    <a:cubicBezTo>
                      <a:pt x="709" y="1101"/>
                      <a:pt x="392" y="1101"/>
                      <a:pt x="196" y="905"/>
                    </a:cubicBezTo>
                    <a:cubicBezTo>
                      <a:pt x="0" y="710"/>
                      <a:pt x="0" y="392"/>
                      <a:pt x="196" y="196"/>
                    </a:cubicBezTo>
                    <a:cubicBezTo>
                      <a:pt x="392"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02" name="Google Shape;2602;p15"/>
              <p:cNvSpPr/>
              <p:nvPr/>
            </p:nvSpPr>
            <p:spPr>
              <a:xfrm>
                <a:off x="1661" y="594"/>
                <a:ext cx="23"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03" name="Google Shape;2603;p15"/>
              <p:cNvSpPr/>
              <p:nvPr/>
            </p:nvSpPr>
            <p:spPr>
              <a:xfrm>
                <a:off x="1695" y="628"/>
                <a:ext cx="23" cy="23"/>
              </a:xfrm>
              <a:custGeom>
                <a:avLst/>
                <a:gdLst/>
                <a:ahLst/>
                <a:cxnLst/>
                <a:rect l="l" t="t" r="r" b="b"/>
                <a:pathLst>
                  <a:path w="1101" h="1102" extrusionOk="0">
                    <a:moveTo>
                      <a:pt x="906" y="906"/>
                    </a:moveTo>
                    <a:cubicBezTo>
                      <a:pt x="710" y="1102"/>
                      <a:pt x="392" y="1102"/>
                      <a:pt x="196" y="906"/>
                    </a:cubicBezTo>
                    <a:cubicBezTo>
                      <a:pt x="0" y="710"/>
                      <a:pt x="0" y="392"/>
                      <a:pt x="196" y="196"/>
                    </a:cubicBezTo>
                    <a:cubicBezTo>
                      <a:pt x="392" y="0"/>
                      <a:pt x="710" y="0"/>
                      <a:pt x="906" y="196"/>
                    </a:cubicBezTo>
                    <a:cubicBezTo>
                      <a:pt x="1101" y="392"/>
                      <a:pt x="1101"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04" name="Google Shape;2604;p15"/>
              <p:cNvSpPr/>
              <p:nvPr/>
            </p:nvSpPr>
            <p:spPr>
              <a:xfrm>
                <a:off x="1729" y="662"/>
                <a:ext cx="23" cy="23"/>
              </a:xfrm>
              <a:custGeom>
                <a:avLst/>
                <a:gdLst/>
                <a:ahLst/>
                <a:cxnLst/>
                <a:rect l="l" t="t" r="r" b="b"/>
                <a:pathLst>
                  <a:path w="1101" h="1101" extrusionOk="0">
                    <a:moveTo>
                      <a:pt x="905" y="905"/>
                    </a:moveTo>
                    <a:cubicBezTo>
                      <a:pt x="709" y="1101"/>
                      <a:pt x="392" y="1101"/>
                      <a:pt x="196" y="905"/>
                    </a:cubicBezTo>
                    <a:cubicBezTo>
                      <a:pt x="0" y="710"/>
                      <a:pt x="0" y="392"/>
                      <a:pt x="196" y="196"/>
                    </a:cubicBezTo>
                    <a:cubicBezTo>
                      <a:pt x="392"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05" name="Google Shape;2605;p15"/>
              <p:cNvSpPr/>
              <p:nvPr/>
            </p:nvSpPr>
            <p:spPr>
              <a:xfrm>
                <a:off x="1763" y="696"/>
                <a:ext cx="23" cy="2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06" name="Google Shape;2606;p15"/>
              <p:cNvSpPr/>
              <p:nvPr/>
            </p:nvSpPr>
            <p:spPr>
              <a:xfrm>
                <a:off x="1797" y="730"/>
                <a:ext cx="23" cy="23"/>
              </a:xfrm>
              <a:custGeom>
                <a:avLst/>
                <a:gdLst/>
                <a:ahLst/>
                <a:cxnLst/>
                <a:rect l="l" t="t" r="r" b="b"/>
                <a:pathLst>
                  <a:path w="1101" h="1102" extrusionOk="0">
                    <a:moveTo>
                      <a:pt x="906" y="906"/>
                    </a:moveTo>
                    <a:cubicBezTo>
                      <a:pt x="710" y="1102"/>
                      <a:pt x="392" y="1102"/>
                      <a:pt x="196" y="906"/>
                    </a:cubicBezTo>
                    <a:cubicBezTo>
                      <a:pt x="0" y="710"/>
                      <a:pt x="0" y="392"/>
                      <a:pt x="196" y="196"/>
                    </a:cubicBezTo>
                    <a:cubicBezTo>
                      <a:pt x="392" y="0"/>
                      <a:pt x="710" y="0"/>
                      <a:pt x="906" y="196"/>
                    </a:cubicBezTo>
                    <a:cubicBezTo>
                      <a:pt x="1101" y="392"/>
                      <a:pt x="1101"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07" name="Google Shape;2607;p15"/>
              <p:cNvSpPr/>
              <p:nvPr/>
            </p:nvSpPr>
            <p:spPr>
              <a:xfrm>
                <a:off x="1831" y="764"/>
                <a:ext cx="23" cy="23"/>
              </a:xfrm>
              <a:custGeom>
                <a:avLst/>
                <a:gdLst/>
                <a:ahLst/>
                <a:cxnLst/>
                <a:rect l="l" t="t" r="r" b="b"/>
                <a:pathLst>
                  <a:path w="1101" h="1101" extrusionOk="0">
                    <a:moveTo>
                      <a:pt x="905" y="905"/>
                    </a:moveTo>
                    <a:cubicBezTo>
                      <a:pt x="709" y="1101"/>
                      <a:pt x="392" y="1101"/>
                      <a:pt x="196" y="905"/>
                    </a:cubicBezTo>
                    <a:cubicBezTo>
                      <a:pt x="0" y="710"/>
                      <a:pt x="0" y="392"/>
                      <a:pt x="196" y="196"/>
                    </a:cubicBezTo>
                    <a:cubicBezTo>
                      <a:pt x="392"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08" name="Google Shape;2608;p15"/>
              <p:cNvSpPr/>
              <p:nvPr/>
            </p:nvSpPr>
            <p:spPr>
              <a:xfrm>
                <a:off x="1865" y="798"/>
                <a:ext cx="23" cy="2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09" name="Google Shape;2609;p15"/>
              <p:cNvSpPr/>
              <p:nvPr/>
            </p:nvSpPr>
            <p:spPr>
              <a:xfrm>
                <a:off x="1899" y="832"/>
                <a:ext cx="23" cy="23"/>
              </a:xfrm>
              <a:custGeom>
                <a:avLst/>
                <a:gdLst/>
                <a:ahLst/>
                <a:cxnLst/>
                <a:rect l="l" t="t" r="r" b="b"/>
                <a:pathLst>
                  <a:path w="1101" h="1102" extrusionOk="0">
                    <a:moveTo>
                      <a:pt x="906" y="906"/>
                    </a:moveTo>
                    <a:cubicBezTo>
                      <a:pt x="710" y="1102"/>
                      <a:pt x="392" y="1102"/>
                      <a:pt x="196" y="906"/>
                    </a:cubicBezTo>
                    <a:cubicBezTo>
                      <a:pt x="0" y="710"/>
                      <a:pt x="0" y="392"/>
                      <a:pt x="196" y="196"/>
                    </a:cubicBezTo>
                    <a:cubicBezTo>
                      <a:pt x="392" y="0"/>
                      <a:pt x="710" y="0"/>
                      <a:pt x="906" y="196"/>
                    </a:cubicBezTo>
                    <a:cubicBezTo>
                      <a:pt x="1101" y="392"/>
                      <a:pt x="1101"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10" name="Google Shape;2610;p15"/>
              <p:cNvSpPr/>
              <p:nvPr/>
            </p:nvSpPr>
            <p:spPr>
              <a:xfrm>
                <a:off x="1933" y="866"/>
                <a:ext cx="23" cy="23"/>
              </a:xfrm>
              <a:custGeom>
                <a:avLst/>
                <a:gdLst/>
                <a:ahLst/>
                <a:cxnLst/>
                <a:rect l="l" t="t" r="r" b="b"/>
                <a:pathLst>
                  <a:path w="1101" h="1101" extrusionOk="0">
                    <a:moveTo>
                      <a:pt x="905" y="905"/>
                    </a:moveTo>
                    <a:cubicBezTo>
                      <a:pt x="709" y="1101"/>
                      <a:pt x="392" y="1101"/>
                      <a:pt x="196" y="905"/>
                    </a:cubicBezTo>
                    <a:cubicBezTo>
                      <a:pt x="0" y="710"/>
                      <a:pt x="0" y="392"/>
                      <a:pt x="196" y="196"/>
                    </a:cubicBezTo>
                    <a:cubicBezTo>
                      <a:pt x="392"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11" name="Google Shape;2611;p15"/>
              <p:cNvSpPr/>
              <p:nvPr/>
            </p:nvSpPr>
            <p:spPr>
              <a:xfrm>
                <a:off x="1967" y="900"/>
                <a:ext cx="23" cy="2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12" name="Google Shape;2612;p15"/>
              <p:cNvSpPr/>
              <p:nvPr/>
            </p:nvSpPr>
            <p:spPr>
              <a:xfrm>
                <a:off x="2001" y="934"/>
                <a:ext cx="23" cy="23"/>
              </a:xfrm>
              <a:custGeom>
                <a:avLst/>
                <a:gdLst/>
                <a:ahLst/>
                <a:cxnLst/>
                <a:rect l="l" t="t" r="r" b="b"/>
                <a:pathLst>
                  <a:path w="1101" h="1102" extrusionOk="0">
                    <a:moveTo>
                      <a:pt x="906" y="906"/>
                    </a:moveTo>
                    <a:cubicBezTo>
                      <a:pt x="710" y="1102"/>
                      <a:pt x="392" y="1102"/>
                      <a:pt x="196" y="906"/>
                    </a:cubicBezTo>
                    <a:cubicBezTo>
                      <a:pt x="0" y="710"/>
                      <a:pt x="0" y="392"/>
                      <a:pt x="196" y="196"/>
                    </a:cubicBezTo>
                    <a:cubicBezTo>
                      <a:pt x="392" y="0"/>
                      <a:pt x="710" y="0"/>
                      <a:pt x="906" y="196"/>
                    </a:cubicBezTo>
                    <a:cubicBezTo>
                      <a:pt x="1101" y="392"/>
                      <a:pt x="1101"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13" name="Google Shape;2613;p15"/>
              <p:cNvSpPr/>
              <p:nvPr/>
            </p:nvSpPr>
            <p:spPr>
              <a:xfrm>
                <a:off x="2035" y="968"/>
                <a:ext cx="23" cy="23"/>
              </a:xfrm>
              <a:custGeom>
                <a:avLst/>
                <a:gdLst/>
                <a:ahLst/>
                <a:cxnLst/>
                <a:rect l="l" t="t" r="r" b="b"/>
                <a:pathLst>
                  <a:path w="1101" h="1101" extrusionOk="0">
                    <a:moveTo>
                      <a:pt x="905" y="905"/>
                    </a:moveTo>
                    <a:cubicBezTo>
                      <a:pt x="709" y="1101"/>
                      <a:pt x="392" y="1101"/>
                      <a:pt x="196" y="905"/>
                    </a:cubicBezTo>
                    <a:cubicBezTo>
                      <a:pt x="0" y="710"/>
                      <a:pt x="0" y="392"/>
                      <a:pt x="196" y="196"/>
                    </a:cubicBezTo>
                    <a:cubicBezTo>
                      <a:pt x="392"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14" name="Google Shape;2614;p15"/>
              <p:cNvSpPr/>
              <p:nvPr/>
            </p:nvSpPr>
            <p:spPr>
              <a:xfrm>
                <a:off x="1361" y="349"/>
                <a:ext cx="23" cy="23"/>
              </a:xfrm>
              <a:custGeom>
                <a:avLst/>
                <a:gdLst/>
                <a:ahLst/>
                <a:cxnLst/>
                <a:rect l="l" t="t" r="r" b="b"/>
                <a:pathLst>
                  <a:path w="1102" h="1101" extrusionOk="0">
                    <a:moveTo>
                      <a:pt x="906" y="906"/>
                    </a:moveTo>
                    <a:cubicBezTo>
                      <a:pt x="710" y="1101"/>
                      <a:pt x="392" y="1101"/>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15" name="Google Shape;2615;p15"/>
              <p:cNvSpPr/>
              <p:nvPr/>
            </p:nvSpPr>
            <p:spPr>
              <a:xfrm>
                <a:off x="1395" y="383"/>
                <a:ext cx="23" cy="2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16" name="Google Shape;2616;p15"/>
              <p:cNvSpPr/>
              <p:nvPr/>
            </p:nvSpPr>
            <p:spPr>
              <a:xfrm>
                <a:off x="1430" y="418"/>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17" name="Google Shape;2617;p15"/>
              <p:cNvSpPr/>
              <p:nvPr/>
            </p:nvSpPr>
            <p:spPr>
              <a:xfrm>
                <a:off x="1463" y="451"/>
                <a:ext cx="23" cy="23"/>
              </a:xfrm>
              <a:custGeom>
                <a:avLst/>
                <a:gdLst/>
                <a:ahLst/>
                <a:cxnLst/>
                <a:rect l="l" t="t" r="r" b="b"/>
                <a:pathLst>
                  <a:path w="1102" h="1101" extrusionOk="0">
                    <a:moveTo>
                      <a:pt x="906" y="906"/>
                    </a:moveTo>
                    <a:cubicBezTo>
                      <a:pt x="710" y="1101"/>
                      <a:pt x="392" y="1101"/>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18" name="Google Shape;2618;p15"/>
              <p:cNvSpPr/>
              <p:nvPr/>
            </p:nvSpPr>
            <p:spPr>
              <a:xfrm>
                <a:off x="1497" y="486"/>
                <a:ext cx="23" cy="22"/>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19" name="Google Shape;2619;p15"/>
              <p:cNvSpPr/>
              <p:nvPr/>
            </p:nvSpPr>
            <p:spPr>
              <a:xfrm>
                <a:off x="1531" y="520"/>
                <a:ext cx="23" cy="23"/>
              </a:xfrm>
              <a:custGeom>
                <a:avLst/>
                <a:gdLst/>
                <a:ahLst/>
                <a:cxnLst/>
                <a:rect l="l" t="t" r="r" b="b"/>
                <a:pathLst>
                  <a:path w="1101" h="1101" extrusionOk="0">
                    <a:moveTo>
                      <a:pt x="905" y="905"/>
                    </a:moveTo>
                    <a:cubicBezTo>
                      <a:pt x="709" y="1101"/>
                      <a:pt x="392" y="1101"/>
                      <a:pt x="196" y="905"/>
                    </a:cubicBezTo>
                    <a:cubicBezTo>
                      <a:pt x="0" y="709"/>
                      <a:pt x="0" y="391"/>
                      <a:pt x="196" y="195"/>
                    </a:cubicBezTo>
                    <a:cubicBezTo>
                      <a:pt x="392" y="0"/>
                      <a:pt x="709"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20" name="Google Shape;2620;p15"/>
              <p:cNvSpPr/>
              <p:nvPr/>
            </p:nvSpPr>
            <p:spPr>
              <a:xfrm>
                <a:off x="1566" y="555"/>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21" name="Google Shape;2621;p15"/>
              <p:cNvSpPr/>
              <p:nvPr/>
            </p:nvSpPr>
            <p:spPr>
              <a:xfrm>
                <a:off x="1599" y="588"/>
                <a:ext cx="23" cy="2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22" name="Google Shape;2622;p15"/>
              <p:cNvSpPr/>
              <p:nvPr/>
            </p:nvSpPr>
            <p:spPr>
              <a:xfrm>
                <a:off x="1633" y="622"/>
                <a:ext cx="23" cy="23"/>
              </a:xfrm>
              <a:custGeom>
                <a:avLst/>
                <a:gdLst/>
                <a:ahLst/>
                <a:cxnLst/>
                <a:rect l="l" t="t" r="r" b="b"/>
                <a:pathLst>
                  <a:path w="1101" h="1101" extrusionOk="0">
                    <a:moveTo>
                      <a:pt x="905" y="905"/>
                    </a:moveTo>
                    <a:cubicBezTo>
                      <a:pt x="709" y="1101"/>
                      <a:pt x="392" y="1101"/>
                      <a:pt x="196" y="905"/>
                    </a:cubicBezTo>
                    <a:cubicBezTo>
                      <a:pt x="0" y="709"/>
                      <a:pt x="0" y="391"/>
                      <a:pt x="196" y="195"/>
                    </a:cubicBezTo>
                    <a:cubicBezTo>
                      <a:pt x="392" y="0"/>
                      <a:pt x="709"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23" name="Google Shape;2623;p15"/>
              <p:cNvSpPr/>
              <p:nvPr/>
            </p:nvSpPr>
            <p:spPr>
              <a:xfrm>
                <a:off x="1667" y="656"/>
                <a:ext cx="23" cy="23"/>
              </a:xfrm>
              <a:custGeom>
                <a:avLst/>
                <a:gdLst/>
                <a:ahLst/>
                <a:cxnLst/>
                <a:rect l="l" t="t" r="r" b="b"/>
                <a:pathLst>
                  <a:path w="1102" h="1101" extrusionOk="0">
                    <a:moveTo>
                      <a:pt x="906" y="906"/>
                    </a:moveTo>
                    <a:cubicBezTo>
                      <a:pt x="710" y="1101"/>
                      <a:pt x="392" y="1101"/>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24" name="Google Shape;2624;p15"/>
              <p:cNvSpPr/>
              <p:nvPr/>
            </p:nvSpPr>
            <p:spPr>
              <a:xfrm>
                <a:off x="1701" y="690"/>
                <a:ext cx="23" cy="2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25" name="Google Shape;2625;p15"/>
              <p:cNvSpPr/>
              <p:nvPr/>
            </p:nvSpPr>
            <p:spPr>
              <a:xfrm>
                <a:off x="1735" y="724"/>
                <a:ext cx="23" cy="23"/>
              </a:xfrm>
              <a:custGeom>
                <a:avLst/>
                <a:gdLst/>
                <a:ahLst/>
                <a:cxnLst/>
                <a:rect l="l" t="t" r="r" b="b"/>
                <a:pathLst>
                  <a:path w="1101" h="1101" extrusionOk="0">
                    <a:moveTo>
                      <a:pt x="905" y="905"/>
                    </a:moveTo>
                    <a:cubicBezTo>
                      <a:pt x="709" y="1101"/>
                      <a:pt x="392" y="1101"/>
                      <a:pt x="196" y="905"/>
                    </a:cubicBezTo>
                    <a:cubicBezTo>
                      <a:pt x="0" y="709"/>
                      <a:pt x="0" y="391"/>
                      <a:pt x="196" y="195"/>
                    </a:cubicBezTo>
                    <a:cubicBezTo>
                      <a:pt x="392" y="0"/>
                      <a:pt x="709"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26" name="Google Shape;2626;p15"/>
              <p:cNvSpPr/>
              <p:nvPr/>
            </p:nvSpPr>
            <p:spPr>
              <a:xfrm>
                <a:off x="1769" y="758"/>
                <a:ext cx="23" cy="23"/>
              </a:xfrm>
              <a:custGeom>
                <a:avLst/>
                <a:gdLst/>
                <a:ahLst/>
                <a:cxnLst/>
                <a:rect l="l" t="t" r="r" b="b"/>
                <a:pathLst>
                  <a:path w="1102" h="1101" extrusionOk="0">
                    <a:moveTo>
                      <a:pt x="906" y="906"/>
                    </a:moveTo>
                    <a:cubicBezTo>
                      <a:pt x="710" y="1101"/>
                      <a:pt x="392" y="1101"/>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27" name="Google Shape;2627;p15"/>
              <p:cNvSpPr/>
              <p:nvPr/>
            </p:nvSpPr>
            <p:spPr>
              <a:xfrm>
                <a:off x="1803" y="792"/>
                <a:ext cx="23" cy="2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28" name="Google Shape;2628;p15"/>
              <p:cNvSpPr/>
              <p:nvPr/>
            </p:nvSpPr>
            <p:spPr>
              <a:xfrm>
                <a:off x="1837" y="826"/>
                <a:ext cx="23" cy="23"/>
              </a:xfrm>
              <a:custGeom>
                <a:avLst/>
                <a:gdLst/>
                <a:ahLst/>
                <a:cxnLst/>
                <a:rect l="l" t="t" r="r" b="b"/>
                <a:pathLst>
                  <a:path w="1101" h="1101" extrusionOk="0">
                    <a:moveTo>
                      <a:pt x="905" y="905"/>
                    </a:moveTo>
                    <a:cubicBezTo>
                      <a:pt x="709" y="1101"/>
                      <a:pt x="392" y="1101"/>
                      <a:pt x="196" y="905"/>
                    </a:cubicBezTo>
                    <a:cubicBezTo>
                      <a:pt x="0" y="709"/>
                      <a:pt x="0" y="391"/>
                      <a:pt x="196" y="195"/>
                    </a:cubicBezTo>
                    <a:cubicBezTo>
                      <a:pt x="392" y="0"/>
                      <a:pt x="709"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29" name="Google Shape;2629;p15"/>
              <p:cNvSpPr/>
              <p:nvPr/>
            </p:nvSpPr>
            <p:spPr>
              <a:xfrm>
                <a:off x="1871" y="860"/>
                <a:ext cx="23" cy="23"/>
              </a:xfrm>
              <a:custGeom>
                <a:avLst/>
                <a:gdLst/>
                <a:ahLst/>
                <a:cxnLst/>
                <a:rect l="l" t="t" r="r" b="b"/>
                <a:pathLst>
                  <a:path w="1102" h="1101" extrusionOk="0">
                    <a:moveTo>
                      <a:pt x="906" y="906"/>
                    </a:moveTo>
                    <a:cubicBezTo>
                      <a:pt x="710" y="1101"/>
                      <a:pt x="392" y="1101"/>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30" name="Google Shape;2630;p15"/>
              <p:cNvSpPr/>
              <p:nvPr/>
            </p:nvSpPr>
            <p:spPr>
              <a:xfrm>
                <a:off x="1905" y="894"/>
                <a:ext cx="23" cy="2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31" name="Google Shape;2631;p15"/>
              <p:cNvSpPr/>
              <p:nvPr/>
            </p:nvSpPr>
            <p:spPr>
              <a:xfrm>
                <a:off x="1939" y="928"/>
                <a:ext cx="23" cy="23"/>
              </a:xfrm>
              <a:custGeom>
                <a:avLst/>
                <a:gdLst/>
                <a:ahLst/>
                <a:cxnLst/>
                <a:rect l="l" t="t" r="r" b="b"/>
                <a:pathLst>
                  <a:path w="1101" h="1101" extrusionOk="0">
                    <a:moveTo>
                      <a:pt x="905" y="905"/>
                    </a:moveTo>
                    <a:cubicBezTo>
                      <a:pt x="709" y="1101"/>
                      <a:pt x="392" y="1101"/>
                      <a:pt x="196" y="905"/>
                    </a:cubicBezTo>
                    <a:cubicBezTo>
                      <a:pt x="0" y="709"/>
                      <a:pt x="0" y="391"/>
                      <a:pt x="196" y="195"/>
                    </a:cubicBezTo>
                    <a:cubicBezTo>
                      <a:pt x="392" y="0"/>
                      <a:pt x="709"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32" name="Google Shape;2632;p15"/>
              <p:cNvSpPr/>
              <p:nvPr/>
            </p:nvSpPr>
            <p:spPr>
              <a:xfrm>
                <a:off x="1973" y="962"/>
                <a:ext cx="23" cy="23"/>
              </a:xfrm>
              <a:custGeom>
                <a:avLst/>
                <a:gdLst/>
                <a:ahLst/>
                <a:cxnLst/>
                <a:rect l="l" t="t" r="r" b="b"/>
                <a:pathLst>
                  <a:path w="1102" h="1101" extrusionOk="0">
                    <a:moveTo>
                      <a:pt x="906" y="906"/>
                    </a:moveTo>
                    <a:cubicBezTo>
                      <a:pt x="710" y="1101"/>
                      <a:pt x="392" y="1101"/>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33" name="Google Shape;2633;p15"/>
              <p:cNvSpPr/>
              <p:nvPr/>
            </p:nvSpPr>
            <p:spPr>
              <a:xfrm>
                <a:off x="2007" y="996"/>
                <a:ext cx="23" cy="2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34" name="Google Shape;2634;p15"/>
              <p:cNvSpPr/>
              <p:nvPr/>
            </p:nvSpPr>
            <p:spPr>
              <a:xfrm>
                <a:off x="1333" y="377"/>
                <a:ext cx="23"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35" name="Google Shape;2635;p15"/>
              <p:cNvSpPr/>
              <p:nvPr/>
            </p:nvSpPr>
            <p:spPr>
              <a:xfrm>
                <a:off x="1367" y="411"/>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36" name="Google Shape;2636;p15"/>
              <p:cNvSpPr/>
              <p:nvPr/>
            </p:nvSpPr>
            <p:spPr>
              <a:xfrm>
                <a:off x="1401" y="445"/>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37" name="Google Shape;2637;p15"/>
              <p:cNvSpPr/>
              <p:nvPr/>
            </p:nvSpPr>
            <p:spPr>
              <a:xfrm>
                <a:off x="1435" y="479"/>
                <a:ext cx="23"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38" name="Google Shape;2638;p15"/>
              <p:cNvSpPr/>
              <p:nvPr/>
            </p:nvSpPr>
            <p:spPr>
              <a:xfrm>
                <a:off x="1469" y="513"/>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39" name="Google Shape;2639;p15"/>
              <p:cNvSpPr/>
              <p:nvPr/>
            </p:nvSpPr>
            <p:spPr>
              <a:xfrm>
                <a:off x="1503" y="547"/>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40" name="Google Shape;2640;p15"/>
              <p:cNvSpPr/>
              <p:nvPr/>
            </p:nvSpPr>
            <p:spPr>
              <a:xfrm>
                <a:off x="1537" y="581"/>
                <a:ext cx="23"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41" name="Google Shape;2641;p15"/>
              <p:cNvSpPr/>
              <p:nvPr/>
            </p:nvSpPr>
            <p:spPr>
              <a:xfrm>
                <a:off x="1571" y="615"/>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42" name="Google Shape;2642;p15"/>
              <p:cNvSpPr/>
              <p:nvPr/>
            </p:nvSpPr>
            <p:spPr>
              <a:xfrm>
                <a:off x="1605" y="649"/>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43" name="Google Shape;2643;p15"/>
              <p:cNvSpPr/>
              <p:nvPr/>
            </p:nvSpPr>
            <p:spPr>
              <a:xfrm>
                <a:off x="1639" y="684"/>
                <a:ext cx="23" cy="22"/>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44" name="Google Shape;2644;p15"/>
              <p:cNvSpPr/>
              <p:nvPr/>
            </p:nvSpPr>
            <p:spPr>
              <a:xfrm>
                <a:off x="1673" y="718"/>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45" name="Google Shape;2645;p15"/>
              <p:cNvSpPr/>
              <p:nvPr/>
            </p:nvSpPr>
            <p:spPr>
              <a:xfrm>
                <a:off x="1707" y="752"/>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46" name="Google Shape;2646;p15"/>
              <p:cNvSpPr/>
              <p:nvPr/>
            </p:nvSpPr>
            <p:spPr>
              <a:xfrm>
                <a:off x="1741" y="786"/>
                <a:ext cx="23"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47" name="Google Shape;2647;p15"/>
              <p:cNvSpPr/>
              <p:nvPr/>
            </p:nvSpPr>
            <p:spPr>
              <a:xfrm>
                <a:off x="1775" y="820"/>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48" name="Google Shape;2648;p15"/>
              <p:cNvSpPr/>
              <p:nvPr/>
            </p:nvSpPr>
            <p:spPr>
              <a:xfrm>
                <a:off x="1809" y="854"/>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49" name="Google Shape;2649;p15"/>
              <p:cNvSpPr/>
              <p:nvPr/>
            </p:nvSpPr>
            <p:spPr>
              <a:xfrm>
                <a:off x="1844" y="888"/>
                <a:ext cx="22"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50" name="Google Shape;2650;p15"/>
              <p:cNvSpPr/>
              <p:nvPr/>
            </p:nvSpPr>
            <p:spPr>
              <a:xfrm>
                <a:off x="1878" y="922"/>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51" name="Google Shape;2651;p15"/>
              <p:cNvSpPr/>
              <p:nvPr/>
            </p:nvSpPr>
            <p:spPr>
              <a:xfrm>
                <a:off x="1912" y="956"/>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52" name="Google Shape;2652;p15"/>
              <p:cNvSpPr/>
              <p:nvPr/>
            </p:nvSpPr>
            <p:spPr>
              <a:xfrm>
                <a:off x="1946" y="990"/>
                <a:ext cx="23"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53" name="Google Shape;2653;p15"/>
              <p:cNvSpPr/>
              <p:nvPr/>
            </p:nvSpPr>
            <p:spPr>
              <a:xfrm>
                <a:off x="1980" y="1024"/>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54" name="Google Shape;2654;p15"/>
              <p:cNvSpPr/>
              <p:nvPr/>
            </p:nvSpPr>
            <p:spPr>
              <a:xfrm>
                <a:off x="1305" y="405"/>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55" name="Google Shape;2655;p15"/>
              <p:cNvSpPr/>
              <p:nvPr/>
            </p:nvSpPr>
            <p:spPr>
              <a:xfrm>
                <a:off x="1339" y="439"/>
                <a:ext cx="23" cy="23"/>
              </a:xfrm>
              <a:custGeom>
                <a:avLst/>
                <a:gdLst/>
                <a:ahLst/>
                <a:cxnLst/>
                <a:rect l="l" t="t" r="r" b="b"/>
                <a:pathLst>
                  <a:path w="1101" h="1102" extrusionOk="0">
                    <a:moveTo>
                      <a:pt x="905" y="906"/>
                    </a:moveTo>
                    <a:cubicBezTo>
                      <a:pt x="709" y="1102"/>
                      <a:pt x="391" y="1102"/>
                      <a:pt x="195" y="906"/>
                    </a:cubicBezTo>
                    <a:cubicBezTo>
                      <a:pt x="0" y="710"/>
                      <a:pt x="0" y="392"/>
                      <a:pt x="195"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56" name="Google Shape;2656;p15"/>
              <p:cNvSpPr/>
              <p:nvPr/>
            </p:nvSpPr>
            <p:spPr>
              <a:xfrm>
                <a:off x="1373" y="473"/>
                <a:ext cx="23" cy="23"/>
              </a:xfrm>
              <a:custGeom>
                <a:avLst/>
                <a:gdLst/>
                <a:ahLst/>
                <a:cxnLst/>
                <a:rect l="l" t="t" r="r" b="b"/>
                <a:pathLst>
                  <a:path w="1101" h="1101" extrusionOk="0">
                    <a:moveTo>
                      <a:pt x="906" y="905"/>
                    </a:moveTo>
                    <a:cubicBezTo>
                      <a:pt x="710" y="1101"/>
                      <a:pt x="392" y="1101"/>
                      <a:pt x="196" y="905"/>
                    </a:cubicBezTo>
                    <a:cubicBezTo>
                      <a:pt x="0" y="710"/>
                      <a:pt x="0" y="392"/>
                      <a:pt x="196" y="196"/>
                    </a:cubicBezTo>
                    <a:cubicBezTo>
                      <a:pt x="392" y="0"/>
                      <a:pt x="710" y="0"/>
                      <a:pt x="906" y="196"/>
                    </a:cubicBezTo>
                    <a:cubicBezTo>
                      <a:pt x="1101" y="392"/>
                      <a:pt x="1101" y="710"/>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57" name="Google Shape;2657;p15"/>
              <p:cNvSpPr/>
              <p:nvPr/>
            </p:nvSpPr>
            <p:spPr>
              <a:xfrm>
                <a:off x="1407" y="507"/>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58" name="Google Shape;2658;p15"/>
              <p:cNvSpPr/>
              <p:nvPr/>
            </p:nvSpPr>
            <p:spPr>
              <a:xfrm>
                <a:off x="1441" y="541"/>
                <a:ext cx="23" cy="23"/>
              </a:xfrm>
              <a:custGeom>
                <a:avLst/>
                <a:gdLst/>
                <a:ahLst/>
                <a:cxnLst/>
                <a:rect l="l" t="t" r="r" b="b"/>
                <a:pathLst>
                  <a:path w="1101" h="1102" extrusionOk="0">
                    <a:moveTo>
                      <a:pt x="905" y="906"/>
                    </a:moveTo>
                    <a:cubicBezTo>
                      <a:pt x="709" y="1102"/>
                      <a:pt x="391" y="1102"/>
                      <a:pt x="195" y="906"/>
                    </a:cubicBezTo>
                    <a:cubicBezTo>
                      <a:pt x="0" y="710"/>
                      <a:pt x="0" y="392"/>
                      <a:pt x="195"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59" name="Google Shape;2659;p15"/>
              <p:cNvSpPr/>
              <p:nvPr/>
            </p:nvSpPr>
            <p:spPr>
              <a:xfrm>
                <a:off x="1475" y="575"/>
                <a:ext cx="23" cy="23"/>
              </a:xfrm>
              <a:custGeom>
                <a:avLst/>
                <a:gdLst/>
                <a:ahLst/>
                <a:cxnLst/>
                <a:rect l="l" t="t" r="r" b="b"/>
                <a:pathLst>
                  <a:path w="1101" h="1101" extrusionOk="0">
                    <a:moveTo>
                      <a:pt x="906" y="905"/>
                    </a:moveTo>
                    <a:cubicBezTo>
                      <a:pt x="710" y="1101"/>
                      <a:pt x="392" y="1101"/>
                      <a:pt x="196" y="905"/>
                    </a:cubicBezTo>
                    <a:cubicBezTo>
                      <a:pt x="0" y="710"/>
                      <a:pt x="0" y="392"/>
                      <a:pt x="196" y="196"/>
                    </a:cubicBezTo>
                    <a:cubicBezTo>
                      <a:pt x="392" y="0"/>
                      <a:pt x="710" y="0"/>
                      <a:pt x="906" y="196"/>
                    </a:cubicBezTo>
                    <a:cubicBezTo>
                      <a:pt x="1101" y="392"/>
                      <a:pt x="1101" y="710"/>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60" name="Google Shape;2660;p15"/>
              <p:cNvSpPr/>
              <p:nvPr/>
            </p:nvSpPr>
            <p:spPr>
              <a:xfrm>
                <a:off x="1509" y="609"/>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61" name="Google Shape;2661;p15"/>
              <p:cNvSpPr/>
              <p:nvPr/>
            </p:nvSpPr>
            <p:spPr>
              <a:xfrm>
                <a:off x="1543" y="643"/>
                <a:ext cx="23" cy="23"/>
              </a:xfrm>
              <a:custGeom>
                <a:avLst/>
                <a:gdLst/>
                <a:ahLst/>
                <a:cxnLst/>
                <a:rect l="l" t="t" r="r" b="b"/>
                <a:pathLst>
                  <a:path w="1101" h="1102" extrusionOk="0">
                    <a:moveTo>
                      <a:pt x="905" y="906"/>
                    </a:moveTo>
                    <a:cubicBezTo>
                      <a:pt x="709" y="1102"/>
                      <a:pt x="391" y="1102"/>
                      <a:pt x="195" y="906"/>
                    </a:cubicBezTo>
                    <a:cubicBezTo>
                      <a:pt x="0" y="710"/>
                      <a:pt x="0" y="392"/>
                      <a:pt x="195"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62" name="Google Shape;2662;p15"/>
              <p:cNvSpPr/>
              <p:nvPr/>
            </p:nvSpPr>
            <p:spPr>
              <a:xfrm>
                <a:off x="1577" y="677"/>
                <a:ext cx="23" cy="23"/>
              </a:xfrm>
              <a:custGeom>
                <a:avLst/>
                <a:gdLst/>
                <a:ahLst/>
                <a:cxnLst/>
                <a:rect l="l" t="t" r="r" b="b"/>
                <a:pathLst>
                  <a:path w="1101" h="1101" extrusionOk="0">
                    <a:moveTo>
                      <a:pt x="906" y="905"/>
                    </a:moveTo>
                    <a:cubicBezTo>
                      <a:pt x="710" y="1101"/>
                      <a:pt x="392" y="1101"/>
                      <a:pt x="196" y="905"/>
                    </a:cubicBezTo>
                    <a:cubicBezTo>
                      <a:pt x="0" y="710"/>
                      <a:pt x="0" y="392"/>
                      <a:pt x="196" y="196"/>
                    </a:cubicBezTo>
                    <a:cubicBezTo>
                      <a:pt x="392" y="0"/>
                      <a:pt x="710" y="0"/>
                      <a:pt x="906" y="196"/>
                    </a:cubicBezTo>
                    <a:cubicBezTo>
                      <a:pt x="1101" y="392"/>
                      <a:pt x="1101" y="710"/>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63" name="Google Shape;2663;p15"/>
              <p:cNvSpPr/>
              <p:nvPr/>
            </p:nvSpPr>
            <p:spPr>
              <a:xfrm>
                <a:off x="1611" y="711"/>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64" name="Google Shape;2664;p15"/>
              <p:cNvSpPr/>
              <p:nvPr/>
            </p:nvSpPr>
            <p:spPr>
              <a:xfrm>
                <a:off x="1646" y="745"/>
                <a:ext cx="22" cy="23"/>
              </a:xfrm>
              <a:custGeom>
                <a:avLst/>
                <a:gdLst/>
                <a:ahLst/>
                <a:cxnLst/>
                <a:rect l="l" t="t" r="r" b="b"/>
                <a:pathLst>
                  <a:path w="1101" h="1102" extrusionOk="0">
                    <a:moveTo>
                      <a:pt x="905" y="906"/>
                    </a:moveTo>
                    <a:cubicBezTo>
                      <a:pt x="709" y="1102"/>
                      <a:pt x="391" y="1102"/>
                      <a:pt x="195" y="906"/>
                    </a:cubicBezTo>
                    <a:cubicBezTo>
                      <a:pt x="0" y="710"/>
                      <a:pt x="0" y="392"/>
                      <a:pt x="195"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65" name="Google Shape;2665;p15"/>
              <p:cNvSpPr/>
              <p:nvPr/>
            </p:nvSpPr>
            <p:spPr>
              <a:xfrm>
                <a:off x="1680" y="779"/>
                <a:ext cx="23" cy="23"/>
              </a:xfrm>
              <a:custGeom>
                <a:avLst/>
                <a:gdLst/>
                <a:ahLst/>
                <a:cxnLst/>
                <a:rect l="l" t="t" r="r" b="b"/>
                <a:pathLst>
                  <a:path w="1101" h="1101" extrusionOk="0">
                    <a:moveTo>
                      <a:pt x="906" y="905"/>
                    </a:moveTo>
                    <a:cubicBezTo>
                      <a:pt x="710" y="1101"/>
                      <a:pt x="392" y="1101"/>
                      <a:pt x="196" y="905"/>
                    </a:cubicBezTo>
                    <a:cubicBezTo>
                      <a:pt x="0" y="710"/>
                      <a:pt x="0" y="392"/>
                      <a:pt x="196" y="196"/>
                    </a:cubicBezTo>
                    <a:cubicBezTo>
                      <a:pt x="392" y="0"/>
                      <a:pt x="710" y="0"/>
                      <a:pt x="906" y="196"/>
                    </a:cubicBezTo>
                    <a:cubicBezTo>
                      <a:pt x="1101" y="392"/>
                      <a:pt x="1101" y="710"/>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66" name="Google Shape;2666;p15"/>
              <p:cNvSpPr/>
              <p:nvPr/>
            </p:nvSpPr>
            <p:spPr>
              <a:xfrm>
                <a:off x="1715" y="814"/>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67" name="Google Shape;2667;p15"/>
              <p:cNvSpPr/>
              <p:nvPr/>
            </p:nvSpPr>
            <p:spPr>
              <a:xfrm>
                <a:off x="1749" y="848"/>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68" name="Google Shape;2668;p15"/>
              <p:cNvSpPr/>
              <p:nvPr/>
            </p:nvSpPr>
            <p:spPr>
              <a:xfrm>
                <a:off x="1782" y="882"/>
                <a:ext cx="23" cy="22"/>
              </a:xfrm>
              <a:custGeom>
                <a:avLst/>
                <a:gdLst/>
                <a:ahLst/>
                <a:cxnLst/>
                <a:rect l="l" t="t" r="r" b="b"/>
                <a:pathLst>
                  <a:path w="1101" h="1101" extrusionOk="0">
                    <a:moveTo>
                      <a:pt x="906" y="905"/>
                    </a:moveTo>
                    <a:cubicBezTo>
                      <a:pt x="710" y="1101"/>
                      <a:pt x="392" y="1101"/>
                      <a:pt x="196" y="905"/>
                    </a:cubicBezTo>
                    <a:cubicBezTo>
                      <a:pt x="0" y="710"/>
                      <a:pt x="0" y="392"/>
                      <a:pt x="196" y="196"/>
                    </a:cubicBezTo>
                    <a:cubicBezTo>
                      <a:pt x="392" y="0"/>
                      <a:pt x="710" y="0"/>
                      <a:pt x="906" y="196"/>
                    </a:cubicBezTo>
                    <a:cubicBezTo>
                      <a:pt x="1101" y="392"/>
                      <a:pt x="1101" y="710"/>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69" name="Google Shape;2669;p15"/>
              <p:cNvSpPr/>
              <p:nvPr/>
            </p:nvSpPr>
            <p:spPr>
              <a:xfrm>
                <a:off x="1816" y="916"/>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70" name="Google Shape;2670;p15"/>
              <p:cNvSpPr/>
              <p:nvPr/>
            </p:nvSpPr>
            <p:spPr>
              <a:xfrm>
                <a:off x="1850" y="950"/>
                <a:ext cx="23" cy="23"/>
              </a:xfrm>
              <a:custGeom>
                <a:avLst/>
                <a:gdLst/>
                <a:ahLst/>
                <a:cxnLst/>
                <a:rect l="l" t="t" r="r" b="b"/>
                <a:pathLst>
                  <a:path w="1101" h="1102" extrusionOk="0">
                    <a:moveTo>
                      <a:pt x="905" y="906"/>
                    </a:moveTo>
                    <a:cubicBezTo>
                      <a:pt x="709" y="1102"/>
                      <a:pt x="391" y="1102"/>
                      <a:pt x="195" y="906"/>
                    </a:cubicBezTo>
                    <a:cubicBezTo>
                      <a:pt x="0" y="710"/>
                      <a:pt x="0" y="392"/>
                      <a:pt x="195"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71" name="Google Shape;2671;p15"/>
              <p:cNvSpPr/>
              <p:nvPr/>
            </p:nvSpPr>
            <p:spPr>
              <a:xfrm>
                <a:off x="1884" y="984"/>
                <a:ext cx="23" cy="23"/>
              </a:xfrm>
              <a:custGeom>
                <a:avLst/>
                <a:gdLst/>
                <a:ahLst/>
                <a:cxnLst/>
                <a:rect l="l" t="t" r="r" b="b"/>
                <a:pathLst>
                  <a:path w="1101" h="1101" extrusionOk="0">
                    <a:moveTo>
                      <a:pt x="906" y="905"/>
                    </a:moveTo>
                    <a:cubicBezTo>
                      <a:pt x="710" y="1101"/>
                      <a:pt x="392" y="1101"/>
                      <a:pt x="196" y="905"/>
                    </a:cubicBezTo>
                    <a:cubicBezTo>
                      <a:pt x="0" y="710"/>
                      <a:pt x="0" y="392"/>
                      <a:pt x="196" y="196"/>
                    </a:cubicBezTo>
                    <a:cubicBezTo>
                      <a:pt x="392" y="0"/>
                      <a:pt x="710" y="0"/>
                      <a:pt x="906" y="196"/>
                    </a:cubicBezTo>
                    <a:cubicBezTo>
                      <a:pt x="1101" y="392"/>
                      <a:pt x="1101" y="710"/>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72" name="Google Shape;2672;p15"/>
              <p:cNvSpPr/>
              <p:nvPr/>
            </p:nvSpPr>
            <p:spPr>
              <a:xfrm>
                <a:off x="1918" y="1018"/>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73" name="Google Shape;2673;p15"/>
              <p:cNvSpPr/>
              <p:nvPr/>
            </p:nvSpPr>
            <p:spPr>
              <a:xfrm>
                <a:off x="1952" y="1052"/>
                <a:ext cx="23" cy="23"/>
              </a:xfrm>
              <a:custGeom>
                <a:avLst/>
                <a:gdLst/>
                <a:ahLst/>
                <a:cxnLst/>
                <a:rect l="l" t="t" r="r" b="b"/>
                <a:pathLst>
                  <a:path w="1101" h="1102" extrusionOk="0">
                    <a:moveTo>
                      <a:pt x="905" y="906"/>
                    </a:moveTo>
                    <a:cubicBezTo>
                      <a:pt x="709" y="1102"/>
                      <a:pt x="391" y="1102"/>
                      <a:pt x="195" y="906"/>
                    </a:cubicBezTo>
                    <a:cubicBezTo>
                      <a:pt x="0" y="710"/>
                      <a:pt x="0" y="392"/>
                      <a:pt x="195"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74" name="Google Shape;2674;p15"/>
              <p:cNvSpPr/>
              <p:nvPr/>
            </p:nvSpPr>
            <p:spPr>
              <a:xfrm>
                <a:off x="1277" y="433"/>
                <a:ext cx="23" cy="23"/>
              </a:xfrm>
              <a:custGeom>
                <a:avLst/>
                <a:gdLst/>
                <a:ahLst/>
                <a:cxnLst/>
                <a:rect l="l" t="t" r="r" b="b"/>
                <a:pathLst>
                  <a:path w="1101" h="1101" extrusionOk="0">
                    <a:moveTo>
                      <a:pt x="905" y="905"/>
                    </a:moveTo>
                    <a:cubicBezTo>
                      <a:pt x="710" y="1101"/>
                      <a:pt x="392" y="1101"/>
                      <a:pt x="196" y="905"/>
                    </a:cubicBezTo>
                    <a:cubicBezTo>
                      <a:pt x="0" y="709"/>
                      <a:pt x="0" y="391"/>
                      <a:pt x="196" y="195"/>
                    </a:cubicBezTo>
                    <a:cubicBezTo>
                      <a:pt x="392" y="0"/>
                      <a:pt x="710"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75" name="Google Shape;2675;p15"/>
              <p:cNvSpPr/>
              <p:nvPr/>
            </p:nvSpPr>
            <p:spPr>
              <a:xfrm>
                <a:off x="1311" y="467"/>
                <a:ext cx="23" cy="2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76" name="Google Shape;2676;p15"/>
              <p:cNvSpPr/>
              <p:nvPr/>
            </p:nvSpPr>
            <p:spPr>
              <a:xfrm>
                <a:off x="1345" y="501"/>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77" name="Google Shape;2677;p15"/>
              <p:cNvSpPr/>
              <p:nvPr/>
            </p:nvSpPr>
            <p:spPr>
              <a:xfrm>
                <a:off x="1380" y="536"/>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78" name="Google Shape;2678;p15"/>
              <p:cNvSpPr/>
              <p:nvPr/>
            </p:nvSpPr>
            <p:spPr>
              <a:xfrm>
                <a:off x="1415" y="570"/>
                <a:ext cx="20"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79" name="Google Shape;2679;p15"/>
              <p:cNvSpPr/>
              <p:nvPr/>
            </p:nvSpPr>
            <p:spPr>
              <a:xfrm>
                <a:off x="1448" y="603"/>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80" name="Google Shape;2680;p15"/>
              <p:cNvSpPr/>
              <p:nvPr/>
            </p:nvSpPr>
            <p:spPr>
              <a:xfrm>
                <a:off x="1482" y="637"/>
                <a:ext cx="23" cy="23"/>
              </a:xfrm>
              <a:custGeom>
                <a:avLst/>
                <a:gdLst/>
                <a:ahLst/>
                <a:cxnLst/>
                <a:rect l="l" t="t" r="r" b="b"/>
                <a:pathLst>
                  <a:path w="1101" h="1101" extrusionOk="0">
                    <a:moveTo>
                      <a:pt x="905" y="905"/>
                    </a:moveTo>
                    <a:cubicBezTo>
                      <a:pt x="710" y="1101"/>
                      <a:pt x="392" y="1101"/>
                      <a:pt x="196" y="905"/>
                    </a:cubicBezTo>
                    <a:cubicBezTo>
                      <a:pt x="0" y="709"/>
                      <a:pt x="0" y="391"/>
                      <a:pt x="196" y="196"/>
                    </a:cubicBezTo>
                    <a:cubicBezTo>
                      <a:pt x="392" y="0"/>
                      <a:pt x="710"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81" name="Google Shape;2681;p15"/>
              <p:cNvSpPr/>
              <p:nvPr/>
            </p:nvSpPr>
            <p:spPr>
              <a:xfrm>
                <a:off x="1517" y="672"/>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82" name="Google Shape;2682;p15"/>
              <p:cNvSpPr/>
              <p:nvPr/>
            </p:nvSpPr>
            <p:spPr>
              <a:xfrm>
                <a:off x="1551" y="706"/>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83" name="Google Shape;2683;p15"/>
              <p:cNvSpPr/>
              <p:nvPr/>
            </p:nvSpPr>
            <p:spPr>
              <a:xfrm>
                <a:off x="1584" y="739"/>
                <a:ext cx="23" cy="23"/>
              </a:xfrm>
              <a:custGeom>
                <a:avLst/>
                <a:gdLst/>
                <a:ahLst/>
                <a:cxnLst/>
                <a:rect l="l" t="t" r="r" b="b"/>
                <a:pathLst>
                  <a:path w="1101" h="1101" extrusionOk="0">
                    <a:moveTo>
                      <a:pt x="905" y="905"/>
                    </a:moveTo>
                    <a:cubicBezTo>
                      <a:pt x="710" y="1101"/>
                      <a:pt x="392" y="1101"/>
                      <a:pt x="196" y="905"/>
                    </a:cubicBezTo>
                    <a:cubicBezTo>
                      <a:pt x="0" y="709"/>
                      <a:pt x="0" y="391"/>
                      <a:pt x="196" y="195"/>
                    </a:cubicBezTo>
                    <a:cubicBezTo>
                      <a:pt x="392" y="0"/>
                      <a:pt x="710"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84" name="Google Shape;2684;p15"/>
              <p:cNvSpPr/>
              <p:nvPr/>
            </p:nvSpPr>
            <p:spPr>
              <a:xfrm>
                <a:off x="1618" y="773"/>
                <a:ext cx="23" cy="2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85" name="Google Shape;2685;p15"/>
              <p:cNvSpPr/>
              <p:nvPr/>
            </p:nvSpPr>
            <p:spPr>
              <a:xfrm>
                <a:off x="1653" y="808"/>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86" name="Google Shape;2686;p15"/>
              <p:cNvSpPr/>
              <p:nvPr/>
            </p:nvSpPr>
            <p:spPr>
              <a:xfrm>
                <a:off x="1687" y="842"/>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87" name="Google Shape;2687;p15"/>
              <p:cNvSpPr/>
              <p:nvPr/>
            </p:nvSpPr>
            <p:spPr>
              <a:xfrm>
                <a:off x="1720" y="875"/>
                <a:ext cx="23" cy="2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88" name="Google Shape;2688;p15"/>
              <p:cNvSpPr/>
              <p:nvPr/>
            </p:nvSpPr>
            <p:spPr>
              <a:xfrm>
                <a:off x="1754" y="909"/>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89" name="Google Shape;2689;p15"/>
              <p:cNvSpPr/>
              <p:nvPr/>
            </p:nvSpPr>
            <p:spPr>
              <a:xfrm>
                <a:off x="1789" y="944"/>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90" name="Google Shape;2690;p15"/>
              <p:cNvSpPr/>
              <p:nvPr/>
            </p:nvSpPr>
            <p:spPr>
              <a:xfrm>
                <a:off x="1823" y="978"/>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91" name="Google Shape;2691;p15"/>
              <p:cNvSpPr/>
              <p:nvPr/>
            </p:nvSpPr>
            <p:spPr>
              <a:xfrm>
                <a:off x="1856" y="1011"/>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92" name="Google Shape;2692;p15"/>
              <p:cNvSpPr/>
              <p:nvPr/>
            </p:nvSpPr>
            <p:spPr>
              <a:xfrm>
                <a:off x="1890" y="1045"/>
                <a:ext cx="23" cy="23"/>
              </a:xfrm>
              <a:custGeom>
                <a:avLst/>
                <a:gdLst/>
                <a:ahLst/>
                <a:cxnLst/>
                <a:rect l="l" t="t" r="r" b="b"/>
                <a:pathLst>
                  <a:path w="1101" h="1101" extrusionOk="0">
                    <a:moveTo>
                      <a:pt x="905" y="905"/>
                    </a:moveTo>
                    <a:cubicBezTo>
                      <a:pt x="710" y="1101"/>
                      <a:pt x="392" y="1101"/>
                      <a:pt x="196" y="905"/>
                    </a:cubicBezTo>
                    <a:cubicBezTo>
                      <a:pt x="0" y="709"/>
                      <a:pt x="0" y="391"/>
                      <a:pt x="196" y="196"/>
                    </a:cubicBezTo>
                    <a:cubicBezTo>
                      <a:pt x="392" y="0"/>
                      <a:pt x="710"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93" name="Google Shape;2693;p15"/>
              <p:cNvSpPr/>
              <p:nvPr/>
            </p:nvSpPr>
            <p:spPr>
              <a:xfrm>
                <a:off x="1924" y="1080"/>
                <a:ext cx="23" cy="22"/>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94" name="Google Shape;2694;p15"/>
              <p:cNvSpPr/>
              <p:nvPr/>
            </p:nvSpPr>
            <p:spPr>
              <a:xfrm>
                <a:off x="1250" y="460"/>
                <a:ext cx="23" cy="2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95" name="Google Shape;2695;p15"/>
              <p:cNvSpPr/>
              <p:nvPr/>
            </p:nvSpPr>
            <p:spPr>
              <a:xfrm>
                <a:off x="1284" y="494"/>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96" name="Google Shape;2696;p15"/>
              <p:cNvSpPr/>
              <p:nvPr/>
            </p:nvSpPr>
            <p:spPr>
              <a:xfrm>
                <a:off x="1318" y="529"/>
                <a:ext cx="23" cy="22"/>
              </a:xfrm>
              <a:custGeom>
                <a:avLst/>
                <a:gdLst/>
                <a:ahLst/>
                <a:cxnLst/>
                <a:rect l="l" t="t" r="r" b="b"/>
                <a:pathLst>
                  <a:path w="1101" h="1101" extrusionOk="0">
                    <a:moveTo>
                      <a:pt x="905" y="905"/>
                    </a:moveTo>
                    <a:cubicBezTo>
                      <a:pt x="709" y="1101"/>
                      <a:pt x="391" y="1101"/>
                      <a:pt x="196" y="905"/>
                    </a:cubicBezTo>
                    <a:cubicBezTo>
                      <a:pt x="0" y="709"/>
                      <a:pt x="0" y="391"/>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97" name="Google Shape;2697;p15"/>
              <p:cNvSpPr/>
              <p:nvPr/>
            </p:nvSpPr>
            <p:spPr>
              <a:xfrm>
                <a:off x="1352" y="563"/>
                <a:ext cx="23" cy="2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98" name="Google Shape;2698;p15"/>
              <p:cNvSpPr/>
              <p:nvPr/>
            </p:nvSpPr>
            <p:spPr>
              <a:xfrm>
                <a:off x="1386" y="597"/>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699" name="Google Shape;2699;p15"/>
              <p:cNvSpPr/>
              <p:nvPr/>
            </p:nvSpPr>
            <p:spPr>
              <a:xfrm>
                <a:off x="1420" y="631"/>
                <a:ext cx="23" cy="23"/>
              </a:xfrm>
              <a:custGeom>
                <a:avLst/>
                <a:gdLst/>
                <a:ahLst/>
                <a:cxnLst/>
                <a:rect l="l" t="t" r="r" b="b"/>
                <a:pathLst>
                  <a:path w="1101" h="1101" extrusionOk="0">
                    <a:moveTo>
                      <a:pt x="905" y="905"/>
                    </a:moveTo>
                    <a:cubicBezTo>
                      <a:pt x="709" y="1101"/>
                      <a:pt x="391" y="1101"/>
                      <a:pt x="196" y="905"/>
                    </a:cubicBezTo>
                    <a:cubicBezTo>
                      <a:pt x="0" y="709"/>
                      <a:pt x="0" y="391"/>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00" name="Google Shape;2700;p15"/>
              <p:cNvSpPr/>
              <p:nvPr/>
            </p:nvSpPr>
            <p:spPr>
              <a:xfrm>
                <a:off x="1454" y="665"/>
                <a:ext cx="23" cy="2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01" name="Google Shape;2701;p15"/>
              <p:cNvSpPr/>
              <p:nvPr/>
            </p:nvSpPr>
            <p:spPr>
              <a:xfrm>
                <a:off x="1489" y="700"/>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02" name="Google Shape;2702;p15"/>
              <p:cNvSpPr/>
              <p:nvPr/>
            </p:nvSpPr>
            <p:spPr>
              <a:xfrm>
                <a:off x="1523" y="734"/>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03" name="Google Shape;2703;p15"/>
              <p:cNvSpPr/>
              <p:nvPr/>
            </p:nvSpPr>
            <p:spPr>
              <a:xfrm>
                <a:off x="1556" y="767"/>
                <a:ext cx="23" cy="2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04" name="Google Shape;2704;p15"/>
              <p:cNvSpPr/>
              <p:nvPr/>
            </p:nvSpPr>
            <p:spPr>
              <a:xfrm>
                <a:off x="1590" y="801"/>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05" name="Google Shape;2705;p15"/>
              <p:cNvSpPr/>
              <p:nvPr/>
            </p:nvSpPr>
            <p:spPr>
              <a:xfrm>
                <a:off x="1625" y="836"/>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06" name="Google Shape;2706;p15"/>
              <p:cNvSpPr/>
              <p:nvPr/>
            </p:nvSpPr>
            <p:spPr>
              <a:xfrm>
                <a:off x="1659" y="870"/>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07" name="Google Shape;2707;p15"/>
              <p:cNvSpPr/>
              <p:nvPr/>
            </p:nvSpPr>
            <p:spPr>
              <a:xfrm>
                <a:off x="1692" y="903"/>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08" name="Google Shape;2708;p15"/>
              <p:cNvSpPr/>
              <p:nvPr/>
            </p:nvSpPr>
            <p:spPr>
              <a:xfrm>
                <a:off x="1726" y="937"/>
                <a:ext cx="23"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09" name="Google Shape;2709;p15"/>
              <p:cNvSpPr/>
              <p:nvPr/>
            </p:nvSpPr>
            <p:spPr>
              <a:xfrm>
                <a:off x="1761" y="972"/>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10" name="Google Shape;2710;p15"/>
              <p:cNvSpPr/>
              <p:nvPr/>
            </p:nvSpPr>
            <p:spPr>
              <a:xfrm>
                <a:off x="1795" y="1006"/>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11" name="Google Shape;2711;p15"/>
              <p:cNvSpPr/>
              <p:nvPr/>
            </p:nvSpPr>
            <p:spPr>
              <a:xfrm>
                <a:off x="1828" y="1039"/>
                <a:ext cx="23" cy="2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12" name="Google Shape;2712;p15"/>
              <p:cNvSpPr/>
              <p:nvPr/>
            </p:nvSpPr>
            <p:spPr>
              <a:xfrm>
                <a:off x="1862" y="1073"/>
                <a:ext cx="23" cy="2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13" name="Google Shape;2713;p15"/>
              <p:cNvSpPr/>
              <p:nvPr/>
            </p:nvSpPr>
            <p:spPr>
              <a:xfrm>
                <a:off x="1897" y="1108"/>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14" name="Google Shape;2714;p15"/>
              <p:cNvSpPr/>
              <p:nvPr/>
            </p:nvSpPr>
            <p:spPr>
              <a:xfrm>
                <a:off x="1222" y="488"/>
                <a:ext cx="23" cy="23"/>
              </a:xfrm>
              <a:custGeom>
                <a:avLst/>
                <a:gdLst/>
                <a:ahLst/>
                <a:cxnLst/>
                <a:rect l="l" t="t" r="r" b="b"/>
                <a:pathLst>
                  <a:path w="1101" h="1101" extrusionOk="0">
                    <a:moveTo>
                      <a:pt x="905" y="905"/>
                    </a:moveTo>
                    <a:cubicBezTo>
                      <a:pt x="709" y="1101"/>
                      <a:pt x="391" y="1101"/>
                      <a:pt x="195" y="905"/>
                    </a:cubicBezTo>
                    <a:cubicBezTo>
                      <a:pt x="0" y="710"/>
                      <a:pt x="0" y="392"/>
                      <a:pt x="195"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15" name="Google Shape;2715;p15"/>
              <p:cNvSpPr/>
              <p:nvPr/>
            </p:nvSpPr>
            <p:spPr>
              <a:xfrm>
                <a:off x="1256" y="522"/>
                <a:ext cx="23" cy="23"/>
              </a:xfrm>
              <a:custGeom>
                <a:avLst/>
                <a:gdLst/>
                <a:ahLst/>
                <a:cxnLst/>
                <a:rect l="l" t="t" r="r" b="b"/>
                <a:pathLst>
                  <a:path w="1101" h="1101" extrusionOk="0">
                    <a:moveTo>
                      <a:pt x="906" y="905"/>
                    </a:moveTo>
                    <a:cubicBezTo>
                      <a:pt x="710" y="1101"/>
                      <a:pt x="392" y="1101"/>
                      <a:pt x="196" y="905"/>
                    </a:cubicBezTo>
                    <a:cubicBezTo>
                      <a:pt x="0" y="709"/>
                      <a:pt x="0" y="392"/>
                      <a:pt x="196" y="196"/>
                    </a:cubicBezTo>
                    <a:cubicBezTo>
                      <a:pt x="392" y="0"/>
                      <a:pt x="710" y="0"/>
                      <a:pt x="906" y="196"/>
                    </a:cubicBezTo>
                    <a:cubicBezTo>
                      <a:pt x="1101" y="392"/>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16" name="Google Shape;2716;p15"/>
              <p:cNvSpPr/>
              <p:nvPr/>
            </p:nvSpPr>
            <p:spPr>
              <a:xfrm>
                <a:off x="1290" y="556"/>
                <a:ext cx="23" cy="23"/>
              </a:xfrm>
              <a:custGeom>
                <a:avLst/>
                <a:gdLst/>
                <a:ahLst/>
                <a:cxnLst/>
                <a:rect l="l" t="t" r="r" b="b"/>
                <a:pathLst>
                  <a:path w="1101" h="1101" extrusionOk="0">
                    <a:moveTo>
                      <a:pt x="905" y="905"/>
                    </a:moveTo>
                    <a:cubicBezTo>
                      <a:pt x="709" y="1101"/>
                      <a:pt x="392" y="1101"/>
                      <a:pt x="196" y="905"/>
                    </a:cubicBezTo>
                    <a:cubicBezTo>
                      <a:pt x="0" y="709"/>
                      <a:pt x="0" y="391"/>
                      <a:pt x="196" y="195"/>
                    </a:cubicBezTo>
                    <a:cubicBezTo>
                      <a:pt x="392" y="0"/>
                      <a:pt x="709"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17" name="Google Shape;2717;p15"/>
              <p:cNvSpPr/>
              <p:nvPr/>
            </p:nvSpPr>
            <p:spPr>
              <a:xfrm>
                <a:off x="1324" y="590"/>
                <a:ext cx="23" cy="23"/>
              </a:xfrm>
              <a:custGeom>
                <a:avLst/>
                <a:gdLst/>
                <a:ahLst/>
                <a:cxnLst/>
                <a:rect l="l" t="t" r="r" b="b"/>
                <a:pathLst>
                  <a:path w="1101" h="1101" extrusionOk="0">
                    <a:moveTo>
                      <a:pt x="905" y="905"/>
                    </a:moveTo>
                    <a:cubicBezTo>
                      <a:pt x="709" y="1101"/>
                      <a:pt x="391" y="1101"/>
                      <a:pt x="195" y="905"/>
                    </a:cubicBezTo>
                    <a:cubicBezTo>
                      <a:pt x="0" y="710"/>
                      <a:pt x="0" y="392"/>
                      <a:pt x="195"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18" name="Google Shape;2718;p15"/>
              <p:cNvSpPr/>
              <p:nvPr/>
            </p:nvSpPr>
            <p:spPr>
              <a:xfrm>
                <a:off x="1358" y="624"/>
                <a:ext cx="23" cy="23"/>
              </a:xfrm>
              <a:custGeom>
                <a:avLst/>
                <a:gdLst/>
                <a:ahLst/>
                <a:cxnLst/>
                <a:rect l="l" t="t" r="r" b="b"/>
                <a:pathLst>
                  <a:path w="1101" h="1101" extrusionOk="0">
                    <a:moveTo>
                      <a:pt x="906" y="905"/>
                    </a:moveTo>
                    <a:cubicBezTo>
                      <a:pt x="710" y="1101"/>
                      <a:pt x="392" y="1101"/>
                      <a:pt x="196" y="905"/>
                    </a:cubicBezTo>
                    <a:cubicBezTo>
                      <a:pt x="0" y="709"/>
                      <a:pt x="0" y="392"/>
                      <a:pt x="196" y="196"/>
                    </a:cubicBezTo>
                    <a:cubicBezTo>
                      <a:pt x="392" y="0"/>
                      <a:pt x="710" y="0"/>
                      <a:pt x="906" y="196"/>
                    </a:cubicBezTo>
                    <a:cubicBezTo>
                      <a:pt x="1101" y="392"/>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19" name="Google Shape;2719;p15"/>
              <p:cNvSpPr/>
              <p:nvPr/>
            </p:nvSpPr>
            <p:spPr>
              <a:xfrm>
                <a:off x="1392" y="658"/>
                <a:ext cx="23"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20" name="Google Shape;2720;p15"/>
              <p:cNvSpPr/>
              <p:nvPr/>
            </p:nvSpPr>
            <p:spPr>
              <a:xfrm>
                <a:off x="1426" y="692"/>
                <a:ext cx="23" cy="23"/>
              </a:xfrm>
              <a:custGeom>
                <a:avLst/>
                <a:gdLst/>
                <a:ahLst/>
                <a:cxnLst/>
                <a:rect l="l" t="t" r="r" b="b"/>
                <a:pathLst>
                  <a:path w="1101" h="1101" extrusionOk="0">
                    <a:moveTo>
                      <a:pt x="905" y="906"/>
                    </a:moveTo>
                    <a:cubicBezTo>
                      <a:pt x="709" y="1101"/>
                      <a:pt x="391" y="1101"/>
                      <a:pt x="195" y="906"/>
                    </a:cubicBezTo>
                    <a:cubicBezTo>
                      <a:pt x="0" y="710"/>
                      <a:pt x="0" y="392"/>
                      <a:pt x="195"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21" name="Google Shape;2721;p15"/>
              <p:cNvSpPr/>
              <p:nvPr/>
            </p:nvSpPr>
            <p:spPr>
              <a:xfrm>
                <a:off x="1460" y="727"/>
                <a:ext cx="23" cy="22"/>
              </a:xfrm>
              <a:custGeom>
                <a:avLst/>
                <a:gdLst/>
                <a:ahLst/>
                <a:cxnLst/>
                <a:rect l="l" t="t" r="r" b="b"/>
                <a:pathLst>
                  <a:path w="1101" h="1101" extrusionOk="0">
                    <a:moveTo>
                      <a:pt x="906" y="905"/>
                    </a:moveTo>
                    <a:cubicBezTo>
                      <a:pt x="710" y="1101"/>
                      <a:pt x="392" y="1101"/>
                      <a:pt x="196" y="905"/>
                    </a:cubicBezTo>
                    <a:cubicBezTo>
                      <a:pt x="0" y="709"/>
                      <a:pt x="0" y="392"/>
                      <a:pt x="196" y="196"/>
                    </a:cubicBezTo>
                    <a:cubicBezTo>
                      <a:pt x="392" y="0"/>
                      <a:pt x="710" y="0"/>
                      <a:pt x="906" y="196"/>
                    </a:cubicBezTo>
                    <a:cubicBezTo>
                      <a:pt x="1101" y="392"/>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22" name="Google Shape;2722;p15"/>
              <p:cNvSpPr/>
              <p:nvPr/>
            </p:nvSpPr>
            <p:spPr>
              <a:xfrm>
                <a:off x="1494" y="761"/>
                <a:ext cx="23" cy="23"/>
              </a:xfrm>
              <a:custGeom>
                <a:avLst/>
                <a:gdLst/>
                <a:ahLst/>
                <a:cxnLst/>
                <a:rect l="l" t="t" r="r" b="b"/>
                <a:pathLst>
                  <a:path w="1101" h="1101" extrusionOk="0">
                    <a:moveTo>
                      <a:pt x="905" y="905"/>
                    </a:moveTo>
                    <a:cubicBezTo>
                      <a:pt x="709" y="1101"/>
                      <a:pt x="392" y="1101"/>
                      <a:pt x="196" y="905"/>
                    </a:cubicBezTo>
                    <a:cubicBezTo>
                      <a:pt x="0" y="709"/>
                      <a:pt x="0" y="391"/>
                      <a:pt x="196" y="195"/>
                    </a:cubicBezTo>
                    <a:cubicBezTo>
                      <a:pt x="392" y="0"/>
                      <a:pt x="709"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23" name="Google Shape;2723;p15"/>
              <p:cNvSpPr/>
              <p:nvPr/>
            </p:nvSpPr>
            <p:spPr>
              <a:xfrm>
                <a:off x="1528" y="795"/>
                <a:ext cx="23" cy="23"/>
              </a:xfrm>
              <a:custGeom>
                <a:avLst/>
                <a:gdLst/>
                <a:ahLst/>
                <a:cxnLst/>
                <a:rect l="l" t="t" r="r" b="b"/>
                <a:pathLst>
                  <a:path w="1101" h="1101" extrusionOk="0">
                    <a:moveTo>
                      <a:pt x="905" y="905"/>
                    </a:moveTo>
                    <a:cubicBezTo>
                      <a:pt x="709" y="1101"/>
                      <a:pt x="391" y="1101"/>
                      <a:pt x="195" y="905"/>
                    </a:cubicBezTo>
                    <a:cubicBezTo>
                      <a:pt x="0" y="710"/>
                      <a:pt x="0" y="392"/>
                      <a:pt x="195"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24" name="Google Shape;2724;p15"/>
              <p:cNvSpPr/>
              <p:nvPr/>
            </p:nvSpPr>
            <p:spPr>
              <a:xfrm>
                <a:off x="1562" y="829"/>
                <a:ext cx="23" cy="23"/>
              </a:xfrm>
              <a:custGeom>
                <a:avLst/>
                <a:gdLst/>
                <a:ahLst/>
                <a:cxnLst/>
                <a:rect l="l" t="t" r="r" b="b"/>
                <a:pathLst>
                  <a:path w="1101" h="1101" extrusionOk="0">
                    <a:moveTo>
                      <a:pt x="906" y="905"/>
                    </a:moveTo>
                    <a:cubicBezTo>
                      <a:pt x="710" y="1101"/>
                      <a:pt x="392" y="1101"/>
                      <a:pt x="196" y="905"/>
                    </a:cubicBezTo>
                    <a:cubicBezTo>
                      <a:pt x="0" y="709"/>
                      <a:pt x="0" y="392"/>
                      <a:pt x="196" y="196"/>
                    </a:cubicBezTo>
                    <a:cubicBezTo>
                      <a:pt x="392" y="0"/>
                      <a:pt x="710" y="0"/>
                      <a:pt x="906" y="196"/>
                    </a:cubicBezTo>
                    <a:cubicBezTo>
                      <a:pt x="1101" y="392"/>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25" name="Google Shape;2725;p15"/>
              <p:cNvSpPr/>
              <p:nvPr/>
            </p:nvSpPr>
            <p:spPr>
              <a:xfrm>
                <a:off x="1597" y="864"/>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26" name="Google Shape;2726;p15"/>
              <p:cNvSpPr/>
              <p:nvPr/>
            </p:nvSpPr>
            <p:spPr>
              <a:xfrm>
                <a:off x="1630" y="897"/>
                <a:ext cx="23" cy="23"/>
              </a:xfrm>
              <a:custGeom>
                <a:avLst/>
                <a:gdLst/>
                <a:ahLst/>
                <a:cxnLst/>
                <a:rect l="l" t="t" r="r" b="b"/>
                <a:pathLst>
                  <a:path w="1101" h="1101" extrusionOk="0">
                    <a:moveTo>
                      <a:pt x="905" y="905"/>
                    </a:moveTo>
                    <a:cubicBezTo>
                      <a:pt x="709" y="1101"/>
                      <a:pt x="391" y="1101"/>
                      <a:pt x="195" y="905"/>
                    </a:cubicBezTo>
                    <a:cubicBezTo>
                      <a:pt x="0" y="710"/>
                      <a:pt x="0" y="392"/>
                      <a:pt x="195"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27" name="Google Shape;2727;p15"/>
              <p:cNvSpPr/>
              <p:nvPr/>
            </p:nvSpPr>
            <p:spPr>
              <a:xfrm>
                <a:off x="1664" y="931"/>
                <a:ext cx="23" cy="23"/>
              </a:xfrm>
              <a:custGeom>
                <a:avLst/>
                <a:gdLst/>
                <a:ahLst/>
                <a:cxnLst/>
                <a:rect l="l" t="t" r="r" b="b"/>
                <a:pathLst>
                  <a:path w="1101" h="1101" extrusionOk="0">
                    <a:moveTo>
                      <a:pt x="906" y="905"/>
                    </a:moveTo>
                    <a:cubicBezTo>
                      <a:pt x="710" y="1101"/>
                      <a:pt x="392" y="1101"/>
                      <a:pt x="196" y="905"/>
                    </a:cubicBezTo>
                    <a:cubicBezTo>
                      <a:pt x="0" y="709"/>
                      <a:pt x="0" y="392"/>
                      <a:pt x="196" y="196"/>
                    </a:cubicBezTo>
                    <a:cubicBezTo>
                      <a:pt x="392" y="0"/>
                      <a:pt x="710" y="0"/>
                      <a:pt x="906" y="196"/>
                    </a:cubicBezTo>
                    <a:cubicBezTo>
                      <a:pt x="1101" y="392"/>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28" name="Google Shape;2728;p15"/>
              <p:cNvSpPr/>
              <p:nvPr/>
            </p:nvSpPr>
            <p:spPr>
              <a:xfrm>
                <a:off x="1698" y="965"/>
                <a:ext cx="23" cy="23"/>
              </a:xfrm>
              <a:custGeom>
                <a:avLst/>
                <a:gdLst/>
                <a:ahLst/>
                <a:cxnLst/>
                <a:rect l="l" t="t" r="r" b="b"/>
                <a:pathLst>
                  <a:path w="1101" h="1101" extrusionOk="0">
                    <a:moveTo>
                      <a:pt x="905" y="905"/>
                    </a:moveTo>
                    <a:cubicBezTo>
                      <a:pt x="709" y="1101"/>
                      <a:pt x="392" y="1101"/>
                      <a:pt x="196" y="905"/>
                    </a:cubicBezTo>
                    <a:cubicBezTo>
                      <a:pt x="0" y="709"/>
                      <a:pt x="0" y="391"/>
                      <a:pt x="196" y="195"/>
                    </a:cubicBezTo>
                    <a:cubicBezTo>
                      <a:pt x="392" y="0"/>
                      <a:pt x="709" y="0"/>
                      <a:pt x="905" y="195"/>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29" name="Google Shape;2729;p15"/>
              <p:cNvSpPr/>
              <p:nvPr/>
            </p:nvSpPr>
            <p:spPr>
              <a:xfrm>
                <a:off x="1733" y="1000"/>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30" name="Google Shape;2730;p15"/>
              <p:cNvSpPr/>
              <p:nvPr/>
            </p:nvSpPr>
            <p:spPr>
              <a:xfrm>
                <a:off x="1767" y="1034"/>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31" name="Google Shape;2731;p15"/>
              <p:cNvSpPr/>
              <p:nvPr/>
            </p:nvSpPr>
            <p:spPr>
              <a:xfrm>
                <a:off x="1801" y="1067"/>
                <a:ext cx="22" cy="2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32" name="Google Shape;2732;p15"/>
              <p:cNvSpPr/>
              <p:nvPr/>
            </p:nvSpPr>
            <p:spPr>
              <a:xfrm>
                <a:off x="1835" y="1101"/>
                <a:ext cx="23" cy="23"/>
              </a:xfrm>
              <a:custGeom>
                <a:avLst/>
                <a:gdLst/>
                <a:ahLst/>
                <a:cxnLst/>
                <a:rect l="l" t="t" r="r" b="b"/>
                <a:pathLst>
                  <a:path w="1101" h="1101" extrusionOk="0">
                    <a:moveTo>
                      <a:pt x="905" y="906"/>
                    </a:moveTo>
                    <a:cubicBezTo>
                      <a:pt x="709" y="1101"/>
                      <a:pt x="391" y="1101"/>
                      <a:pt x="195" y="906"/>
                    </a:cubicBezTo>
                    <a:cubicBezTo>
                      <a:pt x="0" y="710"/>
                      <a:pt x="0" y="392"/>
                      <a:pt x="195"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33" name="Google Shape;2733;p15"/>
              <p:cNvSpPr/>
              <p:nvPr/>
            </p:nvSpPr>
            <p:spPr>
              <a:xfrm>
                <a:off x="1870" y="1136"/>
                <a:ext cx="21" cy="21"/>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34" name="Google Shape;2734;p15"/>
              <p:cNvSpPr/>
              <p:nvPr/>
            </p:nvSpPr>
            <p:spPr>
              <a:xfrm>
                <a:off x="1194" y="516"/>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35" name="Google Shape;2735;p15"/>
              <p:cNvSpPr/>
              <p:nvPr/>
            </p:nvSpPr>
            <p:spPr>
              <a:xfrm>
                <a:off x="1228" y="550"/>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36" name="Google Shape;2736;p15"/>
              <p:cNvSpPr/>
              <p:nvPr/>
            </p:nvSpPr>
            <p:spPr>
              <a:xfrm>
                <a:off x="1262" y="584"/>
                <a:ext cx="23" cy="23"/>
              </a:xfrm>
              <a:custGeom>
                <a:avLst/>
                <a:gdLst/>
                <a:ahLst/>
                <a:cxnLst/>
                <a:rect l="l" t="t" r="r" b="b"/>
                <a:pathLst>
                  <a:path w="1101" h="1101" extrusionOk="0">
                    <a:moveTo>
                      <a:pt x="905" y="906"/>
                    </a:moveTo>
                    <a:cubicBezTo>
                      <a:pt x="710" y="1101"/>
                      <a:pt x="392" y="1101"/>
                      <a:pt x="196" y="906"/>
                    </a:cubicBezTo>
                    <a:cubicBezTo>
                      <a:pt x="0" y="710"/>
                      <a:pt x="0" y="392"/>
                      <a:pt x="196" y="196"/>
                    </a:cubicBezTo>
                    <a:cubicBezTo>
                      <a:pt x="392" y="0"/>
                      <a:pt x="710"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37" name="Google Shape;2737;p15"/>
              <p:cNvSpPr/>
              <p:nvPr/>
            </p:nvSpPr>
            <p:spPr>
              <a:xfrm>
                <a:off x="1296" y="618"/>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38" name="Google Shape;2738;p15"/>
              <p:cNvSpPr/>
              <p:nvPr/>
            </p:nvSpPr>
            <p:spPr>
              <a:xfrm>
                <a:off x="1330" y="652"/>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39" name="Google Shape;2739;p15"/>
              <p:cNvSpPr/>
              <p:nvPr/>
            </p:nvSpPr>
            <p:spPr>
              <a:xfrm>
                <a:off x="1364" y="686"/>
                <a:ext cx="23" cy="23"/>
              </a:xfrm>
              <a:custGeom>
                <a:avLst/>
                <a:gdLst/>
                <a:ahLst/>
                <a:cxnLst/>
                <a:rect l="l" t="t" r="r" b="b"/>
                <a:pathLst>
                  <a:path w="1101" h="1101" extrusionOk="0">
                    <a:moveTo>
                      <a:pt x="905" y="906"/>
                    </a:moveTo>
                    <a:cubicBezTo>
                      <a:pt x="710" y="1101"/>
                      <a:pt x="392" y="1101"/>
                      <a:pt x="196" y="906"/>
                    </a:cubicBezTo>
                    <a:cubicBezTo>
                      <a:pt x="0" y="710"/>
                      <a:pt x="0" y="392"/>
                      <a:pt x="196" y="196"/>
                    </a:cubicBezTo>
                    <a:cubicBezTo>
                      <a:pt x="392" y="0"/>
                      <a:pt x="710"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40" name="Google Shape;2740;p15"/>
              <p:cNvSpPr/>
              <p:nvPr/>
            </p:nvSpPr>
            <p:spPr>
              <a:xfrm>
                <a:off x="1398" y="720"/>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41" name="Google Shape;2741;p15"/>
              <p:cNvSpPr/>
              <p:nvPr/>
            </p:nvSpPr>
            <p:spPr>
              <a:xfrm>
                <a:off x="1432" y="754"/>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42" name="Google Shape;2742;p15"/>
              <p:cNvSpPr/>
              <p:nvPr/>
            </p:nvSpPr>
            <p:spPr>
              <a:xfrm>
                <a:off x="1466" y="788"/>
                <a:ext cx="23" cy="23"/>
              </a:xfrm>
              <a:custGeom>
                <a:avLst/>
                <a:gdLst/>
                <a:ahLst/>
                <a:cxnLst/>
                <a:rect l="l" t="t" r="r" b="b"/>
                <a:pathLst>
                  <a:path w="1101" h="1102" extrusionOk="0">
                    <a:moveTo>
                      <a:pt x="905" y="906"/>
                    </a:moveTo>
                    <a:cubicBezTo>
                      <a:pt x="710" y="1102"/>
                      <a:pt x="392" y="1102"/>
                      <a:pt x="196" y="906"/>
                    </a:cubicBezTo>
                    <a:cubicBezTo>
                      <a:pt x="0" y="710"/>
                      <a:pt x="0" y="392"/>
                      <a:pt x="196" y="196"/>
                    </a:cubicBezTo>
                    <a:cubicBezTo>
                      <a:pt x="392" y="0"/>
                      <a:pt x="710"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43" name="Google Shape;2743;p15"/>
              <p:cNvSpPr/>
              <p:nvPr/>
            </p:nvSpPr>
            <p:spPr>
              <a:xfrm>
                <a:off x="1500" y="822"/>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44" name="Google Shape;2744;p15"/>
              <p:cNvSpPr/>
              <p:nvPr/>
            </p:nvSpPr>
            <p:spPr>
              <a:xfrm>
                <a:off x="1534" y="856"/>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45" name="Google Shape;2745;p15"/>
              <p:cNvSpPr/>
              <p:nvPr/>
            </p:nvSpPr>
            <p:spPr>
              <a:xfrm>
                <a:off x="1568" y="890"/>
                <a:ext cx="23" cy="23"/>
              </a:xfrm>
              <a:custGeom>
                <a:avLst/>
                <a:gdLst/>
                <a:ahLst/>
                <a:cxnLst/>
                <a:rect l="l" t="t" r="r" b="b"/>
                <a:pathLst>
                  <a:path w="1101" h="1102" extrusionOk="0">
                    <a:moveTo>
                      <a:pt x="905" y="906"/>
                    </a:moveTo>
                    <a:cubicBezTo>
                      <a:pt x="710" y="1102"/>
                      <a:pt x="392" y="1102"/>
                      <a:pt x="196" y="906"/>
                    </a:cubicBezTo>
                    <a:cubicBezTo>
                      <a:pt x="0" y="710"/>
                      <a:pt x="0" y="392"/>
                      <a:pt x="196" y="196"/>
                    </a:cubicBezTo>
                    <a:cubicBezTo>
                      <a:pt x="392" y="0"/>
                      <a:pt x="710"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46" name="Google Shape;2746;p15"/>
              <p:cNvSpPr/>
              <p:nvPr/>
            </p:nvSpPr>
            <p:spPr>
              <a:xfrm>
                <a:off x="1603" y="925"/>
                <a:ext cx="22" cy="22"/>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47" name="Google Shape;2747;p15"/>
              <p:cNvSpPr/>
              <p:nvPr/>
            </p:nvSpPr>
            <p:spPr>
              <a:xfrm>
                <a:off x="1637" y="959"/>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48" name="Google Shape;2748;p15"/>
              <p:cNvSpPr/>
              <p:nvPr/>
            </p:nvSpPr>
            <p:spPr>
              <a:xfrm>
                <a:off x="1671" y="993"/>
                <a:ext cx="23" cy="23"/>
              </a:xfrm>
              <a:custGeom>
                <a:avLst/>
                <a:gdLst/>
                <a:ahLst/>
                <a:cxnLst/>
                <a:rect l="l" t="t" r="r" b="b"/>
                <a:pathLst>
                  <a:path w="1101" h="1101" extrusionOk="0">
                    <a:moveTo>
                      <a:pt x="905" y="906"/>
                    </a:moveTo>
                    <a:cubicBezTo>
                      <a:pt x="710" y="1101"/>
                      <a:pt x="392" y="1101"/>
                      <a:pt x="196" y="906"/>
                    </a:cubicBezTo>
                    <a:cubicBezTo>
                      <a:pt x="0" y="710"/>
                      <a:pt x="0" y="392"/>
                      <a:pt x="196" y="196"/>
                    </a:cubicBezTo>
                    <a:cubicBezTo>
                      <a:pt x="392" y="0"/>
                      <a:pt x="710"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49" name="Google Shape;2749;p15"/>
              <p:cNvSpPr/>
              <p:nvPr/>
            </p:nvSpPr>
            <p:spPr>
              <a:xfrm>
                <a:off x="1705" y="1027"/>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50" name="Google Shape;2750;p15"/>
              <p:cNvSpPr/>
              <p:nvPr/>
            </p:nvSpPr>
            <p:spPr>
              <a:xfrm>
                <a:off x="1739" y="1061"/>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51" name="Google Shape;2751;p15"/>
              <p:cNvSpPr/>
              <p:nvPr/>
            </p:nvSpPr>
            <p:spPr>
              <a:xfrm>
                <a:off x="1773" y="1095"/>
                <a:ext cx="23" cy="23"/>
              </a:xfrm>
              <a:custGeom>
                <a:avLst/>
                <a:gdLst/>
                <a:ahLst/>
                <a:cxnLst/>
                <a:rect l="l" t="t" r="r" b="b"/>
                <a:pathLst>
                  <a:path w="1101" h="1101" extrusionOk="0">
                    <a:moveTo>
                      <a:pt x="905" y="906"/>
                    </a:moveTo>
                    <a:cubicBezTo>
                      <a:pt x="710" y="1101"/>
                      <a:pt x="392" y="1101"/>
                      <a:pt x="196" y="906"/>
                    </a:cubicBezTo>
                    <a:cubicBezTo>
                      <a:pt x="0" y="710"/>
                      <a:pt x="0" y="392"/>
                      <a:pt x="196" y="196"/>
                    </a:cubicBezTo>
                    <a:cubicBezTo>
                      <a:pt x="392" y="0"/>
                      <a:pt x="710"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52" name="Google Shape;2752;p15"/>
              <p:cNvSpPr/>
              <p:nvPr/>
            </p:nvSpPr>
            <p:spPr>
              <a:xfrm>
                <a:off x="1807" y="1129"/>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53" name="Google Shape;2753;p15"/>
              <p:cNvSpPr/>
              <p:nvPr/>
            </p:nvSpPr>
            <p:spPr>
              <a:xfrm>
                <a:off x="1841" y="1163"/>
                <a:ext cx="23" cy="23"/>
              </a:xfrm>
              <a:custGeom>
                <a:avLst/>
                <a:gdLst/>
                <a:ahLst/>
                <a:cxnLst/>
                <a:rect l="l" t="t" r="r" b="b"/>
                <a:pathLst>
                  <a:path w="1102" h="1101" extrusionOk="0">
                    <a:moveTo>
                      <a:pt x="906" y="905"/>
                    </a:moveTo>
                    <a:cubicBezTo>
                      <a:pt x="710" y="1101"/>
                      <a:pt x="392" y="1101"/>
                      <a:pt x="196" y="905"/>
                    </a:cubicBezTo>
                    <a:cubicBezTo>
                      <a:pt x="0" y="709"/>
                      <a:pt x="0" y="391"/>
                      <a:pt x="196" y="196"/>
                    </a:cubicBezTo>
                    <a:cubicBezTo>
                      <a:pt x="392" y="0"/>
                      <a:pt x="710" y="0"/>
                      <a:pt x="906" y="196"/>
                    </a:cubicBezTo>
                    <a:cubicBezTo>
                      <a:pt x="1102" y="391"/>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54" name="Google Shape;2754;p15"/>
              <p:cNvSpPr/>
              <p:nvPr/>
            </p:nvSpPr>
            <p:spPr>
              <a:xfrm>
                <a:off x="1166" y="544"/>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55" name="Google Shape;2755;p15"/>
              <p:cNvSpPr/>
              <p:nvPr/>
            </p:nvSpPr>
            <p:spPr>
              <a:xfrm>
                <a:off x="1200" y="578"/>
                <a:ext cx="23"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56" name="Google Shape;2756;p15"/>
              <p:cNvSpPr/>
              <p:nvPr/>
            </p:nvSpPr>
            <p:spPr>
              <a:xfrm>
                <a:off x="1234" y="612"/>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10"/>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57" name="Google Shape;2757;p15"/>
              <p:cNvSpPr/>
              <p:nvPr/>
            </p:nvSpPr>
            <p:spPr>
              <a:xfrm>
                <a:off x="1268" y="646"/>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58" name="Google Shape;2758;p15"/>
              <p:cNvSpPr/>
              <p:nvPr/>
            </p:nvSpPr>
            <p:spPr>
              <a:xfrm>
                <a:off x="1302" y="680"/>
                <a:ext cx="23"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59" name="Google Shape;2759;p15"/>
              <p:cNvSpPr/>
              <p:nvPr/>
            </p:nvSpPr>
            <p:spPr>
              <a:xfrm>
                <a:off x="1336" y="714"/>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60" name="Google Shape;2760;p15"/>
              <p:cNvSpPr/>
              <p:nvPr/>
            </p:nvSpPr>
            <p:spPr>
              <a:xfrm>
                <a:off x="1371" y="748"/>
                <a:ext cx="22"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61" name="Google Shape;2761;p15"/>
              <p:cNvSpPr/>
              <p:nvPr/>
            </p:nvSpPr>
            <p:spPr>
              <a:xfrm>
                <a:off x="1405" y="782"/>
                <a:ext cx="22"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62" name="Google Shape;2762;p15"/>
              <p:cNvSpPr/>
              <p:nvPr/>
            </p:nvSpPr>
            <p:spPr>
              <a:xfrm>
                <a:off x="1439" y="816"/>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63" name="Google Shape;2763;p15"/>
              <p:cNvSpPr/>
              <p:nvPr/>
            </p:nvSpPr>
            <p:spPr>
              <a:xfrm>
                <a:off x="1473" y="850"/>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64" name="Google Shape;2764;p15"/>
              <p:cNvSpPr/>
              <p:nvPr/>
            </p:nvSpPr>
            <p:spPr>
              <a:xfrm>
                <a:off x="1507" y="884"/>
                <a:ext cx="23"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65" name="Google Shape;2765;p15"/>
              <p:cNvSpPr/>
              <p:nvPr/>
            </p:nvSpPr>
            <p:spPr>
              <a:xfrm>
                <a:off x="1541" y="918"/>
                <a:ext cx="23" cy="2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66" name="Google Shape;2766;p15"/>
              <p:cNvSpPr/>
              <p:nvPr/>
            </p:nvSpPr>
            <p:spPr>
              <a:xfrm>
                <a:off x="1575" y="952"/>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67" name="Google Shape;2767;p15"/>
              <p:cNvSpPr/>
              <p:nvPr/>
            </p:nvSpPr>
            <p:spPr>
              <a:xfrm>
                <a:off x="1609" y="986"/>
                <a:ext cx="23"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68" name="Google Shape;2768;p15"/>
              <p:cNvSpPr/>
              <p:nvPr/>
            </p:nvSpPr>
            <p:spPr>
              <a:xfrm>
                <a:off x="1643" y="1020"/>
                <a:ext cx="23" cy="23"/>
              </a:xfrm>
              <a:custGeom>
                <a:avLst/>
                <a:gdLst/>
                <a:ahLst/>
                <a:cxnLst/>
                <a:rect l="l" t="t" r="r" b="b"/>
                <a:pathLst>
                  <a:path w="1102" h="1101" extrusionOk="0">
                    <a:moveTo>
                      <a:pt x="906" y="905"/>
                    </a:moveTo>
                    <a:cubicBezTo>
                      <a:pt x="710" y="1101"/>
                      <a:pt x="392" y="1101"/>
                      <a:pt x="196" y="905"/>
                    </a:cubicBezTo>
                    <a:cubicBezTo>
                      <a:pt x="0" y="710"/>
                      <a:pt x="0" y="392"/>
                      <a:pt x="196" y="196"/>
                    </a:cubicBezTo>
                    <a:cubicBezTo>
                      <a:pt x="392" y="0"/>
                      <a:pt x="710" y="0"/>
                      <a:pt x="906" y="196"/>
                    </a:cubicBezTo>
                    <a:cubicBezTo>
                      <a:pt x="1102" y="392"/>
                      <a:pt x="1102" y="710"/>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69" name="Google Shape;2769;p15"/>
              <p:cNvSpPr/>
              <p:nvPr/>
            </p:nvSpPr>
            <p:spPr>
              <a:xfrm>
                <a:off x="1677" y="1054"/>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70" name="Google Shape;2770;p15"/>
              <p:cNvSpPr/>
              <p:nvPr/>
            </p:nvSpPr>
            <p:spPr>
              <a:xfrm>
                <a:off x="1711" y="1088"/>
                <a:ext cx="23"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71" name="Google Shape;2771;p15"/>
              <p:cNvSpPr/>
              <p:nvPr/>
            </p:nvSpPr>
            <p:spPr>
              <a:xfrm>
                <a:off x="1745" y="1123"/>
                <a:ext cx="23" cy="22"/>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72" name="Google Shape;2772;p15"/>
              <p:cNvSpPr/>
              <p:nvPr/>
            </p:nvSpPr>
            <p:spPr>
              <a:xfrm>
                <a:off x="1779" y="1157"/>
                <a:ext cx="23" cy="2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sp>
            <p:nvSpPr>
              <p:cNvPr id="2773" name="Google Shape;2773;p15"/>
              <p:cNvSpPr/>
              <p:nvPr/>
            </p:nvSpPr>
            <p:spPr>
              <a:xfrm>
                <a:off x="1813" y="1191"/>
                <a:ext cx="23" cy="23"/>
              </a:xfrm>
              <a:custGeom>
                <a:avLst/>
                <a:gdLst/>
                <a:ahLst/>
                <a:cxnLst/>
                <a:rect l="l" t="t" r="r" b="b"/>
                <a:pathLst>
                  <a:path w="1101" h="1102" extrusionOk="0">
                    <a:moveTo>
                      <a:pt x="905" y="906"/>
                    </a:moveTo>
                    <a:cubicBezTo>
                      <a:pt x="709" y="1102"/>
                      <a:pt x="391" y="1102"/>
                      <a:pt x="196" y="906"/>
                    </a:cubicBezTo>
                    <a:cubicBezTo>
                      <a:pt x="0" y="710"/>
                      <a:pt x="0" y="392"/>
                      <a:pt x="196" y="196"/>
                    </a:cubicBezTo>
                    <a:cubicBezTo>
                      <a:pt x="391"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baseline="-25000">
                  <a:solidFill>
                    <a:srgbClr val="000000"/>
                  </a:solidFill>
                  <a:latin typeface="Arial"/>
                  <a:ea typeface="Arial"/>
                  <a:cs typeface="Arial"/>
                  <a:sym typeface="Arial"/>
                </a:endParaRPr>
              </a:p>
            </p:txBody>
          </p:sp>
        </p:grpSp>
        <p:sp>
          <p:nvSpPr>
            <p:cNvPr id="2774" name="Google Shape;2774;p15"/>
            <p:cNvSpPr/>
            <p:nvPr/>
          </p:nvSpPr>
          <p:spPr>
            <a:xfrm>
              <a:off x="565757" y="908050"/>
              <a:ext cx="36513" cy="36513"/>
            </a:xfrm>
            <a:custGeom>
              <a:avLst/>
              <a:gdLst/>
              <a:ahLst/>
              <a:cxnLst/>
              <a:rect l="l" t="t" r="r" b="b"/>
              <a:pathLst>
                <a:path w="1101" h="1101" extrusionOk="0">
                  <a:moveTo>
                    <a:pt x="906" y="905"/>
                  </a:moveTo>
                  <a:cubicBezTo>
                    <a:pt x="710" y="1101"/>
                    <a:pt x="392" y="1101"/>
                    <a:pt x="196" y="905"/>
                  </a:cubicBezTo>
                  <a:cubicBezTo>
                    <a:pt x="0" y="709"/>
                    <a:pt x="0" y="391"/>
                    <a:pt x="196" y="195"/>
                  </a:cubicBezTo>
                  <a:cubicBezTo>
                    <a:pt x="392" y="0"/>
                    <a:pt x="710" y="0"/>
                    <a:pt x="906" y="195"/>
                  </a:cubicBezTo>
                  <a:cubicBezTo>
                    <a:pt x="1101" y="391"/>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75" name="Google Shape;2775;p15"/>
            <p:cNvSpPr/>
            <p:nvPr/>
          </p:nvSpPr>
          <p:spPr>
            <a:xfrm>
              <a:off x="621319" y="962025"/>
              <a:ext cx="34925" cy="3651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76" name="Google Shape;2776;p15"/>
            <p:cNvSpPr/>
            <p:nvPr/>
          </p:nvSpPr>
          <p:spPr>
            <a:xfrm>
              <a:off x="675294" y="1016000"/>
              <a:ext cx="36513" cy="3651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77" name="Google Shape;2777;p15"/>
            <p:cNvSpPr/>
            <p:nvPr/>
          </p:nvSpPr>
          <p:spPr>
            <a:xfrm>
              <a:off x="729269" y="1069975"/>
              <a:ext cx="36513" cy="36513"/>
            </a:xfrm>
            <a:custGeom>
              <a:avLst/>
              <a:gdLst/>
              <a:ahLst/>
              <a:cxnLst/>
              <a:rect l="l" t="t" r="r" b="b"/>
              <a:pathLst>
                <a:path w="1101" h="1101" extrusionOk="0">
                  <a:moveTo>
                    <a:pt x="906" y="905"/>
                  </a:moveTo>
                  <a:cubicBezTo>
                    <a:pt x="710" y="1101"/>
                    <a:pt x="392" y="1101"/>
                    <a:pt x="196" y="905"/>
                  </a:cubicBezTo>
                  <a:cubicBezTo>
                    <a:pt x="0" y="709"/>
                    <a:pt x="0" y="391"/>
                    <a:pt x="196" y="195"/>
                  </a:cubicBezTo>
                  <a:cubicBezTo>
                    <a:pt x="392" y="0"/>
                    <a:pt x="710" y="0"/>
                    <a:pt x="906" y="195"/>
                  </a:cubicBezTo>
                  <a:cubicBezTo>
                    <a:pt x="1101" y="391"/>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78" name="Google Shape;2778;p15"/>
            <p:cNvSpPr/>
            <p:nvPr/>
          </p:nvSpPr>
          <p:spPr>
            <a:xfrm>
              <a:off x="783244" y="1123950"/>
              <a:ext cx="36513" cy="3651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79" name="Google Shape;2779;p15"/>
            <p:cNvSpPr/>
            <p:nvPr/>
          </p:nvSpPr>
          <p:spPr>
            <a:xfrm>
              <a:off x="837219" y="1177925"/>
              <a:ext cx="36513" cy="3651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80" name="Google Shape;2780;p15"/>
            <p:cNvSpPr/>
            <p:nvPr/>
          </p:nvSpPr>
          <p:spPr>
            <a:xfrm>
              <a:off x="891194" y="1231900"/>
              <a:ext cx="36513" cy="36513"/>
            </a:xfrm>
            <a:custGeom>
              <a:avLst/>
              <a:gdLst/>
              <a:ahLst/>
              <a:cxnLst/>
              <a:rect l="l" t="t" r="r" b="b"/>
              <a:pathLst>
                <a:path w="1101" h="1101" extrusionOk="0">
                  <a:moveTo>
                    <a:pt x="906" y="905"/>
                  </a:moveTo>
                  <a:cubicBezTo>
                    <a:pt x="710" y="1101"/>
                    <a:pt x="392" y="1101"/>
                    <a:pt x="196" y="905"/>
                  </a:cubicBezTo>
                  <a:cubicBezTo>
                    <a:pt x="0" y="709"/>
                    <a:pt x="0" y="391"/>
                    <a:pt x="196" y="195"/>
                  </a:cubicBezTo>
                  <a:cubicBezTo>
                    <a:pt x="392" y="0"/>
                    <a:pt x="710" y="0"/>
                    <a:pt x="906" y="195"/>
                  </a:cubicBezTo>
                  <a:cubicBezTo>
                    <a:pt x="1101" y="391"/>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81" name="Google Shape;2781;p15"/>
            <p:cNvSpPr/>
            <p:nvPr/>
          </p:nvSpPr>
          <p:spPr>
            <a:xfrm>
              <a:off x="945169" y="1285875"/>
              <a:ext cx="36513" cy="3651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82" name="Google Shape;2782;p15"/>
            <p:cNvSpPr/>
            <p:nvPr/>
          </p:nvSpPr>
          <p:spPr>
            <a:xfrm>
              <a:off x="999144" y="1339850"/>
              <a:ext cx="36513" cy="3651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83" name="Google Shape;2783;p15"/>
            <p:cNvSpPr/>
            <p:nvPr/>
          </p:nvSpPr>
          <p:spPr>
            <a:xfrm>
              <a:off x="1053119" y="1393825"/>
              <a:ext cx="36513" cy="36513"/>
            </a:xfrm>
            <a:custGeom>
              <a:avLst/>
              <a:gdLst/>
              <a:ahLst/>
              <a:cxnLst/>
              <a:rect l="l" t="t" r="r" b="b"/>
              <a:pathLst>
                <a:path w="1101" h="1101" extrusionOk="0">
                  <a:moveTo>
                    <a:pt x="906" y="905"/>
                  </a:moveTo>
                  <a:cubicBezTo>
                    <a:pt x="710" y="1101"/>
                    <a:pt x="392" y="1101"/>
                    <a:pt x="196" y="905"/>
                  </a:cubicBezTo>
                  <a:cubicBezTo>
                    <a:pt x="0" y="709"/>
                    <a:pt x="0" y="391"/>
                    <a:pt x="196" y="195"/>
                  </a:cubicBezTo>
                  <a:cubicBezTo>
                    <a:pt x="392" y="0"/>
                    <a:pt x="710" y="0"/>
                    <a:pt x="906" y="195"/>
                  </a:cubicBezTo>
                  <a:cubicBezTo>
                    <a:pt x="1101" y="391"/>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84" name="Google Shape;2784;p15"/>
            <p:cNvSpPr/>
            <p:nvPr/>
          </p:nvSpPr>
          <p:spPr>
            <a:xfrm>
              <a:off x="1107094" y="1447800"/>
              <a:ext cx="36513" cy="36513"/>
            </a:xfrm>
            <a:custGeom>
              <a:avLst/>
              <a:gdLst/>
              <a:ahLst/>
              <a:cxnLst/>
              <a:rect l="l" t="t" r="r" b="b"/>
              <a:pathLst>
                <a:path w="1101" h="1101" extrusionOk="0">
                  <a:moveTo>
                    <a:pt x="905" y="905"/>
                  </a:moveTo>
                  <a:cubicBezTo>
                    <a:pt x="709" y="1101"/>
                    <a:pt x="392" y="1101"/>
                    <a:pt x="196" y="905"/>
                  </a:cubicBezTo>
                  <a:cubicBezTo>
                    <a:pt x="0" y="710"/>
                    <a:pt x="0" y="392"/>
                    <a:pt x="196" y="196"/>
                  </a:cubicBezTo>
                  <a:cubicBezTo>
                    <a:pt x="392"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85" name="Google Shape;2785;p15"/>
            <p:cNvSpPr/>
            <p:nvPr/>
          </p:nvSpPr>
          <p:spPr>
            <a:xfrm>
              <a:off x="1161069" y="1501775"/>
              <a:ext cx="36513" cy="3651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86" name="Google Shape;2786;p15"/>
            <p:cNvSpPr/>
            <p:nvPr/>
          </p:nvSpPr>
          <p:spPr>
            <a:xfrm>
              <a:off x="1215044" y="1555750"/>
              <a:ext cx="36513" cy="36513"/>
            </a:xfrm>
            <a:custGeom>
              <a:avLst/>
              <a:gdLst/>
              <a:ahLst/>
              <a:cxnLst/>
              <a:rect l="l" t="t" r="r" b="b"/>
              <a:pathLst>
                <a:path w="1101" h="1101" extrusionOk="0">
                  <a:moveTo>
                    <a:pt x="906" y="905"/>
                  </a:moveTo>
                  <a:cubicBezTo>
                    <a:pt x="710" y="1101"/>
                    <a:pt x="392" y="1101"/>
                    <a:pt x="196" y="905"/>
                  </a:cubicBezTo>
                  <a:cubicBezTo>
                    <a:pt x="0" y="709"/>
                    <a:pt x="0" y="391"/>
                    <a:pt x="196" y="195"/>
                  </a:cubicBezTo>
                  <a:cubicBezTo>
                    <a:pt x="392" y="0"/>
                    <a:pt x="710" y="0"/>
                    <a:pt x="906" y="195"/>
                  </a:cubicBezTo>
                  <a:cubicBezTo>
                    <a:pt x="1101" y="391"/>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87" name="Google Shape;2787;p15"/>
            <p:cNvSpPr/>
            <p:nvPr/>
          </p:nvSpPr>
          <p:spPr>
            <a:xfrm>
              <a:off x="1269019" y="1609725"/>
              <a:ext cx="36513" cy="3651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88" name="Google Shape;2788;p15"/>
            <p:cNvSpPr/>
            <p:nvPr/>
          </p:nvSpPr>
          <p:spPr>
            <a:xfrm>
              <a:off x="1322994" y="1663700"/>
              <a:ext cx="36513" cy="3651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89" name="Google Shape;2789;p15"/>
            <p:cNvSpPr/>
            <p:nvPr/>
          </p:nvSpPr>
          <p:spPr>
            <a:xfrm>
              <a:off x="1376969" y="1717675"/>
              <a:ext cx="36513" cy="36513"/>
            </a:xfrm>
            <a:custGeom>
              <a:avLst/>
              <a:gdLst/>
              <a:ahLst/>
              <a:cxnLst/>
              <a:rect l="l" t="t" r="r" b="b"/>
              <a:pathLst>
                <a:path w="1101" h="1101" extrusionOk="0">
                  <a:moveTo>
                    <a:pt x="906" y="905"/>
                  </a:moveTo>
                  <a:cubicBezTo>
                    <a:pt x="710" y="1101"/>
                    <a:pt x="392" y="1101"/>
                    <a:pt x="196" y="905"/>
                  </a:cubicBezTo>
                  <a:cubicBezTo>
                    <a:pt x="0" y="709"/>
                    <a:pt x="0" y="391"/>
                    <a:pt x="196" y="195"/>
                  </a:cubicBezTo>
                  <a:cubicBezTo>
                    <a:pt x="392" y="0"/>
                    <a:pt x="710" y="0"/>
                    <a:pt x="906" y="195"/>
                  </a:cubicBezTo>
                  <a:cubicBezTo>
                    <a:pt x="1101" y="391"/>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90" name="Google Shape;2790;p15"/>
            <p:cNvSpPr/>
            <p:nvPr/>
          </p:nvSpPr>
          <p:spPr>
            <a:xfrm>
              <a:off x="1430944" y="1771650"/>
              <a:ext cx="36513" cy="3651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91" name="Google Shape;2791;p15"/>
            <p:cNvSpPr/>
            <p:nvPr/>
          </p:nvSpPr>
          <p:spPr>
            <a:xfrm>
              <a:off x="1484919" y="1825625"/>
              <a:ext cx="36513" cy="36513"/>
            </a:xfrm>
            <a:custGeom>
              <a:avLst/>
              <a:gdLst/>
              <a:ahLst/>
              <a:cxnLst/>
              <a:rect l="l" t="t" r="r" b="b"/>
              <a:pathLst>
                <a:path w="1101" h="1101" extrusionOk="0">
                  <a:moveTo>
                    <a:pt x="905" y="905"/>
                  </a:moveTo>
                  <a:cubicBezTo>
                    <a:pt x="709" y="1101"/>
                    <a:pt x="391" y="1101"/>
                    <a:pt x="195" y="905"/>
                  </a:cubicBezTo>
                  <a:cubicBezTo>
                    <a:pt x="0" y="709"/>
                    <a:pt x="0" y="392"/>
                    <a:pt x="195"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92" name="Google Shape;2792;p15"/>
            <p:cNvSpPr/>
            <p:nvPr/>
          </p:nvSpPr>
          <p:spPr>
            <a:xfrm>
              <a:off x="1538894" y="1879600"/>
              <a:ext cx="36513" cy="36513"/>
            </a:xfrm>
            <a:custGeom>
              <a:avLst/>
              <a:gdLst/>
              <a:ahLst/>
              <a:cxnLst/>
              <a:rect l="l" t="t" r="r" b="b"/>
              <a:pathLst>
                <a:path w="1101" h="1101" extrusionOk="0">
                  <a:moveTo>
                    <a:pt x="906" y="905"/>
                  </a:moveTo>
                  <a:cubicBezTo>
                    <a:pt x="710" y="1101"/>
                    <a:pt x="392" y="1101"/>
                    <a:pt x="196" y="905"/>
                  </a:cubicBezTo>
                  <a:cubicBezTo>
                    <a:pt x="0" y="709"/>
                    <a:pt x="0" y="391"/>
                    <a:pt x="196" y="195"/>
                  </a:cubicBezTo>
                  <a:cubicBezTo>
                    <a:pt x="392" y="0"/>
                    <a:pt x="710" y="0"/>
                    <a:pt x="906" y="195"/>
                  </a:cubicBezTo>
                  <a:cubicBezTo>
                    <a:pt x="1101" y="391"/>
                    <a:pt x="1101"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93" name="Google Shape;2793;p15"/>
            <p:cNvSpPr/>
            <p:nvPr/>
          </p:nvSpPr>
          <p:spPr>
            <a:xfrm>
              <a:off x="1592869" y="1933575"/>
              <a:ext cx="36513" cy="36513"/>
            </a:xfrm>
            <a:custGeom>
              <a:avLst/>
              <a:gdLst/>
              <a:ahLst/>
              <a:cxnLst/>
              <a:rect l="l" t="t" r="r" b="b"/>
              <a:pathLst>
                <a:path w="1101" h="1101" extrusionOk="0">
                  <a:moveTo>
                    <a:pt x="905" y="906"/>
                  </a:moveTo>
                  <a:cubicBezTo>
                    <a:pt x="709" y="1101"/>
                    <a:pt x="392" y="1101"/>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94" name="Google Shape;2794;p15"/>
            <p:cNvSpPr/>
            <p:nvPr/>
          </p:nvSpPr>
          <p:spPr>
            <a:xfrm>
              <a:off x="522894" y="950913"/>
              <a:ext cx="36513" cy="3651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95" name="Google Shape;2795;p15"/>
            <p:cNvSpPr/>
            <p:nvPr/>
          </p:nvSpPr>
          <p:spPr>
            <a:xfrm>
              <a:off x="576869" y="1004888"/>
              <a:ext cx="36513" cy="3651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96" name="Google Shape;2796;p15"/>
            <p:cNvSpPr/>
            <p:nvPr/>
          </p:nvSpPr>
          <p:spPr>
            <a:xfrm>
              <a:off x="630844" y="1058863"/>
              <a:ext cx="36513" cy="3651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97" name="Google Shape;2797;p15"/>
            <p:cNvSpPr/>
            <p:nvPr/>
          </p:nvSpPr>
          <p:spPr>
            <a:xfrm>
              <a:off x="684819" y="1112838"/>
              <a:ext cx="36513" cy="3651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98" name="Google Shape;2798;p15"/>
            <p:cNvSpPr/>
            <p:nvPr/>
          </p:nvSpPr>
          <p:spPr>
            <a:xfrm>
              <a:off x="738794" y="1166813"/>
              <a:ext cx="36513" cy="3651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99" name="Google Shape;2799;p15"/>
            <p:cNvSpPr/>
            <p:nvPr/>
          </p:nvSpPr>
          <p:spPr>
            <a:xfrm>
              <a:off x="792769" y="1222375"/>
              <a:ext cx="36513" cy="34925"/>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00" name="Google Shape;2800;p15"/>
            <p:cNvSpPr/>
            <p:nvPr/>
          </p:nvSpPr>
          <p:spPr>
            <a:xfrm>
              <a:off x="846744" y="1276350"/>
              <a:ext cx="36513" cy="3651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01" name="Google Shape;2801;p15"/>
            <p:cNvSpPr/>
            <p:nvPr/>
          </p:nvSpPr>
          <p:spPr>
            <a:xfrm>
              <a:off x="900719" y="1330325"/>
              <a:ext cx="36513" cy="3651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02" name="Google Shape;2802;p15"/>
            <p:cNvSpPr/>
            <p:nvPr/>
          </p:nvSpPr>
          <p:spPr>
            <a:xfrm>
              <a:off x="954694" y="1384300"/>
              <a:ext cx="36513" cy="3651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03" name="Google Shape;2803;p15"/>
            <p:cNvSpPr/>
            <p:nvPr/>
          </p:nvSpPr>
          <p:spPr>
            <a:xfrm>
              <a:off x="1008669" y="1438275"/>
              <a:ext cx="36513" cy="3651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04" name="Google Shape;2804;p15"/>
            <p:cNvSpPr/>
            <p:nvPr/>
          </p:nvSpPr>
          <p:spPr>
            <a:xfrm>
              <a:off x="1062644" y="1492250"/>
              <a:ext cx="36513" cy="36513"/>
            </a:xfrm>
            <a:custGeom>
              <a:avLst/>
              <a:gdLst/>
              <a:ahLst/>
              <a:cxnLst/>
              <a:rect l="l" t="t" r="r" b="b"/>
              <a:pathLst>
                <a:path w="1101" h="1101" extrusionOk="0">
                  <a:moveTo>
                    <a:pt x="905" y="905"/>
                  </a:moveTo>
                  <a:cubicBezTo>
                    <a:pt x="709" y="1101"/>
                    <a:pt x="392" y="1101"/>
                    <a:pt x="196" y="905"/>
                  </a:cubicBezTo>
                  <a:cubicBezTo>
                    <a:pt x="0" y="709"/>
                    <a:pt x="0" y="392"/>
                    <a:pt x="196" y="196"/>
                  </a:cubicBezTo>
                  <a:cubicBezTo>
                    <a:pt x="392"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05" name="Google Shape;2805;p15"/>
            <p:cNvSpPr/>
            <p:nvPr/>
          </p:nvSpPr>
          <p:spPr>
            <a:xfrm>
              <a:off x="1116619" y="1546225"/>
              <a:ext cx="36513" cy="3651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06" name="Google Shape;2806;p15"/>
            <p:cNvSpPr/>
            <p:nvPr/>
          </p:nvSpPr>
          <p:spPr>
            <a:xfrm>
              <a:off x="1170594" y="1600200"/>
              <a:ext cx="36513" cy="3651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07" name="Google Shape;2807;p15"/>
            <p:cNvSpPr/>
            <p:nvPr/>
          </p:nvSpPr>
          <p:spPr>
            <a:xfrm>
              <a:off x="1224569" y="1654175"/>
              <a:ext cx="36513" cy="3651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08" name="Google Shape;2808;p15"/>
            <p:cNvSpPr/>
            <p:nvPr/>
          </p:nvSpPr>
          <p:spPr>
            <a:xfrm>
              <a:off x="1278544" y="1708150"/>
              <a:ext cx="36513" cy="3651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09" name="Google Shape;2809;p15"/>
            <p:cNvSpPr/>
            <p:nvPr/>
          </p:nvSpPr>
          <p:spPr>
            <a:xfrm>
              <a:off x="1332519" y="1762125"/>
              <a:ext cx="36513" cy="3651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10" name="Google Shape;2810;p15"/>
            <p:cNvSpPr/>
            <p:nvPr/>
          </p:nvSpPr>
          <p:spPr>
            <a:xfrm>
              <a:off x="1386494" y="1816100"/>
              <a:ext cx="36513" cy="3651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11" name="Google Shape;2811;p15"/>
            <p:cNvSpPr/>
            <p:nvPr/>
          </p:nvSpPr>
          <p:spPr>
            <a:xfrm>
              <a:off x="1440469" y="1870075"/>
              <a:ext cx="36513" cy="36513"/>
            </a:xfrm>
            <a:custGeom>
              <a:avLst/>
              <a:gdLst/>
              <a:ahLst/>
              <a:cxnLst/>
              <a:rect l="l" t="t" r="r" b="b"/>
              <a:pathLst>
                <a:path w="1101" h="1101" extrusionOk="0">
                  <a:moveTo>
                    <a:pt x="905" y="905"/>
                  </a:moveTo>
                  <a:cubicBezTo>
                    <a:pt x="709" y="1101"/>
                    <a:pt x="392" y="1101"/>
                    <a:pt x="196" y="905"/>
                  </a:cubicBezTo>
                  <a:cubicBezTo>
                    <a:pt x="0" y="709"/>
                    <a:pt x="0" y="391"/>
                    <a:pt x="196" y="196"/>
                  </a:cubicBezTo>
                  <a:cubicBezTo>
                    <a:pt x="392" y="0"/>
                    <a:pt x="709" y="0"/>
                    <a:pt x="905" y="196"/>
                  </a:cubicBezTo>
                  <a:cubicBezTo>
                    <a:pt x="1101" y="391"/>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12" name="Google Shape;2812;p15"/>
            <p:cNvSpPr/>
            <p:nvPr/>
          </p:nvSpPr>
          <p:spPr>
            <a:xfrm>
              <a:off x="1494444" y="1924050"/>
              <a:ext cx="36513" cy="36513"/>
            </a:xfrm>
            <a:custGeom>
              <a:avLst/>
              <a:gdLst/>
              <a:ahLst/>
              <a:cxnLst/>
              <a:rect l="l" t="t" r="r" b="b"/>
              <a:pathLst>
                <a:path w="1102" h="1102" extrusionOk="0">
                  <a:moveTo>
                    <a:pt x="906" y="906"/>
                  </a:moveTo>
                  <a:cubicBezTo>
                    <a:pt x="710" y="1102"/>
                    <a:pt x="392" y="1102"/>
                    <a:pt x="196" y="906"/>
                  </a:cubicBezTo>
                  <a:cubicBezTo>
                    <a:pt x="0" y="710"/>
                    <a:pt x="0" y="392"/>
                    <a:pt x="196" y="196"/>
                  </a:cubicBezTo>
                  <a:cubicBezTo>
                    <a:pt x="392" y="0"/>
                    <a:pt x="710" y="0"/>
                    <a:pt x="906" y="196"/>
                  </a:cubicBezTo>
                  <a:cubicBezTo>
                    <a:pt x="1102" y="392"/>
                    <a:pt x="1102" y="710"/>
                    <a:pt x="906"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13" name="Google Shape;2813;p15"/>
            <p:cNvSpPr/>
            <p:nvPr/>
          </p:nvSpPr>
          <p:spPr>
            <a:xfrm>
              <a:off x="1550007" y="1978025"/>
              <a:ext cx="34925" cy="36513"/>
            </a:xfrm>
            <a:custGeom>
              <a:avLst/>
              <a:gdLst/>
              <a:ahLst/>
              <a:cxnLst/>
              <a:rect l="l" t="t" r="r" b="b"/>
              <a:pathLst>
                <a:path w="1101" h="1101" extrusionOk="0">
                  <a:moveTo>
                    <a:pt x="905" y="905"/>
                  </a:moveTo>
                  <a:cubicBezTo>
                    <a:pt x="710" y="1101"/>
                    <a:pt x="392" y="1101"/>
                    <a:pt x="196" y="905"/>
                  </a:cubicBezTo>
                  <a:cubicBezTo>
                    <a:pt x="0" y="709"/>
                    <a:pt x="0" y="392"/>
                    <a:pt x="196" y="196"/>
                  </a:cubicBezTo>
                  <a:cubicBezTo>
                    <a:pt x="392" y="0"/>
                    <a:pt x="710"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14" name="Google Shape;2814;p15"/>
            <p:cNvSpPr/>
            <p:nvPr/>
          </p:nvSpPr>
          <p:spPr>
            <a:xfrm>
              <a:off x="478444" y="995363"/>
              <a:ext cx="36513" cy="36513"/>
            </a:xfrm>
            <a:custGeom>
              <a:avLst/>
              <a:gdLst/>
              <a:ahLst/>
              <a:cxnLst/>
              <a:rect l="l" t="t" r="r" b="b"/>
              <a:pathLst>
                <a:path w="1101" h="1101" extrusionOk="0">
                  <a:moveTo>
                    <a:pt x="905" y="905"/>
                  </a:moveTo>
                  <a:cubicBezTo>
                    <a:pt x="709" y="1101"/>
                    <a:pt x="391" y="1101"/>
                    <a:pt x="196" y="905"/>
                  </a:cubicBezTo>
                  <a:cubicBezTo>
                    <a:pt x="0" y="710"/>
                    <a:pt x="0" y="392"/>
                    <a:pt x="196"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15" name="Google Shape;2815;p15"/>
            <p:cNvSpPr/>
            <p:nvPr/>
          </p:nvSpPr>
          <p:spPr>
            <a:xfrm>
              <a:off x="532419" y="1049338"/>
              <a:ext cx="36513" cy="3651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16" name="Google Shape;2816;p15"/>
            <p:cNvSpPr/>
            <p:nvPr/>
          </p:nvSpPr>
          <p:spPr>
            <a:xfrm>
              <a:off x="587982" y="1104900"/>
              <a:ext cx="33338" cy="333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17" name="Google Shape;2817;p15"/>
            <p:cNvSpPr/>
            <p:nvPr/>
          </p:nvSpPr>
          <p:spPr>
            <a:xfrm>
              <a:off x="640369" y="1157288"/>
              <a:ext cx="36513" cy="36513"/>
            </a:xfrm>
            <a:custGeom>
              <a:avLst/>
              <a:gdLst/>
              <a:ahLst/>
              <a:cxnLst/>
              <a:rect l="l" t="t" r="r" b="b"/>
              <a:pathLst>
                <a:path w="1101" h="1101" extrusionOk="0">
                  <a:moveTo>
                    <a:pt x="905" y="905"/>
                  </a:moveTo>
                  <a:cubicBezTo>
                    <a:pt x="709" y="1101"/>
                    <a:pt x="391" y="1101"/>
                    <a:pt x="196" y="905"/>
                  </a:cubicBezTo>
                  <a:cubicBezTo>
                    <a:pt x="0" y="709"/>
                    <a:pt x="0" y="392"/>
                    <a:pt x="196" y="196"/>
                  </a:cubicBezTo>
                  <a:cubicBezTo>
                    <a:pt x="391" y="0"/>
                    <a:pt x="709" y="0"/>
                    <a:pt x="905" y="196"/>
                  </a:cubicBezTo>
                  <a:cubicBezTo>
                    <a:pt x="1101" y="392"/>
                    <a:pt x="1101" y="709"/>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18" name="Google Shape;2818;p15"/>
            <p:cNvSpPr/>
            <p:nvPr/>
          </p:nvSpPr>
          <p:spPr>
            <a:xfrm>
              <a:off x="694344" y="1211263"/>
              <a:ext cx="36513" cy="3651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19" name="Google Shape;2819;p15"/>
            <p:cNvSpPr/>
            <p:nvPr/>
          </p:nvSpPr>
          <p:spPr>
            <a:xfrm>
              <a:off x="748319" y="1265238"/>
              <a:ext cx="36513" cy="3651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20" name="Google Shape;2820;p15"/>
            <p:cNvSpPr/>
            <p:nvPr/>
          </p:nvSpPr>
          <p:spPr>
            <a:xfrm>
              <a:off x="802294" y="1319213"/>
              <a:ext cx="36513" cy="36513"/>
            </a:xfrm>
            <a:custGeom>
              <a:avLst/>
              <a:gdLst/>
              <a:ahLst/>
              <a:cxnLst/>
              <a:rect l="l" t="t" r="r" b="b"/>
              <a:pathLst>
                <a:path w="1101" h="1101" extrusionOk="0">
                  <a:moveTo>
                    <a:pt x="905" y="905"/>
                  </a:moveTo>
                  <a:cubicBezTo>
                    <a:pt x="709" y="1101"/>
                    <a:pt x="391" y="1101"/>
                    <a:pt x="196" y="905"/>
                  </a:cubicBezTo>
                  <a:cubicBezTo>
                    <a:pt x="0" y="710"/>
                    <a:pt x="0" y="392"/>
                    <a:pt x="196"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21" name="Google Shape;2821;p15"/>
            <p:cNvSpPr/>
            <p:nvPr/>
          </p:nvSpPr>
          <p:spPr>
            <a:xfrm>
              <a:off x="856269" y="1373188"/>
              <a:ext cx="36513" cy="3651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22" name="Google Shape;2822;p15"/>
            <p:cNvSpPr/>
            <p:nvPr/>
          </p:nvSpPr>
          <p:spPr>
            <a:xfrm>
              <a:off x="910244" y="1427163"/>
              <a:ext cx="36513" cy="3651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23" name="Google Shape;2823;p15"/>
            <p:cNvSpPr/>
            <p:nvPr/>
          </p:nvSpPr>
          <p:spPr>
            <a:xfrm>
              <a:off x="964219" y="1481138"/>
              <a:ext cx="36513" cy="36513"/>
            </a:xfrm>
            <a:custGeom>
              <a:avLst/>
              <a:gdLst/>
              <a:ahLst/>
              <a:cxnLst/>
              <a:rect l="l" t="t" r="r" b="b"/>
              <a:pathLst>
                <a:path w="1101" h="1101" extrusionOk="0">
                  <a:moveTo>
                    <a:pt x="905" y="905"/>
                  </a:moveTo>
                  <a:cubicBezTo>
                    <a:pt x="709" y="1101"/>
                    <a:pt x="391" y="1101"/>
                    <a:pt x="196" y="905"/>
                  </a:cubicBezTo>
                  <a:cubicBezTo>
                    <a:pt x="0" y="710"/>
                    <a:pt x="0" y="392"/>
                    <a:pt x="196"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24" name="Google Shape;2824;p15"/>
            <p:cNvSpPr/>
            <p:nvPr/>
          </p:nvSpPr>
          <p:spPr>
            <a:xfrm>
              <a:off x="1018194" y="1536700"/>
              <a:ext cx="36513" cy="34925"/>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25" name="Google Shape;2825;p15"/>
            <p:cNvSpPr/>
            <p:nvPr/>
          </p:nvSpPr>
          <p:spPr>
            <a:xfrm>
              <a:off x="1072169" y="1590675"/>
              <a:ext cx="36513" cy="3651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26" name="Google Shape;2826;p15"/>
            <p:cNvSpPr/>
            <p:nvPr/>
          </p:nvSpPr>
          <p:spPr>
            <a:xfrm>
              <a:off x="1126144" y="1644650"/>
              <a:ext cx="36513" cy="36513"/>
            </a:xfrm>
            <a:custGeom>
              <a:avLst/>
              <a:gdLst/>
              <a:ahLst/>
              <a:cxnLst/>
              <a:rect l="l" t="t" r="r" b="b"/>
              <a:pathLst>
                <a:path w="1101" h="1101" extrusionOk="0">
                  <a:moveTo>
                    <a:pt x="905" y="905"/>
                  </a:moveTo>
                  <a:cubicBezTo>
                    <a:pt x="709" y="1101"/>
                    <a:pt x="391" y="1101"/>
                    <a:pt x="196" y="905"/>
                  </a:cubicBezTo>
                  <a:cubicBezTo>
                    <a:pt x="0" y="710"/>
                    <a:pt x="0" y="392"/>
                    <a:pt x="196"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27" name="Google Shape;2827;p15"/>
            <p:cNvSpPr/>
            <p:nvPr/>
          </p:nvSpPr>
          <p:spPr>
            <a:xfrm>
              <a:off x="1180119" y="1698625"/>
              <a:ext cx="36513" cy="3651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28" name="Google Shape;2828;p15"/>
            <p:cNvSpPr/>
            <p:nvPr/>
          </p:nvSpPr>
          <p:spPr>
            <a:xfrm>
              <a:off x="1235682" y="1752600"/>
              <a:ext cx="34925" cy="3651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29" name="Google Shape;2829;p15"/>
            <p:cNvSpPr/>
            <p:nvPr/>
          </p:nvSpPr>
          <p:spPr>
            <a:xfrm>
              <a:off x="1289657" y="1806575"/>
              <a:ext cx="36513" cy="36513"/>
            </a:xfrm>
            <a:custGeom>
              <a:avLst/>
              <a:gdLst/>
              <a:ahLst/>
              <a:cxnLst/>
              <a:rect l="l" t="t" r="r" b="b"/>
              <a:pathLst>
                <a:path w="1101" h="1101" extrusionOk="0">
                  <a:moveTo>
                    <a:pt x="905" y="905"/>
                  </a:moveTo>
                  <a:cubicBezTo>
                    <a:pt x="709" y="1101"/>
                    <a:pt x="391" y="1101"/>
                    <a:pt x="196" y="905"/>
                  </a:cubicBezTo>
                  <a:cubicBezTo>
                    <a:pt x="0" y="710"/>
                    <a:pt x="0" y="392"/>
                    <a:pt x="196"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30" name="Google Shape;2830;p15"/>
            <p:cNvSpPr/>
            <p:nvPr/>
          </p:nvSpPr>
          <p:spPr>
            <a:xfrm>
              <a:off x="1343632" y="1860550"/>
              <a:ext cx="36513" cy="3651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31" name="Google Shape;2831;p15"/>
            <p:cNvSpPr/>
            <p:nvPr/>
          </p:nvSpPr>
          <p:spPr>
            <a:xfrm>
              <a:off x="1397607" y="1914525"/>
              <a:ext cx="36513" cy="36513"/>
            </a:xfrm>
            <a:custGeom>
              <a:avLst/>
              <a:gdLst/>
              <a:ahLst/>
              <a:cxnLst/>
              <a:rect l="l" t="t" r="r" b="b"/>
              <a:pathLst>
                <a:path w="1101" h="1102" extrusionOk="0">
                  <a:moveTo>
                    <a:pt x="905" y="906"/>
                  </a:moveTo>
                  <a:cubicBezTo>
                    <a:pt x="709" y="1102"/>
                    <a:pt x="392" y="1102"/>
                    <a:pt x="196" y="906"/>
                  </a:cubicBezTo>
                  <a:cubicBezTo>
                    <a:pt x="0" y="710"/>
                    <a:pt x="0" y="392"/>
                    <a:pt x="196" y="196"/>
                  </a:cubicBezTo>
                  <a:cubicBezTo>
                    <a:pt x="392" y="0"/>
                    <a:pt x="709" y="0"/>
                    <a:pt x="905" y="196"/>
                  </a:cubicBezTo>
                  <a:cubicBezTo>
                    <a:pt x="1101" y="392"/>
                    <a:pt x="1101" y="710"/>
                    <a:pt x="905" y="90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32" name="Google Shape;2832;p15"/>
            <p:cNvSpPr/>
            <p:nvPr/>
          </p:nvSpPr>
          <p:spPr>
            <a:xfrm>
              <a:off x="1451582" y="1968500"/>
              <a:ext cx="36513" cy="36513"/>
            </a:xfrm>
            <a:custGeom>
              <a:avLst/>
              <a:gdLst/>
              <a:ahLst/>
              <a:cxnLst/>
              <a:rect l="l" t="t" r="r" b="b"/>
              <a:pathLst>
                <a:path w="1101" h="1101" extrusionOk="0">
                  <a:moveTo>
                    <a:pt x="905" y="905"/>
                  </a:moveTo>
                  <a:cubicBezTo>
                    <a:pt x="709" y="1101"/>
                    <a:pt x="391" y="1101"/>
                    <a:pt x="196" y="905"/>
                  </a:cubicBezTo>
                  <a:cubicBezTo>
                    <a:pt x="0" y="710"/>
                    <a:pt x="0" y="392"/>
                    <a:pt x="196" y="196"/>
                  </a:cubicBezTo>
                  <a:cubicBezTo>
                    <a:pt x="391" y="0"/>
                    <a:pt x="709" y="0"/>
                    <a:pt x="905" y="196"/>
                  </a:cubicBezTo>
                  <a:cubicBezTo>
                    <a:pt x="1101" y="392"/>
                    <a:pt x="1101" y="710"/>
                    <a:pt x="905"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33" name="Google Shape;2833;p15"/>
            <p:cNvSpPr/>
            <p:nvPr/>
          </p:nvSpPr>
          <p:spPr>
            <a:xfrm>
              <a:off x="1505557" y="2022475"/>
              <a:ext cx="36513" cy="36513"/>
            </a:xfrm>
            <a:custGeom>
              <a:avLst/>
              <a:gdLst/>
              <a:ahLst/>
              <a:cxnLst/>
              <a:rect l="l" t="t" r="r" b="b"/>
              <a:pathLst>
                <a:path w="1102" h="1101" extrusionOk="0">
                  <a:moveTo>
                    <a:pt x="906" y="905"/>
                  </a:moveTo>
                  <a:cubicBezTo>
                    <a:pt x="710" y="1101"/>
                    <a:pt x="392" y="1101"/>
                    <a:pt x="196" y="905"/>
                  </a:cubicBezTo>
                  <a:cubicBezTo>
                    <a:pt x="0" y="709"/>
                    <a:pt x="0" y="392"/>
                    <a:pt x="196" y="196"/>
                  </a:cubicBezTo>
                  <a:cubicBezTo>
                    <a:pt x="392" y="0"/>
                    <a:pt x="710" y="0"/>
                    <a:pt x="906" y="196"/>
                  </a:cubicBezTo>
                  <a:cubicBezTo>
                    <a:pt x="1102" y="392"/>
                    <a:pt x="1102" y="709"/>
                    <a:pt x="906" y="90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2834" name="Google Shape;2834;p15"/>
          <p:cNvSpPr/>
          <p:nvPr/>
        </p:nvSpPr>
        <p:spPr>
          <a:xfrm>
            <a:off x="8403036" y="4402536"/>
            <a:ext cx="740964" cy="740964"/>
          </a:xfrm>
          <a:custGeom>
            <a:avLst/>
            <a:gdLst/>
            <a:ahLst/>
            <a:cxnLst/>
            <a:rect l="l" t="t" r="r" b="b"/>
            <a:pathLst>
              <a:path w="16944" h="16944" extrusionOk="0">
                <a:moveTo>
                  <a:pt x="16944" y="0"/>
                </a:moveTo>
                <a:lnTo>
                  <a:pt x="16944" y="16944"/>
                </a:lnTo>
                <a:lnTo>
                  <a:pt x="0" y="16944"/>
                </a:lnTo>
                <a:lnTo>
                  <a:pt x="0" y="12436"/>
                </a:lnTo>
                <a:cubicBezTo>
                  <a:pt x="0" y="5568"/>
                  <a:pt x="5567" y="0"/>
                  <a:pt x="12435" y="0"/>
                </a:cubicBezTo>
                <a:lnTo>
                  <a:pt x="1694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35" name="Google Shape;2835;p15"/>
          <p:cNvSpPr/>
          <p:nvPr/>
        </p:nvSpPr>
        <p:spPr>
          <a:xfrm>
            <a:off x="-1093603" y="3011591"/>
            <a:ext cx="2187206" cy="2575530"/>
          </a:xfrm>
          <a:custGeom>
            <a:avLst/>
            <a:gdLst/>
            <a:ahLst/>
            <a:cxnLst/>
            <a:rect l="l" t="t" r="r" b="b"/>
            <a:pathLst>
              <a:path w="50016" h="58876" extrusionOk="0">
                <a:moveTo>
                  <a:pt x="50016" y="49881"/>
                </a:moveTo>
                <a:lnTo>
                  <a:pt x="135" y="0"/>
                </a:lnTo>
                <a:lnTo>
                  <a:pt x="0" y="29959"/>
                </a:lnTo>
                <a:lnTo>
                  <a:pt x="26668" y="56627"/>
                </a:lnTo>
                <a:cubicBezTo>
                  <a:pt x="28107" y="58067"/>
                  <a:pt x="30060" y="58876"/>
                  <a:pt x="32096" y="58876"/>
                </a:cubicBezTo>
                <a:lnTo>
                  <a:pt x="49927" y="58876"/>
                </a:lnTo>
                <a:lnTo>
                  <a:pt x="50016" y="4988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900" y="552450"/>
            <a:ext cx="7696200" cy="71556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723900" y="1369219"/>
            <a:ext cx="7696200" cy="3221831"/>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Anaheim"/>
                <a:ea typeface="Anaheim"/>
                <a:cs typeface="Anaheim"/>
                <a:sym typeface="Anaheim"/>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Anaheim"/>
                <a:ea typeface="Anaheim"/>
                <a:cs typeface="Anaheim"/>
                <a:sym typeface="Anaheim"/>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Anaheim"/>
                <a:ea typeface="Anaheim"/>
                <a:cs typeface="Anaheim"/>
                <a:sym typeface="Anaheim"/>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naheim"/>
                <a:ea typeface="Anaheim"/>
                <a:cs typeface="Anaheim"/>
                <a:sym typeface="Anaheim"/>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naheim"/>
                <a:ea typeface="Anaheim"/>
                <a:cs typeface="Anaheim"/>
                <a:sym typeface="Anaheim"/>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723900" y="4767263"/>
            <a:ext cx="196215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457950" y="4767263"/>
            <a:ext cx="196215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8">
          <p15:clr>
            <a:srgbClr val="F26B43"/>
          </p15:clr>
        </p15:guide>
        <p15:guide id="2" orient="horz" pos="2892">
          <p15:clr>
            <a:srgbClr val="F26B43"/>
          </p15:clr>
        </p15:guide>
        <p15:guide id="3" pos="456">
          <p15:clr>
            <a:srgbClr val="F26B43"/>
          </p15:clr>
        </p15:guide>
        <p15:guide id="4" pos="5304">
          <p15:clr>
            <a:srgbClr val="F26B43"/>
          </p15:clr>
        </p15:guide>
        <p15:guide id="5" pos="2880">
          <p15:clr>
            <a:srgbClr val="F26B43"/>
          </p15:clr>
        </p15:guide>
        <p15:guide id="6" orient="horz" pos="162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hyperlink" Target="https://upload.wikimedia.org/wikipedia/en/e/e6/The_Weeknd_-_Blinding_Lights.png"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39"/>
        <p:cNvGrpSpPr/>
        <p:nvPr/>
      </p:nvGrpSpPr>
      <p:grpSpPr>
        <a:xfrm>
          <a:off x="0" y="0"/>
          <a:ext cx="0" cy="0"/>
          <a:chOff x="0" y="0"/>
          <a:chExt cx="0" cy="0"/>
        </a:xfrm>
      </p:grpSpPr>
      <p:sp>
        <p:nvSpPr>
          <p:cNvPr id="2840" name="Google Shape;2840;p16"/>
          <p:cNvSpPr txBox="1">
            <a:spLocks noGrp="1"/>
          </p:cNvSpPr>
          <p:nvPr>
            <p:ph type="ctrTitle"/>
          </p:nvPr>
        </p:nvSpPr>
        <p:spPr>
          <a:xfrm>
            <a:off x="1088175" y="1759650"/>
            <a:ext cx="6858000" cy="10407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9000"/>
              <a:buNone/>
            </a:pPr>
            <a:r>
              <a:rPr lang="en"/>
              <a:t>LyricLift</a:t>
            </a:r>
            <a:endParaRPr/>
          </a:p>
        </p:txBody>
      </p:sp>
      <p:sp>
        <p:nvSpPr>
          <p:cNvPr id="2841" name="Google Shape;2841;p16"/>
          <p:cNvSpPr txBox="1">
            <a:spLocks noGrp="1"/>
          </p:cNvSpPr>
          <p:nvPr>
            <p:ph type="subTitle" idx="1"/>
          </p:nvPr>
        </p:nvSpPr>
        <p:spPr>
          <a:xfrm>
            <a:off x="1686000" y="3412100"/>
            <a:ext cx="5772000" cy="817800"/>
          </a:xfrm>
          <a:prstGeom prst="rect">
            <a:avLst/>
          </a:prstGeom>
          <a:noFill/>
          <a:ln>
            <a:noFill/>
          </a:ln>
        </p:spPr>
        <p:txBody>
          <a:bodyPr spcFirstLastPara="1" wrap="square" lIns="91425" tIns="45700" rIns="91425" bIns="45700" anchor="t" anchorCtr="0">
            <a:noAutofit/>
          </a:bodyPr>
          <a:lstStyle/>
          <a:p>
            <a:pPr marL="457200" lvl="0" indent="-361950" algn="ctr" rtl="0">
              <a:lnSpc>
                <a:spcPct val="90000"/>
              </a:lnSpc>
              <a:spcBef>
                <a:spcPts val="750"/>
              </a:spcBef>
              <a:spcAft>
                <a:spcPts val="0"/>
              </a:spcAft>
              <a:buSzPts val="1600"/>
              <a:buNone/>
            </a:pPr>
            <a:r>
              <a:rPr lang="en" b="1" dirty="0"/>
              <a:t>Kush Bansal</a:t>
            </a:r>
            <a:endParaRPr b="1" dirty="0"/>
          </a:p>
        </p:txBody>
      </p:sp>
      <p:grpSp>
        <p:nvGrpSpPr>
          <p:cNvPr id="2842" name="Google Shape;2842;p16"/>
          <p:cNvGrpSpPr/>
          <p:nvPr/>
        </p:nvGrpSpPr>
        <p:grpSpPr>
          <a:xfrm>
            <a:off x="-8578" y="2367133"/>
            <a:ext cx="2187150" cy="2789562"/>
            <a:chOff x="3700202" y="2700338"/>
            <a:chExt cx="1654175" cy="2109788"/>
          </a:xfrm>
        </p:grpSpPr>
        <p:sp>
          <p:nvSpPr>
            <p:cNvPr id="2843" name="Google Shape;2843;p16"/>
            <p:cNvSpPr/>
            <p:nvPr/>
          </p:nvSpPr>
          <p:spPr>
            <a:xfrm>
              <a:off x="3700202" y="2700338"/>
              <a:ext cx="1654175" cy="2109788"/>
            </a:xfrm>
            <a:custGeom>
              <a:avLst/>
              <a:gdLst/>
              <a:ahLst/>
              <a:cxnLst/>
              <a:rect l="l" t="t" r="r" b="b"/>
              <a:pathLst>
                <a:path w="50004" h="63780" extrusionOk="0">
                  <a:moveTo>
                    <a:pt x="50004" y="50004"/>
                  </a:moveTo>
                  <a:lnTo>
                    <a:pt x="0" y="0"/>
                  </a:lnTo>
                  <a:lnTo>
                    <a:pt x="79" y="29993"/>
                  </a:lnTo>
                  <a:lnTo>
                    <a:pt x="33867" y="63780"/>
                  </a:lnTo>
                  <a:lnTo>
                    <a:pt x="50001" y="63703"/>
                  </a:lnTo>
                  <a:lnTo>
                    <a:pt x="50004" y="50004"/>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44" name="Google Shape;2844;p16"/>
            <p:cNvSpPr/>
            <p:nvPr/>
          </p:nvSpPr>
          <p:spPr>
            <a:xfrm>
              <a:off x="3703377" y="3690938"/>
              <a:ext cx="1117600" cy="1117600"/>
            </a:xfrm>
            <a:custGeom>
              <a:avLst/>
              <a:gdLst/>
              <a:ahLst/>
              <a:cxnLst/>
              <a:rect l="l" t="t" r="r" b="b"/>
              <a:pathLst>
                <a:path w="33788" h="33787" extrusionOk="0">
                  <a:moveTo>
                    <a:pt x="0" y="0"/>
                  </a:moveTo>
                  <a:lnTo>
                    <a:pt x="33788" y="33787"/>
                  </a:lnTo>
                  <a:lnTo>
                    <a:pt x="36" y="33751"/>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45" name="Google Shape;2845;p16"/>
            <p:cNvSpPr/>
            <p:nvPr/>
          </p:nvSpPr>
          <p:spPr>
            <a:xfrm>
              <a:off x="4057390" y="3656013"/>
              <a:ext cx="935038" cy="652463"/>
            </a:xfrm>
            <a:custGeom>
              <a:avLst/>
              <a:gdLst/>
              <a:ahLst/>
              <a:cxnLst/>
              <a:rect l="l" t="t" r="r" b="b"/>
              <a:pathLst>
                <a:path w="28281" h="19728" extrusionOk="0">
                  <a:moveTo>
                    <a:pt x="0" y="5276"/>
                  </a:moveTo>
                  <a:lnTo>
                    <a:pt x="0" y="5276"/>
                  </a:lnTo>
                  <a:cubicBezTo>
                    <a:pt x="5276" y="0"/>
                    <a:pt x="13829" y="0"/>
                    <a:pt x="19104" y="5276"/>
                  </a:cubicBezTo>
                  <a:lnTo>
                    <a:pt x="28281" y="14453"/>
                  </a:lnTo>
                  <a:lnTo>
                    <a:pt x="28281" y="14453"/>
                  </a:lnTo>
                  <a:cubicBezTo>
                    <a:pt x="23006" y="19728"/>
                    <a:pt x="14453" y="19728"/>
                    <a:pt x="9177" y="14453"/>
                  </a:cubicBezTo>
                  <a:lnTo>
                    <a:pt x="0" y="527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46" name="Google Shape;2846;p16"/>
            <p:cNvSpPr/>
            <p:nvPr/>
          </p:nvSpPr>
          <p:spPr>
            <a:xfrm>
              <a:off x="3746240" y="3967163"/>
              <a:ext cx="935038" cy="652463"/>
            </a:xfrm>
            <a:custGeom>
              <a:avLst/>
              <a:gdLst/>
              <a:ahLst/>
              <a:cxnLst/>
              <a:rect l="l" t="t" r="r" b="b"/>
              <a:pathLst>
                <a:path w="28281" h="19727" extrusionOk="0">
                  <a:moveTo>
                    <a:pt x="0" y="5275"/>
                  </a:moveTo>
                  <a:lnTo>
                    <a:pt x="0" y="5275"/>
                  </a:lnTo>
                  <a:cubicBezTo>
                    <a:pt x="5275" y="0"/>
                    <a:pt x="13828" y="0"/>
                    <a:pt x="19104" y="5275"/>
                  </a:cubicBezTo>
                  <a:lnTo>
                    <a:pt x="28281" y="14452"/>
                  </a:lnTo>
                  <a:lnTo>
                    <a:pt x="28281" y="14452"/>
                  </a:lnTo>
                  <a:cubicBezTo>
                    <a:pt x="23005" y="19727"/>
                    <a:pt x="14452" y="19727"/>
                    <a:pt x="9177" y="14452"/>
                  </a:cubicBezTo>
                  <a:lnTo>
                    <a:pt x="0" y="5275"/>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47" name="Google Shape;2847;p16"/>
            <p:cNvSpPr/>
            <p:nvPr/>
          </p:nvSpPr>
          <p:spPr>
            <a:xfrm>
              <a:off x="4128827" y="3976688"/>
              <a:ext cx="401638" cy="401638"/>
            </a:xfrm>
            <a:custGeom>
              <a:avLst/>
              <a:gdLst/>
              <a:ahLst/>
              <a:cxnLst/>
              <a:rect l="l" t="t" r="r" b="b"/>
              <a:pathLst>
                <a:path w="12133" h="12133" extrusionOk="0">
                  <a:moveTo>
                    <a:pt x="2647" y="9486"/>
                  </a:moveTo>
                  <a:cubicBezTo>
                    <a:pt x="5261" y="12100"/>
                    <a:pt x="9471" y="12133"/>
                    <a:pt x="12133" y="9597"/>
                  </a:cubicBezTo>
                  <a:lnTo>
                    <a:pt x="2536" y="0"/>
                  </a:lnTo>
                  <a:cubicBezTo>
                    <a:pt x="0" y="2662"/>
                    <a:pt x="33" y="6872"/>
                    <a:pt x="2647" y="948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48" name="Google Shape;2848;p16"/>
            <p:cNvSpPr/>
            <p:nvPr/>
          </p:nvSpPr>
          <p:spPr>
            <a:xfrm>
              <a:off x="4211377" y="3895725"/>
              <a:ext cx="401638" cy="401638"/>
            </a:xfrm>
            <a:custGeom>
              <a:avLst/>
              <a:gdLst/>
              <a:ahLst/>
              <a:cxnLst/>
              <a:rect l="l" t="t" r="r" b="b"/>
              <a:pathLst>
                <a:path w="12133" h="12133" extrusionOk="0">
                  <a:moveTo>
                    <a:pt x="9486" y="2647"/>
                  </a:moveTo>
                  <a:cubicBezTo>
                    <a:pt x="6872" y="33"/>
                    <a:pt x="2662" y="0"/>
                    <a:pt x="0" y="2536"/>
                  </a:cubicBezTo>
                  <a:lnTo>
                    <a:pt x="9597" y="12133"/>
                  </a:lnTo>
                  <a:cubicBezTo>
                    <a:pt x="12133" y="9471"/>
                    <a:pt x="12100" y="5261"/>
                    <a:pt x="9486" y="264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52"/>
        <p:cNvGrpSpPr/>
        <p:nvPr/>
      </p:nvGrpSpPr>
      <p:grpSpPr>
        <a:xfrm>
          <a:off x="0" y="0"/>
          <a:ext cx="0" cy="0"/>
          <a:chOff x="0" y="0"/>
          <a:chExt cx="0" cy="0"/>
        </a:xfrm>
      </p:grpSpPr>
      <p:grpSp>
        <p:nvGrpSpPr>
          <p:cNvPr id="2853" name="Google Shape;2853;p17"/>
          <p:cNvGrpSpPr/>
          <p:nvPr/>
        </p:nvGrpSpPr>
        <p:grpSpPr>
          <a:xfrm>
            <a:off x="8035095" y="-120561"/>
            <a:ext cx="1507871" cy="1510263"/>
            <a:chOff x="39184" y="-151930"/>
            <a:chExt cx="1309825" cy="1311903"/>
          </a:xfrm>
        </p:grpSpPr>
        <p:sp>
          <p:nvSpPr>
            <p:cNvPr id="2854" name="Google Shape;2854;p17"/>
            <p:cNvSpPr/>
            <p:nvPr/>
          </p:nvSpPr>
          <p:spPr>
            <a:xfrm>
              <a:off x="1304909" y="544953"/>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55" name="Google Shape;2855;p17"/>
            <p:cNvSpPr/>
            <p:nvPr/>
          </p:nvSpPr>
          <p:spPr>
            <a:xfrm>
              <a:off x="1231442" y="614221"/>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56" name="Google Shape;2856;p17"/>
            <p:cNvSpPr/>
            <p:nvPr/>
          </p:nvSpPr>
          <p:spPr>
            <a:xfrm>
              <a:off x="1160075" y="685588"/>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57" name="Google Shape;2857;p17"/>
            <p:cNvSpPr/>
            <p:nvPr/>
          </p:nvSpPr>
          <p:spPr>
            <a:xfrm>
              <a:off x="1088707" y="756956"/>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58" name="Google Shape;2858;p17"/>
            <p:cNvSpPr/>
            <p:nvPr/>
          </p:nvSpPr>
          <p:spPr>
            <a:xfrm>
              <a:off x="1019439" y="828324"/>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59" name="Google Shape;2859;p17"/>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60" name="Google Shape;2860;p17"/>
            <p:cNvSpPr/>
            <p:nvPr/>
          </p:nvSpPr>
          <p:spPr>
            <a:xfrm>
              <a:off x="876704" y="968960"/>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61" name="Google Shape;2861;p17"/>
            <p:cNvSpPr/>
            <p:nvPr/>
          </p:nvSpPr>
          <p:spPr>
            <a:xfrm>
              <a:off x="805336" y="1040328"/>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62" name="Google Shape;2862;p17"/>
            <p:cNvSpPr/>
            <p:nvPr/>
          </p:nvSpPr>
          <p:spPr>
            <a:xfrm>
              <a:off x="733969" y="1111695"/>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63" name="Google Shape;2863;p17"/>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64" name="Google Shape;2864;p17"/>
            <p:cNvSpPr/>
            <p:nvPr/>
          </p:nvSpPr>
          <p:spPr>
            <a:xfrm>
              <a:off x="1174769" y="557547"/>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65" name="Google Shape;2865;p17"/>
            <p:cNvSpPr/>
            <p:nvPr/>
          </p:nvSpPr>
          <p:spPr>
            <a:xfrm>
              <a:off x="1105499" y="628915"/>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66" name="Google Shape;2866;p17"/>
            <p:cNvSpPr/>
            <p:nvPr/>
          </p:nvSpPr>
          <p:spPr>
            <a:xfrm>
              <a:off x="1034132" y="700282"/>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67" name="Google Shape;2867;p17"/>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68" name="Google Shape;2868;p17"/>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69" name="Google Shape;2869;p17"/>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70" name="Google Shape;2870;p17"/>
            <p:cNvSpPr/>
            <p:nvPr/>
          </p:nvSpPr>
          <p:spPr>
            <a:xfrm>
              <a:off x="748662" y="983653"/>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71" name="Google Shape;2871;p17"/>
            <p:cNvSpPr/>
            <p:nvPr/>
          </p:nvSpPr>
          <p:spPr>
            <a:xfrm>
              <a:off x="677294" y="1052922"/>
              <a:ext cx="46178" cy="48278"/>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72" name="Google Shape;2872;p17"/>
            <p:cNvSpPr/>
            <p:nvPr/>
          </p:nvSpPr>
          <p:spPr>
            <a:xfrm>
              <a:off x="1187363" y="427407"/>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73" name="Google Shape;2873;p17"/>
            <p:cNvSpPr/>
            <p:nvPr/>
          </p:nvSpPr>
          <p:spPr>
            <a:xfrm>
              <a:off x="1115995" y="498774"/>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74" name="Google Shape;2874;p17"/>
            <p:cNvSpPr/>
            <p:nvPr/>
          </p:nvSpPr>
          <p:spPr>
            <a:xfrm>
              <a:off x="1046726" y="572240"/>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75" name="Google Shape;2875;p17"/>
            <p:cNvSpPr/>
            <p:nvPr/>
          </p:nvSpPr>
          <p:spPr>
            <a:xfrm>
              <a:off x="975359" y="643608"/>
              <a:ext cx="44100" cy="420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76" name="Google Shape;2876;p17"/>
            <p:cNvSpPr/>
            <p:nvPr/>
          </p:nvSpPr>
          <p:spPr>
            <a:xfrm>
              <a:off x="901893" y="710777"/>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77" name="Google Shape;2877;p17"/>
            <p:cNvSpPr/>
            <p:nvPr/>
          </p:nvSpPr>
          <p:spPr>
            <a:xfrm>
              <a:off x="832623" y="782145"/>
              <a:ext cx="461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78" name="Google Shape;2878;p17"/>
            <p:cNvSpPr/>
            <p:nvPr/>
          </p:nvSpPr>
          <p:spPr>
            <a:xfrm>
              <a:off x="761256" y="853512"/>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79" name="Google Shape;2879;p17"/>
            <p:cNvSpPr/>
            <p:nvPr/>
          </p:nvSpPr>
          <p:spPr>
            <a:xfrm>
              <a:off x="689888" y="92488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80" name="Google Shape;2880;p17"/>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81" name="Google Shape;2881;p17"/>
            <p:cNvSpPr/>
            <p:nvPr/>
          </p:nvSpPr>
          <p:spPr>
            <a:xfrm>
              <a:off x="1128589" y="370732"/>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82" name="Google Shape;2882;p17"/>
            <p:cNvSpPr/>
            <p:nvPr/>
          </p:nvSpPr>
          <p:spPr>
            <a:xfrm>
              <a:off x="1057221" y="440001"/>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83" name="Google Shape;2883;p17"/>
            <p:cNvSpPr/>
            <p:nvPr/>
          </p:nvSpPr>
          <p:spPr>
            <a:xfrm>
              <a:off x="985854" y="51136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84" name="Google Shape;2884;p17"/>
            <p:cNvSpPr/>
            <p:nvPr/>
          </p:nvSpPr>
          <p:spPr>
            <a:xfrm>
              <a:off x="916585" y="582736"/>
              <a:ext cx="461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85" name="Google Shape;2885;p17"/>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86" name="Google Shape;2886;p17"/>
            <p:cNvSpPr/>
            <p:nvPr/>
          </p:nvSpPr>
          <p:spPr>
            <a:xfrm>
              <a:off x="775949" y="727570"/>
              <a:ext cx="44100" cy="420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87" name="Google Shape;2887;p17"/>
            <p:cNvSpPr/>
            <p:nvPr/>
          </p:nvSpPr>
          <p:spPr>
            <a:xfrm>
              <a:off x="702483" y="796839"/>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88" name="Google Shape;2888;p17"/>
            <p:cNvSpPr/>
            <p:nvPr/>
          </p:nvSpPr>
          <p:spPr>
            <a:xfrm>
              <a:off x="631115" y="866107"/>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89" name="Google Shape;2889;p17"/>
            <p:cNvSpPr/>
            <p:nvPr/>
          </p:nvSpPr>
          <p:spPr>
            <a:xfrm>
              <a:off x="559747" y="93747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90" name="Google Shape;2890;p17"/>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91" name="Google Shape;2891;p17"/>
            <p:cNvSpPr/>
            <p:nvPr/>
          </p:nvSpPr>
          <p:spPr>
            <a:xfrm>
              <a:off x="1000547" y="383327"/>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92" name="Google Shape;2892;p17"/>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93" name="Google Shape;2893;p17"/>
            <p:cNvSpPr/>
            <p:nvPr/>
          </p:nvSpPr>
          <p:spPr>
            <a:xfrm>
              <a:off x="857812" y="523963"/>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94" name="Google Shape;2894;p17"/>
            <p:cNvSpPr/>
            <p:nvPr/>
          </p:nvSpPr>
          <p:spPr>
            <a:xfrm>
              <a:off x="786444" y="59533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95" name="Google Shape;2895;p17"/>
            <p:cNvSpPr/>
            <p:nvPr/>
          </p:nvSpPr>
          <p:spPr>
            <a:xfrm>
              <a:off x="717176" y="668797"/>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96" name="Google Shape;2896;p17"/>
            <p:cNvSpPr/>
            <p:nvPr/>
          </p:nvSpPr>
          <p:spPr>
            <a:xfrm>
              <a:off x="647907" y="740164"/>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97" name="Google Shape;2897;p17"/>
            <p:cNvSpPr/>
            <p:nvPr/>
          </p:nvSpPr>
          <p:spPr>
            <a:xfrm>
              <a:off x="574441" y="809433"/>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98" name="Google Shape;2898;p17"/>
            <p:cNvSpPr/>
            <p:nvPr/>
          </p:nvSpPr>
          <p:spPr>
            <a:xfrm>
              <a:off x="503073" y="880800"/>
              <a:ext cx="48278" cy="461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99" name="Google Shape;2899;p17"/>
            <p:cNvSpPr/>
            <p:nvPr/>
          </p:nvSpPr>
          <p:spPr>
            <a:xfrm>
              <a:off x="1013141" y="253186"/>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00" name="Google Shape;2900;p17"/>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01" name="Google Shape;2901;p17"/>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02" name="Google Shape;2902;p17"/>
            <p:cNvSpPr/>
            <p:nvPr/>
          </p:nvSpPr>
          <p:spPr>
            <a:xfrm>
              <a:off x="799039" y="467288"/>
              <a:ext cx="48279"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03" name="Google Shape;2903;p17"/>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04" name="Google Shape;2904;p17"/>
            <p:cNvSpPr/>
            <p:nvPr/>
          </p:nvSpPr>
          <p:spPr>
            <a:xfrm>
              <a:off x="658403" y="60792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05" name="Google Shape;2905;p17"/>
            <p:cNvSpPr/>
            <p:nvPr/>
          </p:nvSpPr>
          <p:spPr>
            <a:xfrm>
              <a:off x="587035" y="679292"/>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06" name="Google Shape;2906;p17"/>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07" name="Google Shape;2907;p17"/>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08" name="Google Shape;2908;p17"/>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09" name="Google Shape;2909;p17"/>
            <p:cNvSpPr/>
            <p:nvPr/>
          </p:nvSpPr>
          <p:spPr>
            <a:xfrm>
              <a:off x="885100" y="267879"/>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0" name="Google Shape;2910;p17"/>
            <p:cNvSpPr/>
            <p:nvPr/>
          </p:nvSpPr>
          <p:spPr>
            <a:xfrm>
              <a:off x="813732" y="337148"/>
              <a:ext cx="461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1" name="Google Shape;2911;p17"/>
            <p:cNvSpPr/>
            <p:nvPr/>
          </p:nvSpPr>
          <p:spPr>
            <a:xfrm>
              <a:off x="742364" y="408515"/>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2" name="Google Shape;2912;p17"/>
            <p:cNvSpPr/>
            <p:nvPr/>
          </p:nvSpPr>
          <p:spPr>
            <a:xfrm>
              <a:off x="670997" y="47988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3" name="Google Shape;2913;p17"/>
            <p:cNvSpPr/>
            <p:nvPr/>
          </p:nvSpPr>
          <p:spPr>
            <a:xfrm>
              <a:off x="599629" y="55125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4" name="Google Shape;2914;p17"/>
            <p:cNvSpPr/>
            <p:nvPr/>
          </p:nvSpPr>
          <p:spPr>
            <a:xfrm>
              <a:off x="528262" y="622618"/>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5" name="Google Shape;2915;p17"/>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6" name="Google Shape;2916;p17"/>
            <p:cNvSpPr/>
            <p:nvPr/>
          </p:nvSpPr>
          <p:spPr>
            <a:xfrm>
              <a:off x="389725" y="765353"/>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7" name="Google Shape;2917;p17"/>
            <p:cNvSpPr/>
            <p:nvPr/>
          </p:nvSpPr>
          <p:spPr>
            <a:xfrm>
              <a:off x="899793" y="139837"/>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8" name="Google Shape;2918;p17"/>
            <p:cNvSpPr/>
            <p:nvPr/>
          </p:nvSpPr>
          <p:spPr>
            <a:xfrm>
              <a:off x="828425" y="211205"/>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9" name="Google Shape;2919;p17"/>
            <p:cNvSpPr/>
            <p:nvPr/>
          </p:nvSpPr>
          <p:spPr>
            <a:xfrm>
              <a:off x="754959" y="280473"/>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20" name="Google Shape;2920;p17"/>
            <p:cNvSpPr/>
            <p:nvPr/>
          </p:nvSpPr>
          <p:spPr>
            <a:xfrm>
              <a:off x="683591" y="351841"/>
              <a:ext cx="48279"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21" name="Google Shape;2921;p17"/>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22" name="Google Shape;2922;p17"/>
            <p:cNvSpPr/>
            <p:nvPr/>
          </p:nvSpPr>
          <p:spPr>
            <a:xfrm>
              <a:off x="542955" y="492477"/>
              <a:ext cx="461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23" name="Google Shape;2923;p17"/>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24" name="Google Shape;2924;p17"/>
            <p:cNvSpPr/>
            <p:nvPr/>
          </p:nvSpPr>
          <p:spPr>
            <a:xfrm>
              <a:off x="400220" y="635212"/>
              <a:ext cx="48279" cy="482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25" name="Google Shape;2925;p17"/>
            <p:cNvSpPr/>
            <p:nvPr/>
          </p:nvSpPr>
          <p:spPr>
            <a:xfrm>
              <a:off x="328852" y="70658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26" name="Google Shape;2926;p17"/>
            <p:cNvSpPr/>
            <p:nvPr/>
          </p:nvSpPr>
          <p:spPr>
            <a:xfrm>
              <a:off x="841020" y="81064"/>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27" name="Google Shape;2927;p17"/>
            <p:cNvSpPr/>
            <p:nvPr/>
          </p:nvSpPr>
          <p:spPr>
            <a:xfrm>
              <a:off x="767553" y="15033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28" name="Google Shape;2928;p17"/>
            <p:cNvSpPr/>
            <p:nvPr/>
          </p:nvSpPr>
          <p:spPr>
            <a:xfrm>
              <a:off x="696185" y="22170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29" name="Google Shape;2929;p17"/>
            <p:cNvSpPr/>
            <p:nvPr/>
          </p:nvSpPr>
          <p:spPr>
            <a:xfrm>
              <a:off x="626917" y="293068"/>
              <a:ext cx="461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30" name="Google Shape;2930;p17"/>
            <p:cNvSpPr/>
            <p:nvPr/>
          </p:nvSpPr>
          <p:spPr>
            <a:xfrm>
              <a:off x="555549" y="36443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31" name="Google Shape;2931;p17"/>
            <p:cNvSpPr/>
            <p:nvPr/>
          </p:nvSpPr>
          <p:spPr>
            <a:xfrm>
              <a:off x="484182" y="435803"/>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32" name="Google Shape;2932;p17"/>
            <p:cNvSpPr/>
            <p:nvPr/>
          </p:nvSpPr>
          <p:spPr>
            <a:xfrm>
              <a:off x="412814" y="507170"/>
              <a:ext cx="48279" cy="461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33" name="Google Shape;2933;p17"/>
            <p:cNvSpPr/>
            <p:nvPr/>
          </p:nvSpPr>
          <p:spPr>
            <a:xfrm>
              <a:off x="341447" y="576439"/>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34" name="Google Shape;2934;p17"/>
            <p:cNvSpPr/>
            <p:nvPr/>
          </p:nvSpPr>
          <p:spPr>
            <a:xfrm>
              <a:off x="270079" y="64780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35" name="Google Shape;2935;p17"/>
            <p:cNvSpPr/>
            <p:nvPr/>
          </p:nvSpPr>
          <p:spPr>
            <a:xfrm>
              <a:off x="782246" y="22291"/>
              <a:ext cx="461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36" name="Google Shape;2936;p17"/>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37" name="Google Shape;2937;p17"/>
            <p:cNvSpPr/>
            <p:nvPr/>
          </p:nvSpPr>
          <p:spPr>
            <a:xfrm>
              <a:off x="641610" y="167125"/>
              <a:ext cx="44100" cy="420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38" name="Google Shape;2938;p17"/>
            <p:cNvSpPr/>
            <p:nvPr/>
          </p:nvSpPr>
          <p:spPr>
            <a:xfrm>
              <a:off x="570243" y="236393"/>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39" name="Google Shape;2939;p17"/>
            <p:cNvSpPr/>
            <p:nvPr/>
          </p:nvSpPr>
          <p:spPr>
            <a:xfrm>
              <a:off x="496776" y="305662"/>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0" name="Google Shape;2940;p17"/>
            <p:cNvSpPr/>
            <p:nvPr/>
          </p:nvSpPr>
          <p:spPr>
            <a:xfrm>
              <a:off x="425408" y="37703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1" name="Google Shape;2941;p17"/>
            <p:cNvSpPr/>
            <p:nvPr/>
          </p:nvSpPr>
          <p:spPr>
            <a:xfrm>
              <a:off x="356140" y="448397"/>
              <a:ext cx="461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2" name="Google Shape;2942;p17"/>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3" name="Google Shape;2943;p17"/>
            <p:cNvSpPr/>
            <p:nvPr/>
          </p:nvSpPr>
          <p:spPr>
            <a:xfrm>
              <a:off x="213405" y="591132"/>
              <a:ext cx="48278" cy="461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4" name="Google Shape;2944;p17"/>
            <p:cNvSpPr/>
            <p:nvPr/>
          </p:nvSpPr>
          <p:spPr>
            <a:xfrm>
              <a:off x="723473" y="-36482"/>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5" name="Google Shape;2945;p17"/>
            <p:cNvSpPr/>
            <p:nvPr/>
          </p:nvSpPr>
          <p:spPr>
            <a:xfrm>
              <a:off x="652105" y="3488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6" name="Google Shape;2946;p17"/>
            <p:cNvSpPr/>
            <p:nvPr/>
          </p:nvSpPr>
          <p:spPr>
            <a:xfrm>
              <a:off x="582837" y="108352"/>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7" name="Google Shape;2947;p17"/>
            <p:cNvSpPr/>
            <p:nvPr/>
          </p:nvSpPr>
          <p:spPr>
            <a:xfrm>
              <a:off x="511469" y="179719"/>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8" name="Google Shape;2948;p17"/>
            <p:cNvSpPr/>
            <p:nvPr/>
          </p:nvSpPr>
          <p:spPr>
            <a:xfrm>
              <a:off x="440102" y="248988"/>
              <a:ext cx="46179" cy="461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9" name="Google Shape;2949;p17"/>
            <p:cNvSpPr/>
            <p:nvPr/>
          </p:nvSpPr>
          <p:spPr>
            <a:xfrm>
              <a:off x="368734" y="31825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50" name="Google Shape;2950;p17"/>
            <p:cNvSpPr/>
            <p:nvPr/>
          </p:nvSpPr>
          <p:spPr>
            <a:xfrm>
              <a:off x="297367" y="389624"/>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51" name="Google Shape;2951;p17"/>
            <p:cNvSpPr/>
            <p:nvPr/>
          </p:nvSpPr>
          <p:spPr>
            <a:xfrm>
              <a:off x="225999" y="460991"/>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52" name="Google Shape;2952;p17"/>
            <p:cNvSpPr/>
            <p:nvPr/>
          </p:nvSpPr>
          <p:spPr>
            <a:xfrm>
              <a:off x="154631" y="532359"/>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53" name="Google Shape;2953;p17"/>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54" name="Google Shape;2954;p17"/>
            <p:cNvSpPr/>
            <p:nvPr/>
          </p:nvSpPr>
          <p:spPr>
            <a:xfrm>
              <a:off x="593332" y="-23888"/>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55" name="Google Shape;2955;p17"/>
            <p:cNvSpPr/>
            <p:nvPr/>
          </p:nvSpPr>
          <p:spPr>
            <a:xfrm>
              <a:off x="524064" y="47479"/>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56" name="Google Shape;2956;p17"/>
            <p:cNvSpPr/>
            <p:nvPr/>
          </p:nvSpPr>
          <p:spPr>
            <a:xfrm>
              <a:off x="452696" y="118847"/>
              <a:ext cx="482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57" name="Google Shape;2957;p17"/>
            <p:cNvSpPr/>
            <p:nvPr/>
          </p:nvSpPr>
          <p:spPr>
            <a:xfrm>
              <a:off x="381328" y="190214"/>
              <a:ext cx="482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58" name="Google Shape;2958;p17"/>
            <p:cNvSpPr/>
            <p:nvPr/>
          </p:nvSpPr>
          <p:spPr>
            <a:xfrm>
              <a:off x="312060" y="263681"/>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59" name="Google Shape;2959;p17"/>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60" name="Google Shape;2960;p17"/>
            <p:cNvSpPr/>
            <p:nvPr/>
          </p:nvSpPr>
          <p:spPr>
            <a:xfrm>
              <a:off x="167226" y="404317"/>
              <a:ext cx="48279"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61" name="Google Shape;2961;p17"/>
            <p:cNvSpPr/>
            <p:nvPr/>
          </p:nvSpPr>
          <p:spPr>
            <a:xfrm>
              <a:off x="97957" y="473586"/>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62" name="Google Shape;2962;p17"/>
            <p:cNvSpPr/>
            <p:nvPr/>
          </p:nvSpPr>
          <p:spPr>
            <a:xfrm>
              <a:off x="608025" y="-151930"/>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63" name="Google Shape;2963;p17"/>
            <p:cNvSpPr/>
            <p:nvPr/>
          </p:nvSpPr>
          <p:spPr>
            <a:xfrm>
              <a:off x="536658" y="-80562"/>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64" name="Google Shape;2964;p17"/>
            <p:cNvSpPr/>
            <p:nvPr/>
          </p:nvSpPr>
          <p:spPr>
            <a:xfrm>
              <a:off x="465290" y="-9195"/>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65" name="Google Shape;2965;p17"/>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66" name="Google Shape;2966;p17"/>
            <p:cNvSpPr/>
            <p:nvPr/>
          </p:nvSpPr>
          <p:spPr>
            <a:xfrm>
              <a:off x="322555" y="131441"/>
              <a:ext cx="48278" cy="48279"/>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67" name="Google Shape;2967;p17"/>
            <p:cNvSpPr/>
            <p:nvPr/>
          </p:nvSpPr>
          <p:spPr>
            <a:xfrm>
              <a:off x="255386" y="204908"/>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68" name="Google Shape;2968;p17"/>
            <p:cNvSpPr/>
            <p:nvPr/>
          </p:nvSpPr>
          <p:spPr>
            <a:xfrm>
              <a:off x="184018" y="276275"/>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69" name="Google Shape;2969;p17"/>
            <p:cNvSpPr/>
            <p:nvPr/>
          </p:nvSpPr>
          <p:spPr>
            <a:xfrm>
              <a:off x="110552" y="345544"/>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70" name="Google Shape;2970;p17"/>
            <p:cNvSpPr/>
            <p:nvPr/>
          </p:nvSpPr>
          <p:spPr>
            <a:xfrm>
              <a:off x="39184" y="416911"/>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2971" name="Google Shape;2971;p17"/>
          <p:cNvSpPr txBox="1">
            <a:spLocks noGrp="1"/>
          </p:cNvSpPr>
          <p:nvPr>
            <p:ph type="title"/>
          </p:nvPr>
        </p:nvSpPr>
        <p:spPr>
          <a:xfrm>
            <a:off x="1494900" y="1686900"/>
            <a:ext cx="6459000" cy="17697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SzPts val="1620"/>
              <a:buNone/>
            </a:pPr>
            <a:r>
              <a:rPr lang="en" sz="4200" b="1">
                <a:latin typeface="Poppins"/>
                <a:ea typeface="Poppins"/>
                <a:cs typeface="Poppins"/>
                <a:sym typeface="Poppins"/>
              </a:rPr>
              <a:t>Music production recommendations in </a:t>
            </a:r>
            <a:r>
              <a:rPr lang="en" sz="4200" b="1">
                <a:solidFill>
                  <a:schemeClr val="accent1"/>
                </a:solidFill>
                <a:latin typeface="Poppins"/>
                <a:ea typeface="Poppins"/>
                <a:cs typeface="Poppins"/>
                <a:sym typeface="Poppins"/>
              </a:rPr>
              <a:t>under 2.5 seconds!</a:t>
            </a:r>
            <a:endParaRPr sz="4200" b="1">
              <a:solidFill>
                <a:schemeClr val="accent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44">
          <a:extLst>
            <a:ext uri="{FF2B5EF4-FFF2-40B4-BE49-F238E27FC236}">
              <a16:creationId xmlns:a16="http://schemas.microsoft.com/office/drawing/2014/main" id="{08488956-6D2C-3DB9-A401-0D15450A4F55}"/>
            </a:ext>
          </a:extLst>
        </p:cNvPr>
        <p:cNvGrpSpPr/>
        <p:nvPr/>
      </p:nvGrpSpPr>
      <p:grpSpPr>
        <a:xfrm>
          <a:off x="0" y="0"/>
          <a:ext cx="0" cy="0"/>
          <a:chOff x="0" y="0"/>
          <a:chExt cx="0" cy="0"/>
        </a:xfrm>
      </p:grpSpPr>
      <p:sp>
        <p:nvSpPr>
          <p:cNvPr id="3146" name="Google Shape;3146;p20">
            <a:extLst>
              <a:ext uri="{FF2B5EF4-FFF2-40B4-BE49-F238E27FC236}">
                <a16:creationId xmlns:a16="http://schemas.microsoft.com/office/drawing/2014/main" id="{13DAC140-DFA8-2892-4CAB-5F3F6F39DABB}"/>
              </a:ext>
            </a:extLst>
          </p:cNvPr>
          <p:cNvSpPr txBox="1">
            <a:spLocks noGrp="1"/>
          </p:cNvSpPr>
          <p:nvPr>
            <p:ph type="body" idx="4294967295"/>
          </p:nvPr>
        </p:nvSpPr>
        <p:spPr>
          <a:xfrm>
            <a:off x="522925" y="1846510"/>
            <a:ext cx="8098150" cy="120950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SzPts val="2500"/>
              <a:buNone/>
            </a:pPr>
            <a:r>
              <a:rPr lang="en" b="1" dirty="0"/>
              <a:t>The music industry is highly competitive, with thousands of song released every year. Artists and producers often struggle to predict whether a song will resonate with listeners.</a:t>
            </a:r>
            <a:endParaRPr b="1" dirty="0"/>
          </a:p>
        </p:txBody>
      </p:sp>
      <p:sp>
        <p:nvSpPr>
          <p:cNvPr id="3165" name="Google Shape;3165;p20">
            <a:extLst>
              <a:ext uri="{FF2B5EF4-FFF2-40B4-BE49-F238E27FC236}">
                <a16:creationId xmlns:a16="http://schemas.microsoft.com/office/drawing/2014/main" id="{4A008332-F201-0816-DA9F-B5FF7DB31CD7}"/>
              </a:ext>
            </a:extLst>
          </p:cNvPr>
          <p:cNvSpPr txBox="1">
            <a:spLocks noGrp="1"/>
          </p:cNvSpPr>
          <p:nvPr>
            <p:ph type="title"/>
          </p:nvPr>
        </p:nvSpPr>
        <p:spPr>
          <a:xfrm>
            <a:off x="522925" y="278374"/>
            <a:ext cx="7696200" cy="6393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 dirty="0"/>
              <a:t>Problem Statement</a:t>
            </a:r>
            <a:endParaRPr dirty="0"/>
          </a:p>
        </p:txBody>
      </p:sp>
    </p:spTree>
    <p:extLst>
      <p:ext uri="{BB962C8B-B14F-4D97-AF65-F5344CB8AC3E}">
        <p14:creationId xmlns:p14="http://schemas.microsoft.com/office/powerpoint/2010/main" val="1101914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44">
          <a:extLst>
            <a:ext uri="{FF2B5EF4-FFF2-40B4-BE49-F238E27FC236}">
              <a16:creationId xmlns:a16="http://schemas.microsoft.com/office/drawing/2014/main" id="{DFC7F4DC-E427-AD96-8FCC-C5ED86C500D0}"/>
            </a:ext>
          </a:extLst>
        </p:cNvPr>
        <p:cNvGrpSpPr/>
        <p:nvPr/>
      </p:nvGrpSpPr>
      <p:grpSpPr>
        <a:xfrm>
          <a:off x="0" y="0"/>
          <a:ext cx="0" cy="0"/>
          <a:chOff x="0" y="0"/>
          <a:chExt cx="0" cy="0"/>
        </a:xfrm>
      </p:grpSpPr>
      <p:sp>
        <p:nvSpPr>
          <p:cNvPr id="3146" name="Google Shape;3146;p20">
            <a:extLst>
              <a:ext uri="{FF2B5EF4-FFF2-40B4-BE49-F238E27FC236}">
                <a16:creationId xmlns:a16="http://schemas.microsoft.com/office/drawing/2014/main" id="{225C210F-EF7A-C138-32CE-FCCEFFED569B}"/>
              </a:ext>
            </a:extLst>
          </p:cNvPr>
          <p:cNvSpPr txBox="1">
            <a:spLocks noGrp="1"/>
          </p:cNvSpPr>
          <p:nvPr>
            <p:ph type="body" idx="4294967295"/>
          </p:nvPr>
        </p:nvSpPr>
        <p:spPr>
          <a:xfrm>
            <a:off x="522925" y="1220868"/>
            <a:ext cx="8098150" cy="2561860"/>
          </a:xfrm>
          <a:prstGeom prst="rect">
            <a:avLst/>
          </a:prstGeom>
          <a:noFill/>
          <a:ln>
            <a:noFill/>
          </a:ln>
        </p:spPr>
        <p:txBody>
          <a:bodyPr spcFirstLastPara="1" wrap="square" lIns="91425" tIns="45700" rIns="91425" bIns="45700" anchor="t" anchorCtr="0">
            <a:noAutofit/>
          </a:bodyPr>
          <a:lstStyle/>
          <a:p>
            <a:pPr lvl="0" indent="-457200" algn="l" rtl="0">
              <a:lnSpc>
                <a:spcPct val="90000"/>
              </a:lnSpc>
              <a:spcBef>
                <a:spcPts val="750"/>
              </a:spcBef>
              <a:spcAft>
                <a:spcPts val="0"/>
              </a:spcAft>
              <a:buSzPts val="2500"/>
              <a:buFont typeface="+mj-lt"/>
              <a:buAutoNum type="arabicPeriod"/>
            </a:pPr>
            <a:r>
              <a:rPr lang="en-US" b="1" dirty="0"/>
              <a:t>Data collection and preprocessing</a:t>
            </a:r>
          </a:p>
          <a:p>
            <a:pPr lvl="0" indent="-457200" algn="l" rtl="0">
              <a:lnSpc>
                <a:spcPct val="90000"/>
              </a:lnSpc>
              <a:spcBef>
                <a:spcPts val="750"/>
              </a:spcBef>
              <a:spcAft>
                <a:spcPts val="0"/>
              </a:spcAft>
              <a:buSzPts val="2500"/>
              <a:buFont typeface="+mj-lt"/>
              <a:buAutoNum type="arabicPeriod"/>
            </a:pPr>
            <a:r>
              <a:rPr lang="en-US" b="1" dirty="0"/>
              <a:t>Data filtering and cleaning</a:t>
            </a:r>
          </a:p>
          <a:p>
            <a:pPr lvl="0" indent="-457200" algn="l" rtl="0">
              <a:lnSpc>
                <a:spcPct val="90000"/>
              </a:lnSpc>
              <a:spcBef>
                <a:spcPts val="750"/>
              </a:spcBef>
              <a:spcAft>
                <a:spcPts val="0"/>
              </a:spcAft>
              <a:buSzPts val="2500"/>
              <a:buFont typeface="+mj-lt"/>
              <a:buAutoNum type="arabicPeriod"/>
            </a:pPr>
            <a:r>
              <a:rPr lang="en-US" b="1" dirty="0"/>
              <a:t>Exploratory data analysis</a:t>
            </a:r>
          </a:p>
          <a:p>
            <a:pPr lvl="0" indent="-457200" algn="l" rtl="0">
              <a:lnSpc>
                <a:spcPct val="90000"/>
              </a:lnSpc>
              <a:spcBef>
                <a:spcPts val="750"/>
              </a:spcBef>
              <a:spcAft>
                <a:spcPts val="0"/>
              </a:spcAft>
              <a:buSzPts val="2500"/>
              <a:buFont typeface="+mj-lt"/>
              <a:buAutoNum type="arabicPeriod"/>
            </a:pPr>
            <a:r>
              <a:rPr lang="en-US" b="1" dirty="0"/>
              <a:t>Model selection and implementation</a:t>
            </a:r>
          </a:p>
          <a:p>
            <a:pPr lvl="0" indent="-457200" algn="l" rtl="0">
              <a:lnSpc>
                <a:spcPct val="90000"/>
              </a:lnSpc>
              <a:spcBef>
                <a:spcPts val="750"/>
              </a:spcBef>
              <a:spcAft>
                <a:spcPts val="0"/>
              </a:spcAft>
              <a:buSzPts val="2500"/>
              <a:buFont typeface="+mj-lt"/>
              <a:buAutoNum type="arabicPeriod"/>
            </a:pPr>
            <a:r>
              <a:rPr lang="en-US" b="1" dirty="0"/>
              <a:t>Results interpretation</a:t>
            </a:r>
          </a:p>
          <a:p>
            <a:pPr lvl="0" indent="-457200" algn="l" rtl="0">
              <a:lnSpc>
                <a:spcPct val="90000"/>
              </a:lnSpc>
              <a:spcBef>
                <a:spcPts val="750"/>
              </a:spcBef>
              <a:spcAft>
                <a:spcPts val="0"/>
              </a:spcAft>
              <a:buSzPts val="2500"/>
              <a:buFont typeface="+mj-lt"/>
              <a:buAutoNum type="arabicPeriod"/>
            </a:pPr>
            <a:r>
              <a:rPr lang="en-US" b="1" dirty="0"/>
              <a:t>Presentation</a:t>
            </a:r>
            <a:endParaRPr b="1" dirty="0"/>
          </a:p>
        </p:txBody>
      </p:sp>
      <p:sp>
        <p:nvSpPr>
          <p:cNvPr id="3165" name="Google Shape;3165;p20">
            <a:extLst>
              <a:ext uri="{FF2B5EF4-FFF2-40B4-BE49-F238E27FC236}">
                <a16:creationId xmlns:a16="http://schemas.microsoft.com/office/drawing/2014/main" id="{A6B6DC59-C1BE-39B9-B96F-1157B3BE8D1B}"/>
              </a:ext>
            </a:extLst>
          </p:cNvPr>
          <p:cNvSpPr txBox="1">
            <a:spLocks noGrp="1"/>
          </p:cNvSpPr>
          <p:nvPr>
            <p:ph type="title"/>
          </p:nvPr>
        </p:nvSpPr>
        <p:spPr>
          <a:xfrm>
            <a:off x="522925" y="278374"/>
            <a:ext cx="7696200" cy="6393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 dirty="0"/>
              <a:t>Project Plan</a:t>
            </a:r>
            <a:endParaRPr dirty="0"/>
          </a:p>
        </p:txBody>
      </p:sp>
    </p:spTree>
    <p:extLst>
      <p:ext uri="{BB962C8B-B14F-4D97-AF65-F5344CB8AC3E}">
        <p14:creationId xmlns:p14="http://schemas.microsoft.com/office/powerpoint/2010/main" val="844006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75"/>
        <p:cNvGrpSpPr/>
        <p:nvPr/>
      </p:nvGrpSpPr>
      <p:grpSpPr>
        <a:xfrm>
          <a:off x="0" y="0"/>
          <a:ext cx="0" cy="0"/>
          <a:chOff x="0" y="0"/>
          <a:chExt cx="0" cy="0"/>
        </a:xfrm>
      </p:grpSpPr>
      <p:sp>
        <p:nvSpPr>
          <p:cNvPr id="2976" name="Google Shape;2976;p18"/>
          <p:cNvSpPr/>
          <p:nvPr/>
        </p:nvSpPr>
        <p:spPr>
          <a:xfrm>
            <a:off x="4931409" y="2997258"/>
            <a:ext cx="669000" cy="546600"/>
          </a:xfrm>
          <a:prstGeom prst="round1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77" name="Google Shape;2977;p18"/>
          <p:cNvSpPr/>
          <p:nvPr/>
        </p:nvSpPr>
        <p:spPr>
          <a:xfrm>
            <a:off x="4931409" y="1852606"/>
            <a:ext cx="669000" cy="547200"/>
          </a:xfrm>
          <a:prstGeom prst="round1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78" name="Google Shape;2978;p18"/>
          <p:cNvSpPr/>
          <p:nvPr/>
        </p:nvSpPr>
        <p:spPr>
          <a:xfrm>
            <a:off x="1006697" y="1852606"/>
            <a:ext cx="669000" cy="547200"/>
          </a:xfrm>
          <a:prstGeom prst="round1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79" name="Google Shape;2979;p18"/>
          <p:cNvSpPr txBox="1">
            <a:spLocks noGrp="1"/>
          </p:cNvSpPr>
          <p:nvPr>
            <p:ph type="body" idx="2"/>
          </p:nvPr>
        </p:nvSpPr>
        <p:spPr>
          <a:xfrm>
            <a:off x="1731222" y="1898170"/>
            <a:ext cx="2744700" cy="456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SzPts val="2500"/>
              <a:buNone/>
            </a:pPr>
            <a:r>
              <a:rPr lang="en" dirty="0"/>
              <a:t>Methodology</a:t>
            </a:r>
            <a:endParaRPr dirty="0"/>
          </a:p>
        </p:txBody>
      </p:sp>
      <p:sp>
        <p:nvSpPr>
          <p:cNvPr id="2980" name="Google Shape;2980;p18"/>
          <p:cNvSpPr txBox="1">
            <a:spLocks noGrp="1"/>
          </p:cNvSpPr>
          <p:nvPr>
            <p:ph type="body" idx="3"/>
          </p:nvPr>
        </p:nvSpPr>
        <p:spPr>
          <a:xfrm>
            <a:off x="922725" y="1837950"/>
            <a:ext cx="808500" cy="4560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750"/>
              </a:spcBef>
              <a:spcAft>
                <a:spcPts val="0"/>
              </a:spcAft>
              <a:buSzPts val="2500"/>
              <a:buNone/>
            </a:pPr>
            <a:r>
              <a:rPr lang="en" dirty="0"/>
              <a:t>01</a:t>
            </a:r>
            <a:endParaRPr dirty="0"/>
          </a:p>
        </p:txBody>
      </p:sp>
      <p:sp>
        <p:nvSpPr>
          <p:cNvPr id="2981" name="Google Shape;2981;p18"/>
          <p:cNvSpPr txBox="1">
            <a:spLocks noGrp="1"/>
          </p:cNvSpPr>
          <p:nvPr>
            <p:ph type="body" idx="5"/>
          </p:nvPr>
        </p:nvSpPr>
        <p:spPr>
          <a:xfrm>
            <a:off x="1731222" y="3042258"/>
            <a:ext cx="3479100" cy="456000"/>
          </a:xfrm>
          <a:prstGeom prst="rect">
            <a:avLst/>
          </a:prstGeom>
          <a:noFill/>
          <a:ln>
            <a:noFill/>
          </a:ln>
        </p:spPr>
        <p:txBody>
          <a:bodyPr spcFirstLastPara="1" wrap="square" lIns="91425" tIns="45700" rIns="91425" bIns="45700" anchor="t" anchorCtr="0">
            <a:noAutofit/>
          </a:bodyPr>
          <a:lstStyle/>
          <a:p>
            <a:pPr marL="0" indent="0"/>
            <a:r>
              <a:rPr lang="en-US" dirty="0"/>
              <a:t>Walkthrough</a:t>
            </a:r>
          </a:p>
          <a:p>
            <a:pPr marL="0" lvl="0" indent="0" algn="l" rtl="0">
              <a:spcBef>
                <a:spcPts val="750"/>
              </a:spcBef>
              <a:spcAft>
                <a:spcPts val="0"/>
              </a:spcAft>
              <a:buNone/>
            </a:pPr>
            <a:endParaRPr b="1" dirty="0">
              <a:latin typeface="Poppins" pitchFamily="2" charset="77"/>
              <a:cs typeface="Poppins" pitchFamily="2" charset="77"/>
            </a:endParaRPr>
          </a:p>
          <a:p>
            <a:pPr marL="0" lvl="0" indent="0" algn="l" rtl="0">
              <a:lnSpc>
                <a:spcPct val="90000"/>
              </a:lnSpc>
              <a:spcBef>
                <a:spcPts val="750"/>
              </a:spcBef>
              <a:spcAft>
                <a:spcPts val="0"/>
              </a:spcAft>
              <a:buSzPts val="2500"/>
              <a:buNone/>
            </a:pPr>
            <a:endParaRPr dirty="0"/>
          </a:p>
        </p:txBody>
      </p:sp>
      <p:sp>
        <p:nvSpPr>
          <p:cNvPr id="2982" name="Google Shape;2982;p18"/>
          <p:cNvSpPr txBox="1">
            <a:spLocks noGrp="1"/>
          </p:cNvSpPr>
          <p:nvPr>
            <p:ph type="body" idx="6"/>
          </p:nvPr>
        </p:nvSpPr>
        <p:spPr>
          <a:xfrm>
            <a:off x="4847437" y="1837950"/>
            <a:ext cx="808500" cy="4560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750"/>
              </a:spcBef>
              <a:spcAft>
                <a:spcPts val="0"/>
              </a:spcAft>
              <a:buSzPts val="2500"/>
              <a:buNone/>
            </a:pPr>
            <a:r>
              <a:rPr lang="en" dirty="0"/>
              <a:t>02</a:t>
            </a:r>
            <a:endParaRPr dirty="0"/>
          </a:p>
        </p:txBody>
      </p:sp>
      <p:sp>
        <p:nvSpPr>
          <p:cNvPr id="2983" name="Google Shape;2983;p18"/>
          <p:cNvSpPr txBox="1">
            <a:spLocks noGrp="1"/>
          </p:cNvSpPr>
          <p:nvPr>
            <p:ph type="body" idx="8"/>
          </p:nvPr>
        </p:nvSpPr>
        <p:spPr>
          <a:xfrm>
            <a:off x="3880629" y="3929113"/>
            <a:ext cx="2173200" cy="456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SzPts val="2500"/>
              <a:buNone/>
            </a:pPr>
            <a:r>
              <a:rPr lang="en" dirty="0"/>
              <a:t>Conclusion</a:t>
            </a:r>
            <a:endParaRPr dirty="0"/>
          </a:p>
        </p:txBody>
      </p:sp>
      <p:sp>
        <p:nvSpPr>
          <p:cNvPr id="2984" name="Google Shape;2984;p18"/>
          <p:cNvSpPr txBox="1">
            <a:spLocks noGrp="1"/>
          </p:cNvSpPr>
          <p:nvPr>
            <p:ph type="body" idx="9"/>
          </p:nvPr>
        </p:nvSpPr>
        <p:spPr>
          <a:xfrm>
            <a:off x="4847437" y="2981404"/>
            <a:ext cx="808500" cy="4560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750"/>
              </a:spcBef>
              <a:spcAft>
                <a:spcPts val="0"/>
              </a:spcAft>
              <a:buSzPts val="2500"/>
              <a:buNone/>
            </a:pPr>
            <a:r>
              <a:rPr lang="en" dirty="0"/>
              <a:t>04</a:t>
            </a:r>
            <a:endParaRPr dirty="0"/>
          </a:p>
        </p:txBody>
      </p:sp>
      <p:sp>
        <p:nvSpPr>
          <p:cNvPr id="2985" name="Google Shape;2985;p18"/>
          <p:cNvSpPr txBox="1">
            <a:spLocks noGrp="1"/>
          </p:cNvSpPr>
          <p:nvPr>
            <p:ph type="title"/>
          </p:nvPr>
        </p:nvSpPr>
        <p:spPr>
          <a:xfrm>
            <a:off x="627050" y="100345"/>
            <a:ext cx="6883200" cy="798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5000"/>
              <a:buNone/>
            </a:pPr>
            <a:r>
              <a:rPr lang="en"/>
              <a:t>Agenda</a:t>
            </a:r>
            <a:endParaRPr/>
          </a:p>
        </p:txBody>
      </p:sp>
      <p:sp>
        <p:nvSpPr>
          <p:cNvPr id="4" name="Google Shape;2978;p18">
            <a:extLst>
              <a:ext uri="{FF2B5EF4-FFF2-40B4-BE49-F238E27FC236}">
                <a16:creationId xmlns:a16="http://schemas.microsoft.com/office/drawing/2014/main" id="{8861AF10-86C3-A180-2A7E-1FEFB179DCDE}"/>
              </a:ext>
            </a:extLst>
          </p:cNvPr>
          <p:cNvSpPr/>
          <p:nvPr/>
        </p:nvSpPr>
        <p:spPr>
          <a:xfrm>
            <a:off x="1006697" y="2996658"/>
            <a:ext cx="669000" cy="547200"/>
          </a:xfrm>
          <a:prstGeom prst="round1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 name="Google Shape;2980;p18">
            <a:extLst>
              <a:ext uri="{FF2B5EF4-FFF2-40B4-BE49-F238E27FC236}">
                <a16:creationId xmlns:a16="http://schemas.microsoft.com/office/drawing/2014/main" id="{F6646480-1174-CD41-56F9-0B1FB6F264BF}"/>
              </a:ext>
            </a:extLst>
          </p:cNvPr>
          <p:cNvSpPr txBox="1">
            <a:spLocks/>
          </p:cNvSpPr>
          <p:nvPr/>
        </p:nvSpPr>
        <p:spPr>
          <a:xfrm>
            <a:off x="922722" y="2996658"/>
            <a:ext cx="808500" cy="456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90000"/>
              </a:lnSpc>
              <a:spcBef>
                <a:spcPts val="750"/>
              </a:spcBef>
              <a:spcAft>
                <a:spcPts val="0"/>
              </a:spcAft>
              <a:buClr>
                <a:schemeClr val="dk1"/>
              </a:buClr>
              <a:buSzPts val="2500"/>
              <a:buFont typeface="Arial"/>
              <a:buNone/>
              <a:defRPr sz="2400" b="0" i="0" u="none" strike="noStrike" cap="none">
                <a:solidFill>
                  <a:schemeClr val="dk1"/>
                </a:solidFill>
                <a:latin typeface="Poppins ExtraBold"/>
                <a:ea typeface="Poppins ExtraBold"/>
                <a:cs typeface="Poppins ExtraBold"/>
                <a:sym typeface="Poppins ExtraBold"/>
              </a:defRPr>
            </a:lvl1pPr>
            <a:lvl2pPr marL="914400" marR="0" lvl="1" indent="-228600" algn="l" rtl="0">
              <a:lnSpc>
                <a:spcPct val="90000"/>
              </a:lnSpc>
              <a:spcBef>
                <a:spcPts val="375"/>
              </a:spcBef>
              <a:spcAft>
                <a:spcPts val="0"/>
              </a:spcAft>
              <a:buClr>
                <a:srgbClr val="888888"/>
              </a:buClr>
              <a:buSzPts val="1500"/>
              <a:buFont typeface="Arial"/>
              <a:buNone/>
              <a:defRPr sz="1500" b="0" i="0" u="none" strike="noStrike" cap="none">
                <a:solidFill>
                  <a:srgbClr val="888888"/>
                </a:solidFill>
                <a:latin typeface="Anaheim"/>
                <a:ea typeface="Anaheim"/>
                <a:cs typeface="Anaheim"/>
                <a:sym typeface="Anaheim"/>
              </a:defRPr>
            </a:lvl2pPr>
            <a:lvl3pPr marL="1371600" marR="0" lvl="2" indent="-228600" algn="l" rtl="0">
              <a:lnSpc>
                <a:spcPct val="90000"/>
              </a:lnSpc>
              <a:spcBef>
                <a:spcPts val="375"/>
              </a:spcBef>
              <a:spcAft>
                <a:spcPts val="0"/>
              </a:spcAft>
              <a:buClr>
                <a:srgbClr val="888888"/>
              </a:buClr>
              <a:buSzPts val="1350"/>
              <a:buFont typeface="Arial"/>
              <a:buNone/>
              <a:defRPr sz="1350" b="0" i="0" u="none" strike="noStrike" cap="none">
                <a:solidFill>
                  <a:srgbClr val="888888"/>
                </a:solidFill>
                <a:latin typeface="Anaheim"/>
                <a:ea typeface="Anaheim"/>
                <a:cs typeface="Anaheim"/>
                <a:sym typeface="Anaheim"/>
              </a:defRPr>
            </a:lvl3pPr>
            <a:lvl4pPr marL="1828800" marR="0" lvl="3"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Anaheim"/>
                <a:ea typeface="Anaheim"/>
                <a:cs typeface="Anaheim"/>
                <a:sym typeface="Anaheim"/>
              </a:defRPr>
            </a:lvl4pPr>
            <a:lvl5pPr marL="2286000" marR="0" lvl="4"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Anaheim"/>
                <a:ea typeface="Anaheim"/>
                <a:cs typeface="Anaheim"/>
                <a:sym typeface="Anaheim"/>
              </a:defRPr>
            </a:lvl5pPr>
            <a:lvl6pPr marL="2743200" marR="0" lvl="5"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pPr marL="0" indent="0"/>
            <a:r>
              <a:rPr lang="en" dirty="0"/>
              <a:t>03</a:t>
            </a:r>
          </a:p>
        </p:txBody>
      </p:sp>
      <p:sp>
        <p:nvSpPr>
          <p:cNvPr id="6" name="Google Shape;2976;p18">
            <a:extLst>
              <a:ext uri="{FF2B5EF4-FFF2-40B4-BE49-F238E27FC236}">
                <a16:creationId xmlns:a16="http://schemas.microsoft.com/office/drawing/2014/main" id="{937D5D39-A978-FB0C-0F38-97A1E5B1C3FE}"/>
              </a:ext>
            </a:extLst>
          </p:cNvPr>
          <p:cNvSpPr/>
          <p:nvPr/>
        </p:nvSpPr>
        <p:spPr>
          <a:xfrm>
            <a:off x="3072129" y="3883813"/>
            <a:ext cx="669000" cy="546600"/>
          </a:xfrm>
          <a:prstGeom prst="round1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 name="Google Shape;2984;p18">
            <a:extLst>
              <a:ext uri="{FF2B5EF4-FFF2-40B4-BE49-F238E27FC236}">
                <a16:creationId xmlns:a16="http://schemas.microsoft.com/office/drawing/2014/main" id="{123B73E6-2DBC-D99F-2C9D-4A8331F15F14}"/>
              </a:ext>
            </a:extLst>
          </p:cNvPr>
          <p:cNvSpPr txBox="1">
            <a:spLocks/>
          </p:cNvSpPr>
          <p:nvPr/>
        </p:nvSpPr>
        <p:spPr>
          <a:xfrm>
            <a:off x="2988157" y="3867959"/>
            <a:ext cx="808500" cy="456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90000"/>
              </a:lnSpc>
              <a:spcBef>
                <a:spcPts val="750"/>
              </a:spcBef>
              <a:spcAft>
                <a:spcPts val="0"/>
              </a:spcAft>
              <a:buClr>
                <a:schemeClr val="dk1"/>
              </a:buClr>
              <a:buSzPts val="2500"/>
              <a:buFont typeface="Arial"/>
              <a:buNone/>
              <a:defRPr sz="2400" b="0" i="0" u="none" strike="noStrike" cap="none">
                <a:solidFill>
                  <a:schemeClr val="dk1"/>
                </a:solidFill>
                <a:latin typeface="Poppins ExtraBold"/>
                <a:ea typeface="Poppins ExtraBold"/>
                <a:cs typeface="Poppins ExtraBold"/>
                <a:sym typeface="Poppins ExtraBold"/>
              </a:defRPr>
            </a:lvl1pPr>
            <a:lvl2pPr marL="914400" marR="0" lvl="1" indent="-228600" algn="l" rtl="0">
              <a:lnSpc>
                <a:spcPct val="90000"/>
              </a:lnSpc>
              <a:spcBef>
                <a:spcPts val="375"/>
              </a:spcBef>
              <a:spcAft>
                <a:spcPts val="0"/>
              </a:spcAft>
              <a:buClr>
                <a:srgbClr val="888888"/>
              </a:buClr>
              <a:buSzPts val="1500"/>
              <a:buFont typeface="Arial"/>
              <a:buNone/>
              <a:defRPr sz="1500" b="0" i="0" u="none" strike="noStrike" cap="none">
                <a:solidFill>
                  <a:srgbClr val="888888"/>
                </a:solidFill>
                <a:latin typeface="Anaheim"/>
                <a:ea typeface="Anaheim"/>
                <a:cs typeface="Anaheim"/>
                <a:sym typeface="Anaheim"/>
              </a:defRPr>
            </a:lvl2pPr>
            <a:lvl3pPr marL="1371600" marR="0" lvl="2" indent="-228600" algn="l" rtl="0">
              <a:lnSpc>
                <a:spcPct val="90000"/>
              </a:lnSpc>
              <a:spcBef>
                <a:spcPts val="375"/>
              </a:spcBef>
              <a:spcAft>
                <a:spcPts val="0"/>
              </a:spcAft>
              <a:buClr>
                <a:srgbClr val="888888"/>
              </a:buClr>
              <a:buSzPts val="1350"/>
              <a:buFont typeface="Arial"/>
              <a:buNone/>
              <a:defRPr sz="1350" b="0" i="0" u="none" strike="noStrike" cap="none">
                <a:solidFill>
                  <a:srgbClr val="888888"/>
                </a:solidFill>
                <a:latin typeface="Anaheim"/>
                <a:ea typeface="Anaheim"/>
                <a:cs typeface="Anaheim"/>
                <a:sym typeface="Anaheim"/>
              </a:defRPr>
            </a:lvl3pPr>
            <a:lvl4pPr marL="1828800" marR="0" lvl="3"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Anaheim"/>
                <a:ea typeface="Anaheim"/>
                <a:cs typeface="Anaheim"/>
                <a:sym typeface="Anaheim"/>
              </a:defRPr>
            </a:lvl4pPr>
            <a:lvl5pPr marL="2286000" marR="0" lvl="4"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Anaheim"/>
                <a:ea typeface="Anaheim"/>
                <a:cs typeface="Anaheim"/>
                <a:sym typeface="Anaheim"/>
              </a:defRPr>
            </a:lvl5pPr>
            <a:lvl6pPr marL="2743200" marR="0" lvl="5"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pPr marL="0" indent="0"/>
            <a:r>
              <a:rPr lang="en" dirty="0"/>
              <a:t>05</a:t>
            </a:r>
          </a:p>
        </p:txBody>
      </p:sp>
      <p:sp>
        <p:nvSpPr>
          <p:cNvPr id="8" name="Google Shape;2981;p18">
            <a:extLst>
              <a:ext uri="{FF2B5EF4-FFF2-40B4-BE49-F238E27FC236}">
                <a16:creationId xmlns:a16="http://schemas.microsoft.com/office/drawing/2014/main" id="{3B3C5B57-AFDB-58EB-3C5B-B54289298764}"/>
              </a:ext>
            </a:extLst>
          </p:cNvPr>
          <p:cNvSpPr txBox="1">
            <a:spLocks/>
          </p:cNvSpPr>
          <p:nvPr/>
        </p:nvSpPr>
        <p:spPr>
          <a:xfrm>
            <a:off x="5600409" y="1898170"/>
            <a:ext cx="3479100" cy="456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750"/>
              </a:spcBef>
              <a:spcAft>
                <a:spcPts val="0"/>
              </a:spcAft>
              <a:buClr>
                <a:schemeClr val="dk1"/>
              </a:buClr>
              <a:buSzPts val="2500"/>
              <a:buFont typeface="Arial"/>
              <a:buNone/>
              <a:defRPr sz="2400" b="0" i="0" u="none" strike="noStrike" cap="none">
                <a:solidFill>
                  <a:schemeClr val="dk1"/>
                </a:solidFill>
                <a:latin typeface="Poppins ExtraBold"/>
                <a:ea typeface="Poppins ExtraBold"/>
                <a:cs typeface="Poppins ExtraBold"/>
                <a:sym typeface="Poppins ExtraBold"/>
              </a:defRPr>
            </a:lvl1pPr>
            <a:lvl2pPr marL="914400" marR="0" lvl="1" indent="-228600" algn="l" rtl="0">
              <a:lnSpc>
                <a:spcPct val="90000"/>
              </a:lnSpc>
              <a:spcBef>
                <a:spcPts val="375"/>
              </a:spcBef>
              <a:spcAft>
                <a:spcPts val="0"/>
              </a:spcAft>
              <a:buClr>
                <a:srgbClr val="888888"/>
              </a:buClr>
              <a:buSzPts val="1500"/>
              <a:buFont typeface="Arial"/>
              <a:buNone/>
              <a:defRPr sz="1500" b="0" i="0" u="none" strike="noStrike" cap="none">
                <a:solidFill>
                  <a:srgbClr val="888888"/>
                </a:solidFill>
                <a:latin typeface="Anaheim"/>
                <a:ea typeface="Anaheim"/>
                <a:cs typeface="Anaheim"/>
                <a:sym typeface="Anaheim"/>
              </a:defRPr>
            </a:lvl2pPr>
            <a:lvl3pPr marL="1371600" marR="0" lvl="2" indent="-228600" algn="l" rtl="0">
              <a:lnSpc>
                <a:spcPct val="90000"/>
              </a:lnSpc>
              <a:spcBef>
                <a:spcPts val="375"/>
              </a:spcBef>
              <a:spcAft>
                <a:spcPts val="0"/>
              </a:spcAft>
              <a:buClr>
                <a:srgbClr val="888888"/>
              </a:buClr>
              <a:buSzPts val="1350"/>
              <a:buFont typeface="Arial"/>
              <a:buNone/>
              <a:defRPr sz="1350" b="0" i="0" u="none" strike="noStrike" cap="none">
                <a:solidFill>
                  <a:srgbClr val="888888"/>
                </a:solidFill>
                <a:latin typeface="Anaheim"/>
                <a:ea typeface="Anaheim"/>
                <a:cs typeface="Anaheim"/>
                <a:sym typeface="Anaheim"/>
              </a:defRPr>
            </a:lvl3pPr>
            <a:lvl4pPr marL="1828800" marR="0" lvl="3"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Anaheim"/>
                <a:ea typeface="Anaheim"/>
                <a:cs typeface="Anaheim"/>
                <a:sym typeface="Anaheim"/>
              </a:defRPr>
            </a:lvl4pPr>
            <a:lvl5pPr marL="2286000" marR="0" lvl="4"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Anaheim"/>
                <a:ea typeface="Anaheim"/>
                <a:cs typeface="Anaheim"/>
                <a:sym typeface="Anaheim"/>
              </a:defRPr>
            </a:lvl5pPr>
            <a:lvl6pPr marL="2743200" marR="0" lvl="5"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pPr marL="0" indent="0"/>
            <a:r>
              <a:rPr lang="en-US" dirty="0"/>
              <a:t>Team Dynamic</a:t>
            </a:r>
          </a:p>
          <a:p>
            <a:pPr marL="0" indent="0"/>
            <a:endParaRPr lang="en-US" b="1" dirty="0">
              <a:latin typeface="Poppins" pitchFamily="2" charset="77"/>
              <a:cs typeface="Poppins" pitchFamily="2" charset="77"/>
            </a:endParaRPr>
          </a:p>
          <a:p>
            <a:pPr marL="0" indent="0"/>
            <a:endParaRPr lang="en-US" dirty="0"/>
          </a:p>
        </p:txBody>
      </p:sp>
      <p:sp>
        <p:nvSpPr>
          <p:cNvPr id="9" name="Google Shape;2981;p18">
            <a:extLst>
              <a:ext uri="{FF2B5EF4-FFF2-40B4-BE49-F238E27FC236}">
                <a16:creationId xmlns:a16="http://schemas.microsoft.com/office/drawing/2014/main" id="{12A9FE73-3DDF-80A7-B7BC-D0DEC45850C2}"/>
              </a:ext>
            </a:extLst>
          </p:cNvPr>
          <p:cNvSpPr txBox="1">
            <a:spLocks/>
          </p:cNvSpPr>
          <p:nvPr/>
        </p:nvSpPr>
        <p:spPr>
          <a:xfrm>
            <a:off x="5655937" y="3042258"/>
            <a:ext cx="3479100" cy="456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750"/>
              </a:spcBef>
              <a:spcAft>
                <a:spcPts val="0"/>
              </a:spcAft>
              <a:buClr>
                <a:schemeClr val="dk1"/>
              </a:buClr>
              <a:buSzPts val="2500"/>
              <a:buFont typeface="Arial"/>
              <a:buNone/>
              <a:defRPr sz="2400" b="0" i="0" u="none" strike="noStrike" cap="none">
                <a:solidFill>
                  <a:schemeClr val="dk1"/>
                </a:solidFill>
                <a:latin typeface="Poppins ExtraBold"/>
                <a:ea typeface="Poppins ExtraBold"/>
                <a:cs typeface="Poppins ExtraBold"/>
                <a:sym typeface="Poppins ExtraBold"/>
              </a:defRPr>
            </a:lvl1pPr>
            <a:lvl2pPr marL="914400" marR="0" lvl="1" indent="-228600" algn="l" rtl="0">
              <a:lnSpc>
                <a:spcPct val="90000"/>
              </a:lnSpc>
              <a:spcBef>
                <a:spcPts val="375"/>
              </a:spcBef>
              <a:spcAft>
                <a:spcPts val="0"/>
              </a:spcAft>
              <a:buClr>
                <a:srgbClr val="888888"/>
              </a:buClr>
              <a:buSzPts val="1500"/>
              <a:buFont typeface="Arial"/>
              <a:buNone/>
              <a:defRPr sz="1500" b="0" i="0" u="none" strike="noStrike" cap="none">
                <a:solidFill>
                  <a:srgbClr val="888888"/>
                </a:solidFill>
                <a:latin typeface="Anaheim"/>
                <a:ea typeface="Anaheim"/>
                <a:cs typeface="Anaheim"/>
                <a:sym typeface="Anaheim"/>
              </a:defRPr>
            </a:lvl2pPr>
            <a:lvl3pPr marL="1371600" marR="0" lvl="2" indent="-228600" algn="l" rtl="0">
              <a:lnSpc>
                <a:spcPct val="90000"/>
              </a:lnSpc>
              <a:spcBef>
                <a:spcPts val="375"/>
              </a:spcBef>
              <a:spcAft>
                <a:spcPts val="0"/>
              </a:spcAft>
              <a:buClr>
                <a:srgbClr val="888888"/>
              </a:buClr>
              <a:buSzPts val="1350"/>
              <a:buFont typeface="Arial"/>
              <a:buNone/>
              <a:defRPr sz="1350" b="0" i="0" u="none" strike="noStrike" cap="none">
                <a:solidFill>
                  <a:srgbClr val="888888"/>
                </a:solidFill>
                <a:latin typeface="Anaheim"/>
                <a:ea typeface="Anaheim"/>
                <a:cs typeface="Anaheim"/>
                <a:sym typeface="Anaheim"/>
              </a:defRPr>
            </a:lvl3pPr>
            <a:lvl4pPr marL="1828800" marR="0" lvl="3"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Anaheim"/>
                <a:ea typeface="Anaheim"/>
                <a:cs typeface="Anaheim"/>
                <a:sym typeface="Anaheim"/>
              </a:defRPr>
            </a:lvl4pPr>
            <a:lvl5pPr marL="2286000" marR="0" lvl="4"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Anaheim"/>
                <a:ea typeface="Anaheim"/>
                <a:cs typeface="Anaheim"/>
                <a:sym typeface="Anaheim"/>
              </a:defRPr>
            </a:lvl5pPr>
            <a:lvl6pPr marL="2743200" marR="0" lvl="5"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375"/>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pPr marL="0" indent="0"/>
            <a:r>
              <a:rPr lang="en-US" dirty="0"/>
              <a:t>Reflection</a:t>
            </a:r>
          </a:p>
          <a:p>
            <a:pPr marL="0" indent="0"/>
            <a:endParaRPr lang="en-US" b="1" dirty="0">
              <a:latin typeface="Poppins" pitchFamily="2" charset="77"/>
              <a:cs typeface="Poppins" pitchFamily="2" charset="77"/>
            </a:endParaRPr>
          </a:p>
          <a:p>
            <a:pPr marL="0" indent="0"/>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89"/>
        <p:cNvGrpSpPr/>
        <p:nvPr/>
      </p:nvGrpSpPr>
      <p:grpSpPr>
        <a:xfrm>
          <a:off x="0" y="0"/>
          <a:ext cx="0" cy="0"/>
          <a:chOff x="0" y="0"/>
          <a:chExt cx="0" cy="0"/>
        </a:xfrm>
      </p:grpSpPr>
      <p:grpSp>
        <p:nvGrpSpPr>
          <p:cNvPr id="2990" name="Google Shape;2990;p19"/>
          <p:cNvGrpSpPr/>
          <p:nvPr/>
        </p:nvGrpSpPr>
        <p:grpSpPr>
          <a:xfrm>
            <a:off x="1382225" y="1370375"/>
            <a:ext cx="1075200" cy="1014000"/>
            <a:chOff x="1763225" y="1370375"/>
            <a:chExt cx="1075200" cy="1014000"/>
          </a:xfrm>
        </p:grpSpPr>
        <p:sp>
          <p:nvSpPr>
            <p:cNvPr id="2991" name="Google Shape;2991;p19"/>
            <p:cNvSpPr/>
            <p:nvPr/>
          </p:nvSpPr>
          <p:spPr>
            <a:xfrm>
              <a:off x="1763225" y="1370375"/>
              <a:ext cx="1075200" cy="1014000"/>
            </a:xfrm>
            <a:prstGeom prst="round1Rect">
              <a:avLst>
                <a:gd name="adj" fmla="val 31721"/>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2992" name="Google Shape;2992;p19"/>
            <p:cNvGrpSpPr/>
            <p:nvPr/>
          </p:nvGrpSpPr>
          <p:grpSpPr>
            <a:xfrm>
              <a:off x="1889776" y="1507435"/>
              <a:ext cx="704099" cy="756630"/>
              <a:chOff x="3620576" y="2745525"/>
              <a:chExt cx="336890" cy="355592"/>
            </a:xfrm>
          </p:grpSpPr>
          <p:sp>
            <p:nvSpPr>
              <p:cNvPr id="2993" name="Google Shape;2993;p19"/>
              <p:cNvSpPr/>
              <p:nvPr/>
            </p:nvSpPr>
            <p:spPr>
              <a:xfrm>
                <a:off x="3620576" y="2745525"/>
                <a:ext cx="336889" cy="355592"/>
              </a:xfrm>
              <a:custGeom>
                <a:avLst/>
                <a:gdLst/>
                <a:ahLst/>
                <a:cxnLst/>
                <a:rect l="l" t="t" r="r" b="b"/>
                <a:pathLst>
                  <a:path w="10609" h="11198" extrusionOk="0">
                    <a:moveTo>
                      <a:pt x="9856" y="0"/>
                    </a:moveTo>
                    <a:cubicBezTo>
                      <a:pt x="9825" y="0"/>
                      <a:pt x="9794" y="2"/>
                      <a:pt x="9763" y="5"/>
                    </a:cubicBezTo>
                    <a:lnTo>
                      <a:pt x="3310" y="1148"/>
                    </a:lnTo>
                    <a:cubicBezTo>
                      <a:pt x="2965" y="1208"/>
                      <a:pt x="2691" y="1505"/>
                      <a:pt x="2691" y="1863"/>
                    </a:cubicBezTo>
                    <a:lnTo>
                      <a:pt x="2691" y="7161"/>
                    </a:lnTo>
                    <a:cubicBezTo>
                      <a:pt x="2512" y="7101"/>
                      <a:pt x="2324" y="7075"/>
                      <a:pt x="2134" y="7075"/>
                    </a:cubicBezTo>
                    <a:cubicBezTo>
                      <a:pt x="2098" y="7075"/>
                      <a:pt x="2061" y="7076"/>
                      <a:pt x="2024" y="7078"/>
                    </a:cubicBezTo>
                    <a:cubicBezTo>
                      <a:pt x="1489" y="7089"/>
                      <a:pt x="1000" y="7304"/>
                      <a:pt x="608" y="7685"/>
                    </a:cubicBezTo>
                    <a:cubicBezTo>
                      <a:pt x="238" y="8078"/>
                      <a:pt x="12" y="8566"/>
                      <a:pt x="12" y="9102"/>
                    </a:cubicBezTo>
                    <a:cubicBezTo>
                      <a:pt x="0" y="9661"/>
                      <a:pt x="227" y="10185"/>
                      <a:pt x="608" y="10590"/>
                    </a:cubicBezTo>
                    <a:cubicBezTo>
                      <a:pt x="1000" y="10971"/>
                      <a:pt x="1524" y="11197"/>
                      <a:pt x="2072" y="11197"/>
                    </a:cubicBezTo>
                    <a:lnTo>
                      <a:pt x="2096" y="11197"/>
                    </a:lnTo>
                    <a:cubicBezTo>
                      <a:pt x="3215" y="11185"/>
                      <a:pt x="4120" y="10245"/>
                      <a:pt x="4120" y="9114"/>
                    </a:cubicBezTo>
                    <a:lnTo>
                      <a:pt x="4120" y="4934"/>
                    </a:lnTo>
                    <a:cubicBezTo>
                      <a:pt x="4120" y="4827"/>
                      <a:pt x="4037" y="4744"/>
                      <a:pt x="3929" y="4744"/>
                    </a:cubicBezTo>
                    <a:cubicBezTo>
                      <a:pt x="3822" y="4744"/>
                      <a:pt x="3739" y="4827"/>
                      <a:pt x="3739" y="4934"/>
                    </a:cubicBezTo>
                    <a:lnTo>
                      <a:pt x="3739" y="9114"/>
                    </a:lnTo>
                    <a:cubicBezTo>
                      <a:pt x="3739" y="10042"/>
                      <a:pt x="3013" y="10780"/>
                      <a:pt x="2096" y="10792"/>
                    </a:cubicBezTo>
                    <a:lnTo>
                      <a:pt x="2072" y="10792"/>
                    </a:lnTo>
                    <a:cubicBezTo>
                      <a:pt x="1620" y="10792"/>
                      <a:pt x="1203" y="10614"/>
                      <a:pt x="893" y="10304"/>
                    </a:cubicBezTo>
                    <a:cubicBezTo>
                      <a:pt x="572" y="9983"/>
                      <a:pt x="405" y="9566"/>
                      <a:pt x="405" y="9102"/>
                    </a:cubicBezTo>
                    <a:cubicBezTo>
                      <a:pt x="417" y="8221"/>
                      <a:pt x="1143" y="7494"/>
                      <a:pt x="2024" y="7482"/>
                    </a:cubicBezTo>
                    <a:cubicBezTo>
                      <a:pt x="2298" y="7482"/>
                      <a:pt x="2560" y="7518"/>
                      <a:pt x="2798" y="7637"/>
                    </a:cubicBezTo>
                    <a:cubicBezTo>
                      <a:pt x="2826" y="7654"/>
                      <a:pt x="2856" y="7663"/>
                      <a:pt x="2886" y="7663"/>
                    </a:cubicBezTo>
                    <a:cubicBezTo>
                      <a:pt x="2922" y="7663"/>
                      <a:pt x="2957" y="7651"/>
                      <a:pt x="2989" y="7625"/>
                    </a:cubicBezTo>
                    <a:cubicBezTo>
                      <a:pt x="3048" y="7601"/>
                      <a:pt x="3084" y="7518"/>
                      <a:pt x="3084" y="7459"/>
                    </a:cubicBezTo>
                    <a:lnTo>
                      <a:pt x="3084" y="1863"/>
                    </a:lnTo>
                    <a:cubicBezTo>
                      <a:pt x="3084" y="1708"/>
                      <a:pt x="3203" y="1565"/>
                      <a:pt x="3346" y="1541"/>
                    </a:cubicBezTo>
                    <a:lnTo>
                      <a:pt x="9811" y="398"/>
                    </a:lnTo>
                    <a:cubicBezTo>
                      <a:pt x="9834" y="393"/>
                      <a:pt x="9856" y="391"/>
                      <a:pt x="9877" y="391"/>
                    </a:cubicBezTo>
                    <a:cubicBezTo>
                      <a:pt x="9953" y="391"/>
                      <a:pt x="10017" y="423"/>
                      <a:pt x="10073" y="470"/>
                    </a:cubicBezTo>
                    <a:cubicBezTo>
                      <a:pt x="10156" y="529"/>
                      <a:pt x="10192" y="612"/>
                      <a:pt x="10192" y="720"/>
                    </a:cubicBezTo>
                    <a:lnTo>
                      <a:pt x="10192" y="2910"/>
                    </a:lnTo>
                    <a:cubicBezTo>
                      <a:pt x="10192" y="3018"/>
                      <a:pt x="10287" y="3101"/>
                      <a:pt x="10394" y="3101"/>
                    </a:cubicBezTo>
                    <a:cubicBezTo>
                      <a:pt x="10490" y="3101"/>
                      <a:pt x="10585" y="3018"/>
                      <a:pt x="10585" y="2910"/>
                    </a:cubicBezTo>
                    <a:lnTo>
                      <a:pt x="10585" y="720"/>
                    </a:lnTo>
                    <a:cubicBezTo>
                      <a:pt x="10609" y="529"/>
                      <a:pt x="10525" y="315"/>
                      <a:pt x="10359" y="172"/>
                    </a:cubicBezTo>
                    <a:cubicBezTo>
                      <a:pt x="10216" y="60"/>
                      <a:pt x="10039" y="0"/>
                      <a:pt x="98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4" name="Google Shape;2994;p19"/>
              <p:cNvSpPr/>
              <p:nvPr/>
            </p:nvSpPr>
            <p:spPr>
              <a:xfrm>
                <a:off x="3738896" y="2800747"/>
                <a:ext cx="218570" cy="258771"/>
              </a:xfrm>
              <a:custGeom>
                <a:avLst/>
                <a:gdLst/>
                <a:ahLst/>
                <a:cxnLst/>
                <a:rect l="l" t="t" r="r" b="b"/>
                <a:pathLst>
                  <a:path w="6883" h="8149" extrusionOk="0">
                    <a:moveTo>
                      <a:pt x="5651" y="0"/>
                    </a:moveTo>
                    <a:cubicBezTo>
                      <a:pt x="5637" y="0"/>
                      <a:pt x="5623" y="2"/>
                      <a:pt x="5609" y="5"/>
                    </a:cubicBezTo>
                    <a:lnTo>
                      <a:pt x="156" y="981"/>
                    </a:lnTo>
                    <a:cubicBezTo>
                      <a:pt x="72" y="993"/>
                      <a:pt x="1" y="1076"/>
                      <a:pt x="1" y="1171"/>
                    </a:cubicBezTo>
                    <a:lnTo>
                      <a:pt x="1" y="2267"/>
                    </a:lnTo>
                    <a:cubicBezTo>
                      <a:pt x="1" y="2374"/>
                      <a:pt x="84" y="2469"/>
                      <a:pt x="191" y="2469"/>
                    </a:cubicBezTo>
                    <a:cubicBezTo>
                      <a:pt x="287" y="2469"/>
                      <a:pt x="382" y="2374"/>
                      <a:pt x="382" y="2267"/>
                    </a:cubicBezTo>
                    <a:lnTo>
                      <a:pt x="382" y="1338"/>
                    </a:lnTo>
                    <a:lnTo>
                      <a:pt x="5430" y="445"/>
                    </a:lnTo>
                    <a:lnTo>
                      <a:pt x="5430" y="4112"/>
                    </a:lnTo>
                    <a:cubicBezTo>
                      <a:pt x="5241" y="4052"/>
                      <a:pt x="5051" y="4026"/>
                      <a:pt x="4862" y="4026"/>
                    </a:cubicBezTo>
                    <a:cubicBezTo>
                      <a:pt x="4825" y="4026"/>
                      <a:pt x="4788" y="4027"/>
                      <a:pt x="4752" y="4029"/>
                    </a:cubicBezTo>
                    <a:cubicBezTo>
                      <a:pt x="4216" y="4041"/>
                      <a:pt x="3728" y="4243"/>
                      <a:pt x="3347" y="4636"/>
                    </a:cubicBezTo>
                    <a:cubicBezTo>
                      <a:pt x="2966" y="5029"/>
                      <a:pt x="2751" y="5517"/>
                      <a:pt x="2751" y="6053"/>
                    </a:cubicBezTo>
                    <a:cubicBezTo>
                      <a:pt x="2727" y="6613"/>
                      <a:pt x="2954" y="7136"/>
                      <a:pt x="3347" y="7541"/>
                    </a:cubicBezTo>
                    <a:cubicBezTo>
                      <a:pt x="3728" y="7922"/>
                      <a:pt x="4251" y="8148"/>
                      <a:pt x="4799" y="8148"/>
                    </a:cubicBezTo>
                    <a:lnTo>
                      <a:pt x="4835" y="8148"/>
                    </a:lnTo>
                    <a:cubicBezTo>
                      <a:pt x="5942" y="8137"/>
                      <a:pt x="6859" y="7196"/>
                      <a:pt x="6859" y="6065"/>
                    </a:cubicBezTo>
                    <a:lnTo>
                      <a:pt x="6859" y="2148"/>
                    </a:lnTo>
                    <a:cubicBezTo>
                      <a:pt x="6883" y="2017"/>
                      <a:pt x="6799" y="1933"/>
                      <a:pt x="6692" y="1933"/>
                    </a:cubicBezTo>
                    <a:cubicBezTo>
                      <a:pt x="6585" y="1933"/>
                      <a:pt x="6502" y="2017"/>
                      <a:pt x="6502" y="2124"/>
                    </a:cubicBezTo>
                    <a:lnTo>
                      <a:pt x="6502" y="6041"/>
                    </a:lnTo>
                    <a:cubicBezTo>
                      <a:pt x="6502" y="6958"/>
                      <a:pt x="5775" y="7708"/>
                      <a:pt x="4859" y="7720"/>
                    </a:cubicBezTo>
                    <a:lnTo>
                      <a:pt x="4835" y="7720"/>
                    </a:lnTo>
                    <a:cubicBezTo>
                      <a:pt x="4382" y="7720"/>
                      <a:pt x="3966" y="7541"/>
                      <a:pt x="3656" y="7232"/>
                    </a:cubicBezTo>
                    <a:cubicBezTo>
                      <a:pt x="3335" y="6898"/>
                      <a:pt x="3168" y="6482"/>
                      <a:pt x="3168" y="6017"/>
                    </a:cubicBezTo>
                    <a:cubicBezTo>
                      <a:pt x="3180" y="5148"/>
                      <a:pt x="3906" y="4410"/>
                      <a:pt x="4787" y="4398"/>
                    </a:cubicBezTo>
                    <a:cubicBezTo>
                      <a:pt x="5061" y="4398"/>
                      <a:pt x="5323" y="4446"/>
                      <a:pt x="5561" y="4565"/>
                    </a:cubicBezTo>
                    <a:cubicBezTo>
                      <a:pt x="5588" y="4575"/>
                      <a:pt x="5617" y="4581"/>
                      <a:pt x="5646" y="4581"/>
                    </a:cubicBezTo>
                    <a:cubicBezTo>
                      <a:pt x="5683" y="4581"/>
                      <a:pt x="5719" y="4572"/>
                      <a:pt x="5752" y="4553"/>
                    </a:cubicBezTo>
                    <a:cubicBezTo>
                      <a:pt x="5811" y="4517"/>
                      <a:pt x="5847" y="4446"/>
                      <a:pt x="5847" y="4386"/>
                    </a:cubicBezTo>
                    <a:lnTo>
                      <a:pt x="5847" y="207"/>
                    </a:lnTo>
                    <a:cubicBezTo>
                      <a:pt x="5847" y="147"/>
                      <a:pt x="5811" y="88"/>
                      <a:pt x="5775" y="52"/>
                    </a:cubicBezTo>
                    <a:cubicBezTo>
                      <a:pt x="5739" y="16"/>
                      <a:pt x="5696" y="0"/>
                      <a:pt x="565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2995" name="Google Shape;2995;p19"/>
          <p:cNvGrpSpPr/>
          <p:nvPr/>
        </p:nvGrpSpPr>
        <p:grpSpPr>
          <a:xfrm>
            <a:off x="4995500" y="3041950"/>
            <a:ext cx="1075200" cy="1014000"/>
            <a:chOff x="5452700" y="3041950"/>
            <a:chExt cx="1075200" cy="1014000"/>
          </a:xfrm>
        </p:grpSpPr>
        <p:sp>
          <p:nvSpPr>
            <p:cNvPr id="2996" name="Google Shape;2996;p19"/>
            <p:cNvSpPr/>
            <p:nvPr/>
          </p:nvSpPr>
          <p:spPr>
            <a:xfrm>
              <a:off x="5452700" y="3041950"/>
              <a:ext cx="1075200" cy="1014000"/>
            </a:xfrm>
            <a:prstGeom prst="round1Rect">
              <a:avLst>
                <a:gd name="adj" fmla="val 31721"/>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97" name="Google Shape;2997;p19"/>
            <p:cNvSpPr/>
            <p:nvPr/>
          </p:nvSpPr>
          <p:spPr>
            <a:xfrm>
              <a:off x="5629115" y="3187770"/>
              <a:ext cx="722369" cy="722373"/>
            </a:xfrm>
            <a:custGeom>
              <a:avLst/>
              <a:gdLst/>
              <a:ahLst/>
              <a:cxnLst/>
              <a:rect l="l" t="t" r="r" b="b"/>
              <a:pathLst>
                <a:path w="11908" h="11912" extrusionOk="0">
                  <a:moveTo>
                    <a:pt x="3358" y="6363"/>
                  </a:moveTo>
                  <a:lnTo>
                    <a:pt x="3358" y="10721"/>
                  </a:lnTo>
                  <a:lnTo>
                    <a:pt x="1858" y="10721"/>
                  </a:lnTo>
                  <a:lnTo>
                    <a:pt x="1858" y="6363"/>
                  </a:lnTo>
                  <a:close/>
                  <a:moveTo>
                    <a:pt x="5216" y="1314"/>
                  </a:moveTo>
                  <a:lnTo>
                    <a:pt x="5216" y="10721"/>
                  </a:lnTo>
                  <a:lnTo>
                    <a:pt x="3691" y="10721"/>
                  </a:lnTo>
                  <a:lnTo>
                    <a:pt x="3691" y="1314"/>
                  </a:lnTo>
                  <a:close/>
                  <a:moveTo>
                    <a:pt x="7097" y="2577"/>
                  </a:moveTo>
                  <a:lnTo>
                    <a:pt x="7097" y="10721"/>
                  </a:lnTo>
                  <a:lnTo>
                    <a:pt x="5573" y="10721"/>
                  </a:lnTo>
                  <a:lnTo>
                    <a:pt x="5573" y="2577"/>
                  </a:lnTo>
                  <a:close/>
                  <a:moveTo>
                    <a:pt x="8931" y="8864"/>
                  </a:moveTo>
                  <a:lnTo>
                    <a:pt x="8931" y="10721"/>
                  </a:lnTo>
                  <a:lnTo>
                    <a:pt x="7406" y="10721"/>
                  </a:lnTo>
                  <a:lnTo>
                    <a:pt x="7406" y="8864"/>
                  </a:lnTo>
                  <a:close/>
                  <a:moveTo>
                    <a:pt x="939" y="1"/>
                  </a:moveTo>
                  <a:cubicBezTo>
                    <a:pt x="834" y="1"/>
                    <a:pt x="738" y="88"/>
                    <a:pt x="738" y="195"/>
                  </a:cubicBezTo>
                  <a:lnTo>
                    <a:pt x="738" y="1005"/>
                  </a:lnTo>
                  <a:lnTo>
                    <a:pt x="476" y="1005"/>
                  </a:lnTo>
                  <a:cubicBezTo>
                    <a:pt x="381" y="1005"/>
                    <a:pt x="334" y="1052"/>
                    <a:pt x="310" y="1124"/>
                  </a:cubicBezTo>
                  <a:cubicBezTo>
                    <a:pt x="262" y="1243"/>
                    <a:pt x="357" y="1362"/>
                    <a:pt x="476" y="1362"/>
                  </a:cubicBezTo>
                  <a:lnTo>
                    <a:pt x="715" y="1362"/>
                  </a:lnTo>
                  <a:lnTo>
                    <a:pt x="715" y="2243"/>
                  </a:lnTo>
                  <a:lnTo>
                    <a:pt x="500" y="2243"/>
                  </a:lnTo>
                  <a:cubicBezTo>
                    <a:pt x="429" y="2243"/>
                    <a:pt x="334" y="2315"/>
                    <a:pt x="334" y="2386"/>
                  </a:cubicBezTo>
                  <a:cubicBezTo>
                    <a:pt x="334" y="2505"/>
                    <a:pt x="381" y="2600"/>
                    <a:pt x="500" y="2600"/>
                  </a:cubicBezTo>
                  <a:lnTo>
                    <a:pt x="715" y="2600"/>
                  </a:lnTo>
                  <a:lnTo>
                    <a:pt x="715" y="3505"/>
                  </a:lnTo>
                  <a:lnTo>
                    <a:pt x="500" y="3505"/>
                  </a:lnTo>
                  <a:cubicBezTo>
                    <a:pt x="429" y="3505"/>
                    <a:pt x="334" y="3553"/>
                    <a:pt x="334" y="3648"/>
                  </a:cubicBezTo>
                  <a:cubicBezTo>
                    <a:pt x="334" y="3767"/>
                    <a:pt x="381" y="3863"/>
                    <a:pt x="500" y="3863"/>
                  </a:cubicBezTo>
                  <a:lnTo>
                    <a:pt x="715" y="3863"/>
                  </a:lnTo>
                  <a:lnTo>
                    <a:pt x="715" y="4744"/>
                  </a:lnTo>
                  <a:lnTo>
                    <a:pt x="500" y="4744"/>
                  </a:lnTo>
                  <a:cubicBezTo>
                    <a:pt x="429" y="4744"/>
                    <a:pt x="334" y="4815"/>
                    <a:pt x="334" y="4887"/>
                  </a:cubicBezTo>
                  <a:cubicBezTo>
                    <a:pt x="334" y="5006"/>
                    <a:pt x="381" y="5101"/>
                    <a:pt x="500" y="5101"/>
                  </a:cubicBezTo>
                  <a:lnTo>
                    <a:pt x="715" y="5101"/>
                  </a:lnTo>
                  <a:lnTo>
                    <a:pt x="715" y="6006"/>
                  </a:lnTo>
                  <a:lnTo>
                    <a:pt x="500" y="6006"/>
                  </a:lnTo>
                  <a:cubicBezTo>
                    <a:pt x="429" y="6006"/>
                    <a:pt x="334" y="6053"/>
                    <a:pt x="334" y="6149"/>
                  </a:cubicBezTo>
                  <a:cubicBezTo>
                    <a:pt x="334" y="6268"/>
                    <a:pt x="381" y="6363"/>
                    <a:pt x="500" y="6363"/>
                  </a:cubicBezTo>
                  <a:lnTo>
                    <a:pt x="715" y="6363"/>
                  </a:lnTo>
                  <a:lnTo>
                    <a:pt x="715" y="7244"/>
                  </a:lnTo>
                  <a:lnTo>
                    <a:pt x="500" y="7244"/>
                  </a:lnTo>
                  <a:cubicBezTo>
                    <a:pt x="429" y="7244"/>
                    <a:pt x="334" y="7316"/>
                    <a:pt x="334" y="7387"/>
                  </a:cubicBezTo>
                  <a:cubicBezTo>
                    <a:pt x="334" y="7506"/>
                    <a:pt x="381" y="7601"/>
                    <a:pt x="500" y="7601"/>
                  </a:cubicBezTo>
                  <a:lnTo>
                    <a:pt x="715" y="7601"/>
                  </a:lnTo>
                  <a:lnTo>
                    <a:pt x="715" y="8506"/>
                  </a:lnTo>
                  <a:lnTo>
                    <a:pt x="500" y="8506"/>
                  </a:lnTo>
                  <a:cubicBezTo>
                    <a:pt x="429" y="8506"/>
                    <a:pt x="334" y="8554"/>
                    <a:pt x="334" y="8649"/>
                  </a:cubicBezTo>
                  <a:cubicBezTo>
                    <a:pt x="334" y="8768"/>
                    <a:pt x="381" y="8864"/>
                    <a:pt x="500" y="8864"/>
                  </a:cubicBezTo>
                  <a:lnTo>
                    <a:pt x="715" y="8864"/>
                  </a:lnTo>
                  <a:lnTo>
                    <a:pt x="715" y="9745"/>
                  </a:lnTo>
                  <a:lnTo>
                    <a:pt x="500" y="9745"/>
                  </a:lnTo>
                  <a:cubicBezTo>
                    <a:pt x="429" y="9745"/>
                    <a:pt x="334" y="9816"/>
                    <a:pt x="334" y="9888"/>
                  </a:cubicBezTo>
                  <a:cubicBezTo>
                    <a:pt x="334" y="10007"/>
                    <a:pt x="381" y="10102"/>
                    <a:pt x="500" y="10102"/>
                  </a:cubicBezTo>
                  <a:lnTo>
                    <a:pt x="715" y="10102"/>
                  </a:lnTo>
                  <a:lnTo>
                    <a:pt x="715" y="10721"/>
                  </a:lnTo>
                  <a:lnTo>
                    <a:pt x="310" y="10721"/>
                  </a:lnTo>
                  <a:cubicBezTo>
                    <a:pt x="143" y="10721"/>
                    <a:pt x="0" y="10840"/>
                    <a:pt x="0" y="11031"/>
                  </a:cubicBezTo>
                  <a:lnTo>
                    <a:pt x="0" y="11721"/>
                  </a:lnTo>
                  <a:cubicBezTo>
                    <a:pt x="0" y="11793"/>
                    <a:pt x="95" y="11888"/>
                    <a:pt x="191" y="11888"/>
                  </a:cubicBezTo>
                  <a:lnTo>
                    <a:pt x="2691" y="11888"/>
                  </a:lnTo>
                  <a:cubicBezTo>
                    <a:pt x="2715" y="11888"/>
                    <a:pt x="2739" y="11888"/>
                    <a:pt x="2763" y="11864"/>
                  </a:cubicBezTo>
                  <a:cubicBezTo>
                    <a:pt x="2882" y="11721"/>
                    <a:pt x="2810" y="11555"/>
                    <a:pt x="2644" y="11555"/>
                  </a:cubicBezTo>
                  <a:lnTo>
                    <a:pt x="357" y="11555"/>
                  </a:lnTo>
                  <a:lnTo>
                    <a:pt x="357" y="11078"/>
                  </a:lnTo>
                  <a:lnTo>
                    <a:pt x="11550" y="11078"/>
                  </a:lnTo>
                  <a:lnTo>
                    <a:pt x="11550" y="11555"/>
                  </a:lnTo>
                  <a:lnTo>
                    <a:pt x="3477" y="11555"/>
                  </a:lnTo>
                  <a:cubicBezTo>
                    <a:pt x="3406" y="11555"/>
                    <a:pt x="3310" y="11626"/>
                    <a:pt x="3310" y="11721"/>
                  </a:cubicBezTo>
                  <a:cubicBezTo>
                    <a:pt x="3310" y="11840"/>
                    <a:pt x="3358" y="11912"/>
                    <a:pt x="3477" y="11912"/>
                  </a:cubicBezTo>
                  <a:lnTo>
                    <a:pt x="11622" y="11912"/>
                  </a:lnTo>
                  <a:cubicBezTo>
                    <a:pt x="11765" y="11912"/>
                    <a:pt x="11907" y="11793"/>
                    <a:pt x="11907" y="11626"/>
                  </a:cubicBezTo>
                  <a:lnTo>
                    <a:pt x="11907" y="11054"/>
                  </a:lnTo>
                  <a:cubicBezTo>
                    <a:pt x="11907" y="10840"/>
                    <a:pt x="11788" y="10721"/>
                    <a:pt x="11622" y="10721"/>
                  </a:cubicBezTo>
                  <a:lnTo>
                    <a:pt x="11122" y="10721"/>
                  </a:lnTo>
                  <a:lnTo>
                    <a:pt x="11122" y="3743"/>
                  </a:lnTo>
                  <a:cubicBezTo>
                    <a:pt x="11122" y="3577"/>
                    <a:pt x="11026" y="3505"/>
                    <a:pt x="10883" y="3505"/>
                  </a:cubicBezTo>
                  <a:lnTo>
                    <a:pt x="9097" y="3505"/>
                  </a:lnTo>
                  <a:cubicBezTo>
                    <a:pt x="9026" y="3505"/>
                    <a:pt x="8931" y="3577"/>
                    <a:pt x="8931" y="3672"/>
                  </a:cubicBezTo>
                  <a:lnTo>
                    <a:pt x="8931" y="4958"/>
                  </a:lnTo>
                  <a:cubicBezTo>
                    <a:pt x="8931" y="4982"/>
                    <a:pt x="8954" y="5053"/>
                    <a:pt x="8978" y="5077"/>
                  </a:cubicBezTo>
                  <a:cubicBezTo>
                    <a:pt x="9025" y="5104"/>
                    <a:pt x="9069" y="5115"/>
                    <a:pt x="9110" y="5115"/>
                  </a:cubicBezTo>
                  <a:cubicBezTo>
                    <a:pt x="9214" y="5115"/>
                    <a:pt x="9288" y="5037"/>
                    <a:pt x="9288" y="4934"/>
                  </a:cubicBezTo>
                  <a:lnTo>
                    <a:pt x="9288" y="3815"/>
                  </a:lnTo>
                  <a:lnTo>
                    <a:pt x="10812" y="3815"/>
                  </a:lnTo>
                  <a:lnTo>
                    <a:pt x="10812" y="10721"/>
                  </a:lnTo>
                  <a:lnTo>
                    <a:pt x="9288" y="10721"/>
                  </a:lnTo>
                  <a:lnTo>
                    <a:pt x="9288" y="5768"/>
                  </a:lnTo>
                  <a:cubicBezTo>
                    <a:pt x="9288" y="5672"/>
                    <a:pt x="9216" y="5577"/>
                    <a:pt x="9145" y="5577"/>
                  </a:cubicBezTo>
                  <a:cubicBezTo>
                    <a:pt x="9026" y="5577"/>
                    <a:pt x="8931" y="5649"/>
                    <a:pt x="8931" y="5768"/>
                  </a:cubicBezTo>
                  <a:lnTo>
                    <a:pt x="8931" y="8506"/>
                  </a:lnTo>
                  <a:lnTo>
                    <a:pt x="7406" y="8506"/>
                  </a:lnTo>
                  <a:lnTo>
                    <a:pt x="7406" y="2481"/>
                  </a:lnTo>
                  <a:cubicBezTo>
                    <a:pt x="7406" y="2338"/>
                    <a:pt x="7287" y="2243"/>
                    <a:pt x="7168" y="2243"/>
                  </a:cubicBezTo>
                  <a:lnTo>
                    <a:pt x="5573" y="2243"/>
                  </a:lnTo>
                  <a:lnTo>
                    <a:pt x="5573" y="1243"/>
                  </a:lnTo>
                  <a:cubicBezTo>
                    <a:pt x="5573" y="1076"/>
                    <a:pt x="5454" y="1005"/>
                    <a:pt x="5335" y="1005"/>
                  </a:cubicBezTo>
                  <a:lnTo>
                    <a:pt x="3596" y="1005"/>
                  </a:lnTo>
                  <a:cubicBezTo>
                    <a:pt x="3453" y="1005"/>
                    <a:pt x="3358" y="1124"/>
                    <a:pt x="3358" y="1243"/>
                  </a:cubicBezTo>
                  <a:lnTo>
                    <a:pt x="3358" y="6006"/>
                  </a:lnTo>
                  <a:lnTo>
                    <a:pt x="1762" y="6006"/>
                  </a:lnTo>
                  <a:cubicBezTo>
                    <a:pt x="1596" y="6006"/>
                    <a:pt x="1524" y="6125"/>
                    <a:pt x="1524" y="6244"/>
                  </a:cubicBezTo>
                  <a:lnTo>
                    <a:pt x="1524" y="10721"/>
                  </a:lnTo>
                  <a:lnTo>
                    <a:pt x="1096" y="10721"/>
                  </a:lnTo>
                  <a:lnTo>
                    <a:pt x="1096" y="195"/>
                  </a:lnTo>
                  <a:cubicBezTo>
                    <a:pt x="1096" y="100"/>
                    <a:pt x="1048" y="52"/>
                    <a:pt x="977" y="5"/>
                  </a:cubicBezTo>
                  <a:cubicBezTo>
                    <a:pt x="964" y="2"/>
                    <a:pt x="952" y="1"/>
                    <a:pt x="93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998" name="Google Shape;2998;p19"/>
          <p:cNvGrpSpPr/>
          <p:nvPr/>
        </p:nvGrpSpPr>
        <p:grpSpPr>
          <a:xfrm>
            <a:off x="4988488" y="1370375"/>
            <a:ext cx="1075200" cy="1014000"/>
            <a:chOff x="5369488" y="1370375"/>
            <a:chExt cx="1075200" cy="1014000"/>
          </a:xfrm>
        </p:grpSpPr>
        <p:sp>
          <p:nvSpPr>
            <p:cNvPr id="2999" name="Google Shape;2999;p19"/>
            <p:cNvSpPr/>
            <p:nvPr/>
          </p:nvSpPr>
          <p:spPr>
            <a:xfrm>
              <a:off x="5369488" y="1370375"/>
              <a:ext cx="1075200" cy="1014000"/>
            </a:xfrm>
            <a:prstGeom prst="round1Rect">
              <a:avLst>
                <a:gd name="adj" fmla="val 31721"/>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3000" name="Google Shape;3000;p19"/>
            <p:cNvGrpSpPr/>
            <p:nvPr/>
          </p:nvGrpSpPr>
          <p:grpSpPr>
            <a:xfrm>
              <a:off x="5550468" y="1529139"/>
              <a:ext cx="713231" cy="713216"/>
              <a:chOff x="4874836" y="3330120"/>
              <a:chExt cx="348257" cy="346188"/>
            </a:xfrm>
          </p:grpSpPr>
          <p:grpSp>
            <p:nvGrpSpPr>
              <p:cNvPr id="3001" name="Google Shape;3001;p19"/>
              <p:cNvGrpSpPr/>
              <p:nvPr/>
            </p:nvGrpSpPr>
            <p:grpSpPr>
              <a:xfrm>
                <a:off x="4874836" y="3330120"/>
                <a:ext cx="348257" cy="346188"/>
                <a:chOff x="3541011" y="3367320"/>
                <a:chExt cx="348257" cy="346188"/>
              </a:xfrm>
            </p:grpSpPr>
            <p:sp>
              <p:nvSpPr>
                <p:cNvPr id="3002" name="Google Shape;3002;p19"/>
                <p:cNvSpPr/>
                <p:nvPr/>
              </p:nvSpPr>
              <p:spPr>
                <a:xfrm>
                  <a:off x="3541011" y="3367320"/>
                  <a:ext cx="347906" cy="346188"/>
                </a:xfrm>
                <a:custGeom>
                  <a:avLst/>
                  <a:gdLst/>
                  <a:ahLst/>
                  <a:cxnLst/>
                  <a:rect l="l" t="t" r="r" b="b"/>
                  <a:pathLst>
                    <a:path w="10931" h="10877" extrusionOk="0">
                      <a:moveTo>
                        <a:pt x="4203" y="6323"/>
                      </a:moveTo>
                      <a:cubicBezTo>
                        <a:pt x="4322" y="6454"/>
                        <a:pt x="4465" y="6609"/>
                        <a:pt x="4620" y="6740"/>
                      </a:cubicBezTo>
                      <a:lnTo>
                        <a:pt x="4024" y="7335"/>
                      </a:lnTo>
                      <a:lnTo>
                        <a:pt x="3977" y="7287"/>
                      </a:lnTo>
                      <a:lnTo>
                        <a:pt x="3632" y="6942"/>
                      </a:lnTo>
                      <a:lnTo>
                        <a:pt x="3584" y="6906"/>
                      </a:lnTo>
                      <a:lnTo>
                        <a:pt x="4203" y="6323"/>
                      </a:lnTo>
                      <a:close/>
                      <a:moveTo>
                        <a:pt x="3239" y="7123"/>
                      </a:moveTo>
                      <a:cubicBezTo>
                        <a:pt x="3307" y="7123"/>
                        <a:pt x="3376" y="7150"/>
                        <a:pt x="3429" y="7204"/>
                      </a:cubicBezTo>
                      <a:lnTo>
                        <a:pt x="3763" y="7537"/>
                      </a:lnTo>
                      <a:cubicBezTo>
                        <a:pt x="3858" y="7632"/>
                        <a:pt x="3858" y="7799"/>
                        <a:pt x="3751" y="7894"/>
                      </a:cubicBezTo>
                      <a:lnTo>
                        <a:pt x="3560" y="8097"/>
                      </a:lnTo>
                      <a:lnTo>
                        <a:pt x="2858" y="7394"/>
                      </a:lnTo>
                      <a:lnTo>
                        <a:pt x="3048" y="7204"/>
                      </a:lnTo>
                      <a:cubicBezTo>
                        <a:pt x="3102" y="7150"/>
                        <a:pt x="3170" y="7123"/>
                        <a:pt x="3239" y="7123"/>
                      </a:cubicBezTo>
                      <a:close/>
                      <a:moveTo>
                        <a:pt x="2631" y="7597"/>
                      </a:moveTo>
                      <a:lnTo>
                        <a:pt x="3334" y="8299"/>
                      </a:lnTo>
                      <a:lnTo>
                        <a:pt x="1167" y="10478"/>
                      </a:lnTo>
                      <a:cubicBezTo>
                        <a:pt x="1113" y="10526"/>
                        <a:pt x="1045" y="10550"/>
                        <a:pt x="976" y="10550"/>
                      </a:cubicBezTo>
                      <a:cubicBezTo>
                        <a:pt x="908" y="10550"/>
                        <a:pt x="840" y="10526"/>
                        <a:pt x="786" y="10478"/>
                      </a:cubicBezTo>
                      <a:lnTo>
                        <a:pt x="453" y="10133"/>
                      </a:lnTo>
                      <a:cubicBezTo>
                        <a:pt x="357" y="10038"/>
                        <a:pt x="357" y="9883"/>
                        <a:pt x="465" y="9776"/>
                      </a:cubicBezTo>
                      <a:lnTo>
                        <a:pt x="2631" y="7597"/>
                      </a:lnTo>
                      <a:close/>
                      <a:moveTo>
                        <a:pt x="7120" y="1"/>
                      </a:moveTo>
                      <a:cubicBezTo>
                        <a:pt x="3989" y="1"/>
                        <a:pt x="2191" y="3537"/>
                        <a:pt x="4001" y="6073"/>
                      </a:cubicBezTo>
                      <a:lnTo>
                        <a:pt x="3274" y="6799"/>
                      </a:lnTo>
                      <a:cubicBezTo>
                        <a:pt x="3249" y="6796"/>
                        <a:pt x="3223" y="6794"/>
                        <a:pt x="3198" y="6794"/>
                      </a:cubicBezTo>
                      <a:cubicBezTo>
                        <a:pt x="3049" y="6794"/>
                        <a:pt x="2912" y="6854"/>
                        <a:pt x="2810" y="6966"/>
                      </a:cubicBezTo>
                      <a:lnTo>
                        <a:pt x="226" y="9549"/>
                      </a:lnTo>
                      <a:cubicBezTo>
                        <a:pt x="0" y="9776"/>
                        <a:pt x="0" y="10145"/>
                        <a:pt x="226" y="10371"/>
                      </a:cubicBezTo>
                      <a:lnTo>
                        <a:pt x="572" y="10716"/>
                      </a:lnTo>
                      <a:cubicBezTo>
                        <a:pt x="679" y="10823"/>
                        <a:pt x="828" y="10877"/>
                        <a:pt x="976" y="10877"/>
                      </a:cubicBezTo>
                      <a:cubicBezTo>
                        <a:pt x="1125" y="10877"/>
                        <a:pt x="1274" y="10823"/>
                        <a:pt x="1381" y="10716"/>
                      </a:cubicBezTo>
                      <a:lnTo>
                        <a:pt x="3655" y="8430"/>
                      </a:lnTo>
                      <a:lnTo>
                        <a:pt x="3977" y="8121"/>
                      </a:lnTo>
                      <a:cubicBezTo>
                        <a:pt x="4096" y="8002"/>
                        <a:pt x="4155" y="7835"/>
                        <a:pt x="4144" y="7656"/>
                      </a:cubicBezTo>
                      <a:lnTo>
                        <a:pt x="4870" y="6930"/>
                      </a:lnTo>
                      <a:cubicBezTo>
                        <a:pt x="5406" y="7323"/>
                        <a:pt x="6037" y="7573"/>
                        <a:pt x="6715" y="7632"/>
                      </a:cubicBezTo>
                      <a:lnTo>
                        <a:pt x="6727" y="7632"/>
                      </a:lnTo>
                      <a:cubicBezTo>
                        <a:pt x="6799" y="7632"/>
                        <a:pt x="6882" y="7573"/>
                        <a:pt x="6894" y="7478"/>
                      </a:cubicBezTo>
                      <a:cubicBezTo>
                        <a:pt x="6906" y="7394"/>
                        <a:pt x="6834" y="7323"/>
                        <a:pt x="6739" y="7299"/>
                      </a:cubicBezTo>
                      <a:cubicBezTo>
                        <a:pt x="6037" y="7228"/>
                        <a:pt x="5406" y="6966"/>
                        <a:pt x="4882" y="6549"/>
                      </a:cubicBezTo>
                      <a:cubicBezTo>
                        <a:pt x="2298" y="4465"/>
                        <a:pt x="3822" y="310"/>
                        <a:pt x="7096" y="310"/>
                      </a:cubicBezTo>
                      <a:cubicBezTo>
                        <a:pt x="8942" y="310"/>
                        <a:pt x="10418" y="1703"/>
                        <a:pt x="10597" y="3465"/>
                      </a:cubicBezTo>
                      <a:cubicBezTo>
                        <a:pt x="10609" y="3549"/>
                        <a:pt x="10692" y="3608"/>
                        <a:pt x="10775" y="3608"/>
                      </a:cubicBezTo>
                      <a:cubicBezTo>
                        <a:pt x="10871" y="3596"/>
                        <a:pt x="10930" y="3525"/>
                        <a:pt x="10930" y="3430"/>
                      </a:cubicBezTo>
                      <a:cubicBezTo>
                        <a:pt x="10728" y="1525"/>
                        <a:pt x="9120" y="1"/>
                        <a:pt x="712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3" name="Google Shape;3003;p19"/>
                <p:cNvSpPr/>
                <p:nvPr/>
              </p:nvSpPr>
              <p:spPr>
                <a:xfrm>
                  <a:off x="3658105" y="3389599"/>
                  <a:ext cx="208820" cy="199431"/>
                </a:xfrm>
                <a:custGeom>
                  <a:avLst/>
                  <a:gdLst/>
                  <a:ahLst/>
                  <a:cxnLst/>
                  <a:rect l="l" t="t" r="r" b="b"/>
                  <a:pathLst>
                    <a:path w="6561" h="6266" extrusionOk="0">
                      <a:moveTo>
                        <a:pt x="3441" y="336"/>
                      </a:moveTo>
                      <a:cubicBezTo>
                        <a:pt x="4989" y="336"/>
                        <a:pt x="6251" y="1587"/>
                        <a:pt x="6251" y="3146"/>
                      </a:cubicBezTo>
                      <a:cubicBezTo>
                        <a:pt x="6251" y="4694"/>
                        <a:pt x="4989" y="5944"/>
                        <a:pt x="3441" y="5944"/>
                      </a:cubicBezTo>
                      <a:cubicBezTo>
                        <a:pt x="2727" y="5944"/>
                        <a:pt x="1989" y="5682"/>
                        <a:pt x="1441" y="5135"/>
                      </a:cubicBezTo>
                      <a:cubicBezTo>
                        <a:pt x="345" y="4027"/>
                        <a:pt x="345" y="2241"/>
                        <a:pt x="1441" y="1158"/>
                      </a:cubicBezTo>
                      <a:cubicBezTo>
                        <a:pt x="1989" y="598"/>
                        <a:pt x="2703" y="336"/>
                        <a:pt x="3441" y="336"/>
                      </a:cubicBezTo>
                      <a:close/>
                      <a:moveTo>
                        <a:pt x="3428" y="0"/>
                      </a:moveTo>
                      <a:cubicBezTo>
                        <a:pt x="2628" y="0"/>
                        <a:pt x="1828" y="307"/>
                        <a:pt x="1215" y="920"/>
                      </a:cubicBezTo>
                      <a:cubicBezTo>
                        <a:pt x="0" y="2134"/>
                        <a:pt x="0" y="4123"/>
                        <a:pt x="1215" y="5337"/>
                      </a:cubicBezTo>
                      <a:cubicBezTo>
                        <a:pt x="1822" y="5944"/>
                        <a:pt x="2631" y="6266"/>
                        <a:pt x="3429" y="6266"/>
                      </a:cubicBezTo>
                      <a:cubicBezTo>
                        <a:pt x="5144" y="6266"/>
                        <a:pt x="6561" y="4873"/>
                        <a:pt x="6561" y="3134"/>
                      </a:cubicBezTo>
                      <a:cubicBezTo>
                        <a:pt x="6561" y="2301"/>
                        <a:pt x="6227" y="1515"/>
                        <a:pt x="5632" y="920"/>
                      </a:cubicBezTo>
                      <a:cubicBezTo>
                        <a:pt x="5025" y="307"/>
                        <a:pt x="4227" y="0"/>
                        <a:pt x="342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4" name="Google Shape;3004;p19"/>
                <p:cNvSpPr/>
                <p:nvPr/>
              </p:nvSpPr>
              <p:spPr>
                <a:xfrm>
                  <a:off x="3773671" y="3496030"/>
                  <a:ext cx="115597" cy="114993"/>
                </a:xfrm>
                <a:custGeom>
                  <a:avLst/>
                  <a:gdLst/>
                  <a:ahLst/>
                  <a:cxnLst/>
                  <a:rect l="l" t="t" r="r" b="b"/>
                  <a:pathLst>
                    <a:path w="3632" h="3613" extrusionOk="0">
                      <a:moveTo>
                        <a:pt x="3433" y="0"/>
                      </a:moveTo>
                      <a:cubicBezTo>
                        <a:pt x="3361" y="0"/>
                        <a:pt x="3297" y="65"/>
                        <a:pt x="3287" y="148"/>
                      </a:cubicBezTo>
                      <a:cubicBezTo>
                        <a:pt x="3120" y="1803"/>
                        <a:pt x="1810" y="3112"/>
                        <a:pt x="143" y="3291"/>
                      </a:cubicBezTo>
                      <a:cubicBezTo>
                        <a:pt x="60" y="3303"/>
                        <a:pt x="1" y="3374"/>
                        <a:pt x="1" y="3469"/>
                      </a:cubicBezTo>
                      <a:cubicBezTo>
                        <a:pt x="13" y="3553"/>
                        <a:pt x="72" y="3612"/>
                        <a:pt x="167" y="3612"/>
                      </a:cubicBezTo>
                      <a:lnTo>
                        <a:pt x="179" y="3612"/>
                      </a:lnTo>
                      <a:cubicBezTo>
                        <a:pt x="1989" y="3422"/>
                        <a:pt x="3442" y="1993"/>
                        <a:pt x="3620" y="183"/>
                      </a:cubicBezTo>
                      <a:cubicBezTo>
                        <a:pt x="3632" y="88"/>
                        <a:pt x="3561" y="17"/>
                        <a:pt x="3465" y="5"/>
                      </a:cubicBezTo>
                      <a:cubicBezTo>
                        <a:pt x="3454" y="2"/>
                        <a:pt x="3443" y="0"/>
                        <a:pt x="34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005" name="Google Shape;3005;p19"/>
              <p:cNvGrpSpPr/>
              <p:nvPr/>
            </p:nvGrpSpPr>
            <p:grpSpPr>
              <a:xfrm>
                <a:off x="5024826" y="3372964"/>
                <a:ext cx="134284" cy="153474"/>
                <a:chOff x="3620576" y="2745525"/>
                <a:chExt cx="336890" cy="355592"/>
              </a:xfrm>
            </p:grpSpPr>
            <p:sp>
              <p:nvSpPr>
                <p:cNvPr id="3006" name="Google Shape;3006;p19"/>
                <p:cNvSpPr/>
                <p:nvPr/>
              </p:nvSpPr>
              <p:spPr>
                <a:xfrm>
                  <a:off x="3620576" y="2745525"/>
                  <a:ext cx="336889" cy="355592"/>
                </a:xfrm>
                <a:custGeom>
                  <a:avLst/>
                  <a:gdLst/>
                  <a:ahLst/>
                  <a:cxnLst/>
                  <a:rect l="l" t="t" r="r" b="b"/>
                  <a:pathLst>
                    <a:path w="10609" h="11198" extrusionOk="0">
                      <a:moveTo>
                        <a:pt x="9856" y="0"/>
                      </a:moveTo>
                      <a:cubicBezTo>
                        <a:pt x="9825" y="0"/>
                        <a:pt x="9794" y="2"/>
                        <a:pt x="9763" y="5"/>
                      </a:cubicBezTo>
                      <a:lnTo>
                        <a:pt x="3310" y="1148"/>
                      </a:lnTo>
                      <a:cubicBezTo>
                        <a:pt x="2965" y="1208"/>
                        <a:pt x="2691" y="1505"/>
                        <a:pt x="2691" y="1863"/>
                      </a:cubicBezTo>
                      <a:lnTo>
                        <a:pt x="2691" y="7161"/>
                      </a:lnTo>
                      <a:cubicBezTo>
                        <a:pt x="2512" y="7101"/>
                        <a:pt x="2324" y="7075"/>
                        <a:pt x="2134" y="7075"/>
                      </a:cubicBezTo>
                      <a:cubicBezTo>
                        <a:pt x="2098" y="7075"/>
                        <a:pt x="2061" y="7076"/>
                        <a:pt x="2024" y="7078"/>
                      </a:cubicBezTo>
                      <a:cubicBezTo>
                        <a:pt x="1489" y="7089"/>
                        <a:pt x="1000" y="7304"/>
                        <a:pt x="608" y="7685"/>
                      </a:cubicBezTo>
                      <a:cubicBezTo>
                        <a:pt x="238" y="8078"/>
                        <a:pt x="12" y="8566"/>
                        <a:pt x="12" y="9102"/>
                      </a:cubicBezTo>
                      <a:cubicBezTo>
                        <a:pt x="0" y="9661"/>
                        <a:pt x="227" y="10185"/>
                        <a:pt x="608" y="10590"/>
                      </a:cubicBezTo>
                      <a:cubicBezTo>
                        <a:pt x="1000" y="10971"/>
                        <a:pt x="1524" y="11197"/>
                        <a:pt x="2072" y="11197"/>
                      </a:cubicBezTo>
                      <a:lnTo>
                        <a:pt x="2096" y="11197"/>
                      </a:lnTo>
                      <a:cubicBezTo>
                        <a:pt x="3215" y="11185"/>
                        <a:pt x="4120" y="10245"/>
                        <a:pt x="4120" y="9114"/>
                      </a:cubicBezTo>
                      <a:lnTo>
                        <a:pt x="4120" y="4934"/>
                      </a:lnTo>
                      <a:cubicBezTo>
                        <a:pt x="4120" y="4827"/>
                        <a:pt x="4037" y="4744"/>
                        <a:pt x="3929" y="4744"/>
                      </a:cubicBezTo>
                      <a:cubicBezTo>
                        <a:pt x="3822" y="4744"/>
                        <a:pt x="3739" y="4827"/>
                        <a:pt x="3739" y="4934"/>
                      </a:cubicBezTo>
                      <a:lnTo>
                        <a:pt x="3739" y="9114"/>
                      </a:lnTo>
                      <a:cubicBezTo>
                        <a:pt x="3739" y="10042"/>
                        <a:pt x="3013" y="10780"/>
                        <a:pt x="2096" y="10792"/>
                      </a:cubicBezTo>
                      <a:lnTo>
                        <a:pt x="2072" y="10792"/>
                      </a:lnTo>
                      <a:cubicBezTo>
                        <a:pt x="1620" y="10792"/>
                        <a:pt x="1203" y="10614"/>
                        <a:pt x="893" y="10304"/>
                      </a:cubicBezTo>
                      <a:cubicBezTo>
                        <a:pt x="572" y="9983"/>
                        <a:pt x="405" y="9566"/>
                        <a:pt x="405" y="9102"/>
                      </a:cubicBezTo>
                      <a:cubicBezTo>
                        <a:pt x="417" y="8221"/>
                        <a:pt x="1143" y="7494"/>
                        <a:pt x="2024" y="7482"/>
                      </a:cubicBezTo>
                      <a:cubicBezTo>
                        <a:pt x="2298" y="7482"/>
                        <a:pt x="2560" y="7518"/>
                        <a:pt x="2798" y="7637"/>
                      </a:cubicBezTo>
                      <a:cubicBezTo>
                        <a:pt x="2826" y="7654"/>
                        <a:pt x="2856" y="7663"/>
                        <a:pt x="2886" y="7663"/>
                      </a:cubicBezTo>
                      <a:cubicBezTo>
                        <a:pt x="2922" y="7663"/>
                        <a:pt x="2957" y="7651"/>
                        <a:pt x="2989" y="7625"/>
                      </a:cubicBezTo>
                      <a:cubicBezTo>
                        <a:pt x="3048" y="7601"/>
                        <a:pt x="3084" y="7518"/>
                        <a:pt x="3084" y="7459"/>
                      </a:cubicBezTo>
                      <a:lnTo>
                        <a:pt x="3084" y="1863"/>
                      </a:lnTo>
                      <a:cubicBezTo>
                        <a:pt x="3084" y="1708"/>
                        <a:pt x="3203" y="1565"/>
                        <a:pt x="3346" y="1541"/>
                      </a:cubicBezTo>
                      <a:lnTo>
                        <a:pt x="9811" y="398"/>
                      </a:lnTo>
                      <a:cubicBezTo>
                        <a:pt x="9834" y="393"/>
                        <a:pt x="9856" y="391"/>
                        <a:pt x="9877" y="391"/>
                      </a:cubicBezTo>
                      <a:cubicBezTo>
                        <a:pt x="9953" y="391"/>
                        <a:pt x="10017" y="423"/>
                        <a:pt x="10073" y="470"/>
                      </a:cubicBezTo>
                      <a:cubicBezTo>
                        <a:pt x="10156" y="529"/>
                        <a:pt x="10192" y="612"/>
                        <a:pt x="10192" y="720"/>
                      </a:cubicBezTo>
                      <a:lnTo>
                        <a:pt x="10192" y="2910"/>
                      </a:lnTo>
                      <a:cubicBezTo>
                        <a:pt x="10192" y="3018"/>
                        <a:pt x="10287" y="3101"/>
                        <a:pt x="10394" y="3101"/>
                      </a:cubicBezTo>
                      <a:cubicBezTo>
                        <a:pt x="10490" y="3101"/>
                        <a:pt x="10585" y="3018"/>
                        <a:pt x="10585" y="2910"/>
                      </a:cubicBezTo>
                      <a:lnTo>
                        <a:pt x="10585" y="720"/>
                      </a:lnTo>
                      <a:cubicBezTo>
                        <a:pt x="10609" y="529"/>
                        <a:pt x="10525" y="315"/>
                        <a:pt x="10359" y="172"/>
                      </a:cubicBezTo>
                      <a:cubicBezTo>
                        <a:pt x="10216" y="60"/>
                        <a:pt x="10039" y="0"/>
                        <a:pt x="9856" y="0"/>
                      </a:cubicBez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7" name="Google Shape;3007;p19"/>
                <p:cNvSpPr/>
                <p:nvPr/>
              </p:nvSpPr>
              <p:spPr>
                <a:xfrm>
                  <a:off x="3738896" y="2800747"/>
                  <a:ext cx="218570" cy="258771"/>
                </a:xfrm>
                <a:custGeom>
                  <a:avLst/>
                  <a:gdLst/>
                  <a:ahLst/>
                  <a:cxnLst/>
                  <a:rect l="l" t="t" r="r" b="b"/>
                  <a:pathLst>
                    <a:path w="6883" h="8149" extrusionOk="0">
                      <a:moveTo>
                        <a:pt x="5651" y="0"/>
                      </a:moveTo>
                      <a:cubicBezTo>
                        <a:pt x="5637" y="0"/>
                        <a:pt x="5623" y="2"/>
                        <a:pt x="5609" y="5"/>
                      </a:cubicBezTo>
                      <a:lnTo>
                        <a:pt x="156" y="981"/>
                      </a:lnTo>
                      <a:cubicBezTo>
                        <a:pt x="72" y="993"/>
                        <a:pt x="1" y="1076"/>
                        <a:pt x="1" y="1171"/>
                      </a:cubicBezTo>
                      <a:lnTo>
                        <a:pt x="1" y="2267"/>
                      </a:lnTo>
                      <a:cubicBezTo>
                        <a:pt x="1" y="2374"/>
                        <a:pt x="84" y="2469"/>
                        <a:pt x="191" y="2469"/>
                      </a:cubicBezTo>
                      <a:cubicBezTo>
                        <a:pt x="287" y="2469"/>
                        <a:pt x="382" y="2374"/>
                        <a:pt x="382" y="2267"/>
                      </a:cubicBezTo>
                      <a:lnTo>
                        <a:pt x="382" y="1338"/>
                      </a:lnTo>
                      <a:lnTo>
                        <a:pt x="5430" y="445"/>
                      </a:lnTo>
                      <a:lnTo>
                        <a:pt x="5430" y="4112"/>
                      </a:lnTo>
                      <a:cubicBezTo>
                        <a:pt x="5241" y="4052"/>
                        <a:pt x="5051" y="4026"/>
                        <a:pt x="4862" y="4026"/>
                      </a:cubicBezTo>
                      <a:cubicBezTo>
                        <a:pt x="4825" y="4026"/>
                        <a:pt x="4788" y="4027"/>
                        <a:pt x="4752" y="4029"/>
                      </a:cubicBezTo>
                      <a:cubicBezTo>
                        <a:pt x="4216" y="4041"/>
                        <a:pt x="3728" y="4243"/>
                        <a:pt x="3347" y="4636"/>
                      </a:cubicBezTo>
                      <a:cubicBezTo>
                        <a:pt x="2966" y="5029"/>
                        <a:pt x="2751" y="5517"/>
                        <a:pt x="2751" y="6053"/>
                      </a:cubicBezTo>
                      <a:cubicBezTo>
                        <a:pt x="2727" y="6613"/>
                        <a:pt x="2954" y="7136"/>
                        <a:pt x="3347" y="7541"/>
                      </a:cubicBezTo>
                      <a:cubicBezTo>
                        <a:pt x="3728" y="7922"/>
                        <a:pt x="4251" y="8148"/>
                        <a:pt x="4799" y="8148"/>
                      </a:cubicBezTo>
                      <a:lnTo>
                        <a:pt x="4835" y="8148"/>
                      </a:lnTo>
                      <a:cubicBezTo>
                        <a:pt x="5942" y="8137"/>
                        <a:pt x="6859" y="7196"/>
                        <a:pt x="6859" y="6065"/>
                      </a:cubicBezTo>
                      <a:lnTo>
                        <a:pt x="6859" y="2148"/>
                      </a:lnTo>
                      <a:cubicBezTo>
                        <a:pt x="6883" y="2017"/>
                        <a:pt x="6799" y="1933"/>
                        <a:pt x="6692" y="1933"/>
                      </a:cubicBezTo>
                      <a:cubicBezTo>
                        <a:pt x="6585" y="1933"/>
                        <a:pt x="6502" y="2017"/>
                        <a:pt x="6502" y="2124"/>
                      </a:cubicBezTo>
                      <a:lnTo>
                        <a:pt x="6502" y="6041"/>
                      </a:lnTo>
                      <a:cubicBezTo>
                        <a:pt x="6502" y="6958"/>
                        <a:pt x="5775" y="7708"/>
                        <a:pt x="4859" y="7720"/>
                      </a:cubicBezTo>
                      <a:lnTo>
                        <a:pt x="4835" y="7720"/>
                      </a:lnTo>
                      <a:cubicBezTo>
                        <a:pt x="4382" y="7720"/>
                        <a:pt x="3966" y="7541"/>
                        <a:pt x="3656" y="7232"/>
                      </a:cubicBezTo>
                      <a:cubicBezTo>
                        <a:pt x="3335" y="6898"/>
                        <a:pt x="3168" y="6482"/>
                        <a:pt x="3168" y="6017"/>
                      </a:cubicBezTo>
                      <a:cubicBezTo>
                        <a:pt x="3180" y="5148"/>
                        <a:pt x="3906" y="4410"/>
                        <a:pt x="4787" y="4398"/>
                      </a:cubicBezTo>
                      <a:cubicBezTo>
                        <a:pt x="5061" y="4398"/>
                        <a:pt x="5323" y="4446"/>
                        <a:pt x="5561" y="4565"/>
                      </a:cubicBezTo>
                      <a:cubicBezTo>
                        <a:pt x="5588" y="4575"/>
                        <a:pt x="5617" y="4581"/>
                        <a:pt x="5646" y="4581"/>
                      </a:cubicBezTo>
                      <a:cubicBezTo>
                        <a:pt x="5683" y="4581"/>
                        <a:pt x="5719" y="4572"/>
                        <a:pt x="5752" y="4553"/>
                      </a:cubicBezTo>
                      <a:cubicBezTo>
                        <a:pt x="5811" y="4517"/>
                        <a:pt x="5847" y="4446"/>
                        <a:pt x="5847" y="4386"/>
                      </a:cubicBezTo>
                      <a:lnTo>
                        <a:pt x="5847" y="207"/>
                      </a:lnTo>
                      <a:cubicBezTo>
                        <a:pt x="5847" y="147"/>
                        <a:pt x="5811" y="88"/>
                        <a:pt x="5775" y="52"/>
                      </a:cubicBezTo>
                      <a:cubicBezTo>
                        <a:pt x="5739" y="16"/>
                        <a:pt x="5696" y="0"/>
                        <a:pt x="5651" y="0"/>
                      </a:cubicBezTo>
                      <a:close/>
                    </a:path>
                  </a:pathLst>
                </a:cu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sp>
        <p:nvSpPr>
          <p:cNvPr id="3008" name="Google Shape;3008;p19"/>
          <p:cNvSpPr txBox="1"/>
          <p:nvPr/>
        </p:nvSpPr>
        <p:spPr>
          <a:xfrm>
            <a:off x="2457375" y="1669625"/>
            <a:ext cx="2037600" cy="681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500" b="1">
                <a:solidFill>
                  <a:schemeClr val="dk1"/>
                </a:solidFill>
                <a:latin typeface="Anaheim"/>
                <a:ea typeface="Anaheim"/>
                <a:cs typeface="Anaheim"/>
                <a:sym typeface="Anaheim"/>
              </a:rPr>
              <a:t>10,000+ </a:t>
            </a:r>
            <a:endParaRPr sz="1500" b="1">
              <a:solidFill>
                <a:schemeClr val="dk1"/>
              </a:solidFill>
              <a:latin typeface="Anaheim"/>
              <a:ea typeface="Anaheim"/>
              <a:cs typeface="Anaheim"/>
              <a:sym typeface="Anaheim"/>
            </a:endParaRPr>
          </a:p>
          <a:p>
            <a:pPr marL="0" lvl="0" indent="0" algn="ctr" rtl="0">
              <a:lnSpc>
                <a:spcPct val="115000"/>
              </a:lnSpc>
              <a:spcBef>
                <a:spcPts val="0"/>
              </a:spcBef>
              <a:spcAft>
                <a:spcPts val="0"/>
              </a:spcAft>
              <a:buNone/>
            </a:pPr>
            <a:r>
              <a:rPr lang="en" sz="1500" b="1">
                <a:solidFill>
                  <a:schemeClr val="dk1"/>
                </a:solidFill>
                <a:latin typeface="Anaheim"/>
                <a:ea typeface="Anaheim"/>
                <a:cs typeface="Anaheim"/>
                <a:sym typeface="Anaheim"/>
              </a:rPr>
              <a:t>popular songs</a:t>
            </a:r>
            <a:endParaRPr sz="1500" b="1">
              <a:solidFill>
                <a:schemeClr val="dk1"/>
              </a:solidFill>
              <a:latin typeface="Anaheim"/>
              <a:ea typeface="Anaheim"/>
              <a:cs typeface="Anaheim"/>
              <a:sym typeface="Anaheim"/>
            </a:endParaRPr>
          </a:p>
        </p:txBody>
      </p:sp>
      <p:sp>
        <p:nvSpPr>
          <p:cNvPr id="3009" name="Google Shape;3009;p19"/>
          <p:cNvSpPr txBox="1"/>
          <p:nvPr/>
        </p:nvSpPr>
        <p:spPr>
          <a:xfrm>
            <a:off x="2457375" y="3435900"/>
            <a:ext cx="1836600" cy="415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500" b="1">
                <a:solidFill>
                  <a:schemeClr val="dk1"/>
                </a:solidFill>
                <a:latin typeface="Anaheim"/>
                <a:ea typeface="Anaheim"/>
                <a:cs typeface="Anaheim"/>
                <a:sym typeface="Anaheim"/>
              </a:rPr>
              <a:t>2000 to 2019</a:t>
            </a:r>
            <a:endParaRPr sz="1500" b="1">
              <a:solidFill>
                <a:schemeClr val="dk1"/>
              </a:solidFill>
              <a:latin typeface="Anaheim"/>
              <a:ea typeface="Anaheim"/>
              <a:cs typeface="Anaheim"/>
              <a:sym typeface="Anaheim"/>
            </a:endParaRPr>
          </a:p>
        </p:txBody>
      </p:sp>
      <p:sp>
        <p:nvSpPr>
          <p:cNvPr id="3010" name="Google Shape;3010;p19"/>
          <p:cNvSpPr txBox="1"/>
          <p:nvPr/>
        </p:nvSpPr>
        <p:spPr>
          <a:xfrm>
            <a:off x="6198550" y="1720025"/>
            <a:ext cx="2398200" cy="415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500" b="1">
                <a:solidFill>
                  <a:schemeClr val="dk1"/>
                </a:solidFill>
                <a:latin typeface="Anaheim"/>
                <a:ea typeface="Anaheim"/>
                <a:cs typeface="Anaheim"/>
                <a:sym typeface="Anaheim"/>
              </a:rPr>
              <a:t>Song Attributes</a:t>
            </a:r>
            <a:endParaRPr sz="1500" b="1">
              <a:solidFill>
                <a:schemeClr val="dk1"/>
              </a:solidFill>
              <a:latin typeface="Anaheim"/>
              <a:ea typeface="Anaheim"/>
              <a:cs typeface="Anaheim"/>
              <a:sym typeface="Anaheim"/>
            </a:endParaRPr>
          </a:p>
        </p:txBody>
      </p:sp>
      <p:sp>
        <p:nvSpPr>
          <p:cNvPr id="3011" name="Google Shape;3011;p19"/>
          <p:cNvSpPr txBox="1"/>
          <p:nvPr/>
        </p:nvSpPr>
        <p:spPr>
          <a:xfrm>
            <a:off x="6198550" y="3208450"/>
            <a:ext cx="2754600" cy="681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500" b="1">
                <a:solidFill>
                  <a:schemeClr val="dk1"/>
                </a:solidFill>
                <a:latin typeface="Anaheim"/>
                <a:ea typeface="Anaheim"/>
                <a:cs typeface="Anaheim"/>
                <a:sym typeface="Anaheim"/>
              </a:rPr>
              <a:t>Acousticness, Energy, Loudness, Danceability</a:t>
            </a:r>
            <a:endParaRPr sz="1500" b="1">
              <a:solidFill>
                <a:schemeClr val="dk1"/>
              </a:solidFill>
              <a:latin typeface="Anaheim"/>
              <a:ea typeface="Anaheim"/>
              <a:cs typeface="Anaheim"/>
              <a:sym typeface="Anaheim"/>
            </a:endParaRPr>
          </a:p>
        </p:txBody>
      </p:sp>
      <p:grpSp>
        <p:nvGrpSpPr>
          <p:cNvPr id="3012" name="Google Shape;3012;p19"/>
          <p:cNvGrpSpPr/>
          <p:nvPr/>
        </p:nvGrpSpPr>
        <p:grpSpPr>
          <a:xfrm>
            <a:off x="1399425" y="3136650"/>
            <a:ext cx="1075200" cy="1014000"/>
            <a:chOff x="866025" y="3136650"/>
            <a:chExt cx="1075200" cy="1014000"/>
          </a:xfrm>
        </p:grpSpPr>
        <p:grpSp>
          <p:nvGrpSpPr>
            <p:cNvPr id="3013" name="Google Shape;3013;p19"/>
            <p:cNvGrpSpPr/>
            <p:nvPr/>
          </p:nvGrpSpPr>
          <p:grpSpPr>
            <a:xfrm>
              <a:off x="866025" y="3136650"/>
              <a:ext cx="1075200" cy="1014000"/>
              <a:chOff x="1704225" y="3136650"/>
              <a:chExt cx="1075200" cy="1014000"/>
            </a:xfrm>
          </p:grpSpPr>
          <p:sp>
            <p:nvSpPr>
              <p:cNvPr id="3014" name="Google Shape;3014;p19"/>
              <p:cNvSpPr/>
              <p:nvPr/>
            </p:nvSpPr>
            <p:spPr>
              <a:xfrm>
                <a:off x="1704225" y="3136650"/>
                <a:ext cx="1075200" cy="1014000"/>
              </a:xfrm>
              <a:prstGeom prst="round1Rect">
                <a:avLst>
                  <a:gd name="adj" fmla="val 31721"/>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3015" name="Google Shape;3015;p19"/>
              <p:cNvGrpSpPr/>
              <p:nvPr/>
            </p:nvGrpSpPr>
            <p:grpSpPr>
              <a:xfrm>
                <a:off x="1898919" y="3269104"/>
                <a:ext cx="685811" cy="749117"/>
                <a:chOff x="1750887" y="2425727"/>
                <a:chExt cx="320143" cy="343270"/>
              </a:xfrm>
            </p:grpSpPr>
            <p:sp>
              <p:nvSpPr>
                <p:cNvPr id="3016" name="Google Shape;3016;p19"/>
                <p:cNvSpPr/>
                <p:nvPr/>
              </p:nvSpPr>
              <p:spPr>
                <a:xfrm>
                  <a:off x="1750887" y="2425727"/>
                  <a:ext cx="320143" cy="289052"/>
                </a:xfrm>
                <a:custGeom>
                  <a:avLst/>
                  <a:gdLst/>
                  <a:ahLst/>
                  <a:cxnLst/>
                  <a:rect l="l" t="t" r="r" b="b"/>
                  <a:pathLst>
                    <a:path w="10050" h="9074" extrusionOk="0">
                      <a:moveTo>
                        <a:pt x="1668" y="322"/>
                      </a:moveTo>
                      <a:cubicBezTo>
                        <a:pt x="1834" y="322"/>
                        <a:pt x="1953" y="453"/>
                        <a:pt x="1953" y="608"/>
                      </a:cubicBezTo>
                      <a:lnTo>
                        <a:pt x="1953" y="1275"/>
                      </a:lnTo>
                      <a:cubicBezTo>
                        <a:pt x="1953" y="1441"/>
                        <a:pt x="1811" y="1560"/>
                        <a:pt x="1668" y="1560"/>
                      </a:cubicBezTo>
                      <a:cubicBezTo>
                        <a:pt x="1513" y="1560"/>
                        <a:pt x="1382" y="1429"/>
                        <a:pt x="1382" y="1275"/>
                      </a:cubicBezTo>
                      <a:lnTo>
                        <a:pt x="1382" y="929"/>
                      </a:lnTo>
                      <a:lnTo>
                        <a:pt x="1382" y="608"/>
                      </a:lnTo>
                      <a:cubicBezTo>
                        <a:pt x="1370" y="453"/>
                        <a:pt x="1501" y="322"/>
                        <a:pt x="1668" y="322"/>
                      </a:cubicBezTo>
                      <a:close/>
                      <a:moveTo>
                        <a:pt x="3918" y="322"/>
                      </a:moveTo>
                      <a:cubicBezTo>
                        <a:pt x="4061" y="322"/>
                        <a:pt x="4192" y="453"/>
                        <a:pt x="4192" y="608"/>
                      </a:cubicBezTo>
                      <a:lnTo>
                        <a:pt x="4192" y="1275"/>
                      </a:lnTo>
                      <a:cubicBezTo>
                        <a:pt x="4192" y="1441"/>
                        <a:pt x="4061" y="1560"/>
                        <a:pt x="3918" y="1560"/>
                      </a:cubicBezTo>
                      <a:cubicBezTo>
                        <a:pt x="3763" y="1560"/>
                        <a:pt x="3632" y="1429"/>
                        <a:pt x="3632" y="1275"/>
                      </a:cubicBezTo>
                      <a:lnTo>
                        <a:pt x="3632" y="608"/>
                      </a:lnTo>
                      <a:cubicBezTo>
                        <a:pt x="3632" y="441"/>
                        <a:pt x="3763" y="322"/>
                        <a:pt x="3918" y="322"/>
                      </a:cubicBezTo>
                      <a:close/>
                      <a:moveTo>
                        <a:pt x="6180" y="322"/>
                      </a:moveTo>
                      <a:cubicBezTo>
                        <a:pt x="6323" y="322"/>
                        <a:pt x="6454" y="453"/>
                        <a:pt x="6454" y="608"/>
                      </a:cubicBezTo>
                      <a:lnTo>
                        <a:pt x="6454" y="1275"/>
                      </a:lnTo>
                      <a:cubicBezTo>
                        <a:pt x="6454" y="1441"/>
                        <a:pt x="6323" y="1560"/>
                        <a:pt x="6180" y="1560"/>
                      </a:cubicBezTo>
                      <a:cubicBezTo>
                        <a:pt x="6025" y="1560"/>
                        <a:pt x="5894" y="1429"/>
                        <a:pt x="5894" y="1275"/>
                      </a:cubicBezTo>
                      <a:lnTo>
                        <a:pt x="5894" y="608"/>
                      </a:lnTo>
                      <a:cubicBezTo>
                        <a:pt x="5894" y="441"/>
                        <a:pt x="6025" y="322"/>
                        <a:pt x="6180" y="322"/>
                      </a:cubicBezTo>
                      <a:close/>
                      <a:moveTo>
                        <a:pt x="8419" y="322"/>
                      </a:moveTo>
                      <a:cubicBezTo>
                        <a:pt x="8573" y="322"/>
                        <a:pt x="8704" y="453"/>
                        <a:pt x="8704" y="608"/>
                      </a:cubicBezTo>
                      <a:lnTo>
                        <a:pt x="8704" y="929"/>
                      </a:lnTo>
                      <a:lnTo>
                        <a:pt x="8704" y="1275"/>
                      </a:lnTo>
                      <a:cubicBezTo>
                        <a:pt x="8704" y="1441"/>
                        <a:pt x="8573" y="1560"/>
                        <a:pt x="8419" y="1560"/>
                      </a:cubicBezTo>
                      <a:cubicBezTo>
                        <a:pt x="8276" y="1560"/>
                        <a:pt x="8145" y="1429"/>
                        <a:pt x="8145" y="1275"/>
                      </a:cubicBezTo>
                      <a:lnTo>
                        <a:pt x="8145" y="608"/>
                      </a:lnTo>
                      <a:cubicBezTo>
                        <a:pt x="8145" y="441"/>
                        <a:pt x="8276" y="322"/>
                        <a:pt x="8419" y="322"/>
                      </a:cubicBezTo>
                      <a:close/>
                      <a:moveTo>
                        <a:pt x="9526" y="1096"/>
                      </a:moveTo>
                      <a:cubicBezTo>
                        <a:pt x="9669" y="1096"/>
                        <a:pt x="9788" y="1215"/>
                        <a:pt x="9788" y="1370"/>
                      </a:cubicBezTo>
                      <a:lnTo>
                        <a:pt x="9788" y="2525"/>
                      </a:lnTo>
                      <a:lnTo>
                        <a:pt x="370" y="2525"/>
                      </a:lnTo>
                      <a:lnTo>
                        <a:pt x="370" y="1370"/>
                      </a:lnTo>
                      <a:cubicBezTo>
                        <a:pt x="370" y="1215"/>
                        <a:pt x="489" y="1096"/>
                        <a:pt x="644" y="1096"/>
                      </a:cubicBezTo>
                      <a:lnTo>
                        <a:pt x="1060" y="1096"/>
                      </a:lnTo>
                      <a:lnTo>
                        <a:pt x="1060" y="1275"/>
                      </a:lnTo>
                      <a:cubicBezTo>
                        <a:pt x="1060" y="1596"/>
                        <a:pt x="1322" y="1882"/>
                        <a:pt x="1668" y="1882"/>
                      </a:cubicBezTo>
                      <a:cubicBezTo>
                        <a:pt x="1989" y="1882"/>
                        <a:pt x="2275" y="1620"/>
                        <a:pt x="2275" y="1275"/>
                      </a:cubicBezTo>
                      <a:lnTo>
                        <a:pt x="2275" y="1096"/>
                      </a:lnTo>
                      <a:lnTo>
                        <a:pt x="3335" y="1096"/>
                      </a:lnTo>
                      <a:lnTo>
                        <a:pt x="3335" y="1275"/>
                      </a:lnTo>
                      <a:cubicBezTo>
                        <a:pt x="3335" y="1596"/>
                        <a:pt x="3597" y="1882"/>
                        <a:pt x="3942" y="1882"/>
                      </a:cubicBezTo>
                      <a:cubicBezTo>
                        <a:pt x="4287" y="1882"/>
                        <a:pt x="4549" y="1620"/>
                        <a:pt x="4549" y="1275"/>
                      </a:cubicBezTo>
                      <a:lnTo>
                        <a:pt x="4549" y="1096"/>
                      </a:lnTo>
                      <a:lnTo>
                        <a:pt x="5609" y="1096"/>
                      </a:lnTo>
                      <a:lnTo>
                        <a:pt x="5609" y="1275"/>
                      </a:lnTo>
                      <a:cubicBezTo>
                        <a:pt x="5609" y="1596"/>
                        <a:pt x="5883" y="1882"/>
                        <a:pt x="6216" y="1882"/>
                      </a:cubicBezTo>
                      <a:cubicBezTo>
                        <a:pt x="6561" y="1882"/>
                        <a:pt x="6835" y="1620"/>
                        <a:pt x="6835" y="1275"/>
                      </a:cubicBezTo>
                      <a:lnTo>
                        <a:pt x="6835" y="1096"/>
                      </a:lnTo>
                      <a:lnTo>
                        <a:pt x="7883" y="1096"/>
                      </a:lnTo>
                      <a:lnTo>
                        <a:pt x="7883" y="1275"/>
                      </a:lnTo>
                      <a:cubicBezTo>
                        <a:pt x="7883" y="1596"/>
                        <a:pt x="8157" y="1882"/>
                        <a:pt x="8502" y="1882"/>
                      </a:cubicBezTo>
                      <a:cubicBezTo>
                        <a:pt x="8823" y="1882"/>
                        <a:pt x="9109" y="1620"/>
                        <a:pt x="9109" y="1275"/>
                      </a:cubicBezTo>
                      <a:lnTo>
                        <a:pt x="9109" y="1096"/>
                      </a:lnTo>
                      <a:close/>
                      <a:moveTo>
                        <a:pt x="1608" y="1"/>
                      </a:moveTo>
                      <a:cubicBezTo>
                        <a:pt x="1275" y="1"/>
                        <a:pt x="989" y="262"/>
                        <a:pt x="989" y="608"/>
                      </a:cubicBezTo>
                      <a:lnTo>
                        <a:pt x="989" y="786"/>
                      </a:lnTo>
                      <a:lnTo>
                        <a:pt x="572" y="786"/>
                      </a:lnTo>
                      <a:cubicBezTo>
                        <a:pt x="251" y="786"/>
                        <a:pt x="1" y="1048"/>
                        <a:pt x="1" y="1370"/>
                      </a:cubicBezTo>
                      <a:lnTo>
                        <a:pt x="1" y="3584"/>
                      </a:lnTo>
                      <a:cubicBezTo>
                        <a:pt x="1" y="3668"/>
                        <a:pt x="72" y="3751"/>
                        <a:pt x="156" y="3751"/>
                      </a:cubicBezTo>
                      <a:cubicBezTo>
                        <a:pt x="251" y="3751"/>
                        <a:pt x="322" y="3668"/>
                        <a:pt x="322" y="3584"/>
                      </a:cubicBezTo>
                      <a:lnTo>
                        <a:pt x="322" y="2834"/>
                      </a:lnTo>
                      <a:lnTo>
                        <a:pt x="9681" y="2834"/>
                      </a:lnTo>
                      <a:lnTo>
                        <a:pt x="9681" y="8906"/>
                      </a:lnTo>
                      <a:cubicBezTo>
                        <a:pt x="9681" y="9002"/>
                        <a:pt x="9764" y="9073"/>
                        <a:pt x="9847" y="9073"/>
                      </a:cubicBezTo>
                      <a:cubicBezTo>
                        <a:pt x="9943" y="9073"/>
                        <a:pt x="10014" y="9002"/>
                        <a:pt x="10014" y="8906"/>
                      </a:cubicBezTo>
                      <a:lnTo>
                        <a:pt x="10014" y="1346"/>
                      </a:lnTo>
                      <a:cubicBezTo>
                        <a:pt x="10050" y="1036"/>
                        <a:pt x="9776" y="786"/>
                        <a:pt x="9466" y="786"/>
                      </a:cubicBezTo>
                      <a:lnTo>
                        <a:pt x="9050" y="786"/>
                      </a:lnTo>
                      <a:lnTo>
                        <a:pt x="9050" y="608"/>
                      </a:lnTo>
                      <a:cubicBezTo>
                        <a:pt x="9050" y="274"/>
                        <a:pt x="8776" y="1"/>
                        <a:pt x="8430" y="1"/>
                      </a:cubicBezTo>
                      <a:cubicBezTo>
                        <a:pt x="8109" y="1"/>
                        <a:pt x="7823" y="262"/>
                        <a:pt x="7823" y="608"/>
                      </a:cubicBezTo>
                      <a:lnTo>
                        <a:pt x="7823" y="786"/>
                      </a:lnTo>
                      <a:lnTo>
                        <a:pt x="6764" y="786"/>
                      </a:lnTo>
                      <a:lnTo>
                        <a:pt x="6764" y="608"/>
                      </a:lnTo>
                      <a:cubicBezTo>
                        <a:pt x="6764" y="274"/>
                        <a:pt x="6502" y="1"/>
                        <a:pt x="6156" y="1"/>
                      </a:cubicBezTo>
                      <a:cubicBezTo>
                        <a:pt x="5811" y="1"/>
                        <a:pt x="5549" y="262"/>
                        <a:pt x="5549" y="608"/>
                      </a:cubicBezTo>
                      <a:lnTo>
                        <a:pt x="5549" y="786"/>
                      </a:lnTo>
                      <a:lnTo>
                        <a:pt x="4489" y="786"/>
                      </a:lnTo>
                      <a:lnTo>
                        <a:pt x="4489" y="608"/>
                      </a:lnTo>
                      <a:cubicBezTo>
                        <a:pt x="4489" y="274"/>
                        <a:pt x="4228" y="1"/>
                        <a:pt x="3882" y="1"/>
                      </a:cubicBezTo>
                      <a:cubicBezTo>
                        <a:pt x="3549" y="1"/>
                        <a:pt x="3275" y="262"/>
                        <a:pt x="3275" y="608"/>
                      </a:cubicBezTo>
                      <a:lnTo>
                        <a:pt x="3275" y="786"/>
                      </a:lnTo>
                      <a:lnTo>
                        <a:pt x="2215" y="786"/>
                      </a:lnTo>
                      <a:lnTo>
                        <a:pt x="2215" y="608"/>
                      </a:lnTo>
                      <a:cubicBezTo>
                        <a:pt x="2215" y="274"/>
                        <a:pt x="1942" y="1"/>
                        <a:pt x="160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7" name="Google Shape;3017;p19"/>
                <p:cNvSpPr/>
                <p:nvPr/>
              </p:nvSpPr>
              <p:spPr>
                <a:xfrm>
                  <a:off x="1751652" y="2558467"/>
                  <a:ext cx="319378" cy="210530"/>
                </a:xfrm>
                <a:custGeom>
                  <a:avLst/>
                  <a:gdLst/>
                  <a:ahLst/>
                  <a:cxnLst/>
                  <a:rect l="l" t="t" r="r" b="b"/>
                  <a:pathLst>
                    <a:path w="10026" h="6609" extrusionOk="0">
                      <a:moveTo>
                        <a:pt x="167" y="1"/>
                      </a:moveTo>
                      <a:cubicBezTo>
                        <a:pt x="72" y="1"/>
                        <a:pt x="1" y="72"/>
                        <a:pt x="1" y="156"/>
                      </a:cubicBezTo>
                      <a:lnTo>
                        <a:pt x="1" y="6025"/>
                      </a:lnTo>
                      <a:cubicBezTo>
                        <a:pt x="1" y="6347"/>
                        <a:pt x="274" y="6609"/>
                        <a:pt x="584" y="6609"/>
                      </a:cubicBezTo>
                      <a:lnTo>
                        <a:pt x="9407" y="6609"/>
                      </a:lnTo>
                      <a:cubicBezTo>
                        <a:pt x="9740" y="6609"/>
                        <a:pt x="9990" y="6335"/>
                        <a:pt x="9990" y="6025"/>
                      </a:cubicBezTo>
                      <a:lnTo>
                        <a:pt x="9990" y="5501"/>
                      </a:lnTo>
                      <a:cubicBezTo>
                        <a:pt x="10026" y="5418"/>
                        <a:pt x="9942" y="5335"/>
                        <a:pt x="9859" y="5335"/>
                      </a:cubicBezTo>
                      <a:cubicBezTo>
                        <a:pt x="9764" y="5335"/>
                        <a:pt x="9692" y="5418"/>
                        <a:pt x="9692" y="5501"/>
                      </a:cubicBezTo>
                      <a:lnTo>
                        <a:pt x="9692" y="6025"/>
                      </a:lnTo>
                      <a:cubicBezTo>
                        <a:pt x="9692" y="6168"/>
                        <a:pt x="9573" y="6287"/>
                        <a:pt x="9430" y="6287"/>
                      </a:cubicBezTo>
                      <a:lnTo>
                        <a:pt x="596" y="6287"/>
                      </a:lnTo>
                      <a:cubicBezTo>
                        <a:pt x="453" y="6287"/>
                        <a:pt x="334" y="6168"/>
                        <a:pt x="334" y="6025"/>
                      </a:cubicBezTo>
                      <a:lnTo>
                        <a:pt x="334" y="156"/>
                      </a:lnTo>
                      <a:cubicBezTo>
                        <a:pt x="334" y="72"/>
                        <a:pt x="251" y="1"/>
                        <a:pt x="16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3018" name="Google Shape;3018;p19"/>
            <p:cNvSpPr/>
            <p:nvPr/>
          </p:nvSpPr>
          <p:spPr>
            <a:xfrm>
              <a:off x="1383795" y="3644793"/>
              <a:ext cx="45720" cy="182882"/>
            </a:xfrm>
            <a:custGeom>
              <a:avLst/>
              <a:gdLst/>
              <a:ahLst/>
              <a:cxnLst/>
              <a:rect l="l" t="t" r="r" b="b"/>
              <a:pathLst>
                <a:path w="597" h="2204" extrusionOk="0">
                  <a:moveTo>
                    <a:pt x="453" y="1"/>
                  </a:moveTo>
                  <a:cubicBezTo>
                    <a:pt x="418" y="1"/>
                    <a:pt x="394" y="24"/>
                    <a:pt x="382" y="36"/>
                  </a:cubicBezTo>
                  <a:lnTo>
                    <a:pt x="60" y="334"/>
                  </a:lnTo>
                  <a:cubicBezTo>
                    <a:pt x="25" y="358"/>
                    <a:pt x="1" y="405"/>
                    <a:pt x="1" y="453"/>
                  </a:cubicBezTo>
                  <a:cubicBezTo>
                    <a:pt x="1" y="513"/>
                    <a:pt x="48" y="584"/>
                    <a:pt x="108" y="584"/>
                  </a:cubicBezTo>
                  <a:cubicBezTo>
                    <a:pt x="120" y="584"/>
                    <a:pt x="156" y="572"/>
                    <a:pt x="167" y="560"/>
                  </a:cubicBezTo>
                  <a:lnTo>
                    <a:pt x="275" y="417"/>
                  </a:lnTo>
                  <a:lnTo>
                    <a:pt x="275" y="2108"/>
                  </a:lnTo>
                  <a:cubicBezTo>
                    <a:pt x="275" y="2179"/>
                    <a:pt x="346" y="2203"/>
                    <a:pt x="441" y="2203"/>
                  </a:cubicBezTo>
                  <a:cubicBezTo>
                    <a:pt x="513" y="2203"/>
                    <a:pt x="596" y="2179"/>
                    <a:pt x="596" y="2108"/>
                  </a:cubicBezTo>
                  <a:lnTo>
                    <a:pt x="596" y="96"/>
                  </a:lnTo>
                  <a:cubicBezTo>
                    <a:pt x="584" y="48"/>
                    <a:pt x="513" y="1"/>
                    <a:pt x="45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022" name="Google Shape;3022;p19"/>
          <p:cNvGrpSpPr/>
          <p:nvPr/>
        </p:nvGrpSpPr>
        <p:grpSpPr>
          <a:xfrm>
            <a:off x="8035095" y="-120561"/>
            <a:ext cx="1507871" cy="1510263"/>
            <a:chOff x="39184" y="-151930"/>
            <a:chExt cx="1309825" cy="1311903"/>
          </a:xfrm>
        </p:grpSpPr>
        <p:sp>
          <p:nvSpPr>
            <p:cNvPr id="3023" name="Google Shape;3023;p19"/>
            <p:cNvSpPr/>
            <p:nvPr/>
          </p:nvSpPr>
          <p:spPr>
            <a:xfrm>
              <a:off x="1304909" y="544953"/>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24" name="Google Shape;3024;p19"/>
            <p:cNvSpPr/>
            <p:nvPr/>
          </p:nvSpPr>
          <p:spPr>
            <a:xfrm>
              <a:off x="1231442" y="614221"/>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25" name="Google Shape;3025;p19"/>
            <p:cNvSpPr/>
            <p:nvPr/>
          </p:nvSpPr>
          <p:spPr>
            <a:xfrm>
              <a:off x="1160075" y="685588"/>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26" name="Google Shape;3026;p19"/>
            <p:cNvSpPr/>
            <p:nvPr/>
          </p:nvSpPr>
          <p:spPr>
            <a:xfrm>
              <a:off x="1088707" y="756956"/>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27" name="Google Shape;3027;p19"/>
            <p:cNvSpPr/>
            <p:nvPr/>
          </p:nvSpPr>
          <p:spPr>
            <a:xfrm>
              <a:off x="1019439" y="828324"/>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28" name="Google Shape;3028;p19"/>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29" name="Google Shape;3029;p19"/>
            <p:cNvSpPr/>
            <p:nvPr/>
          </p:nvSpPr>
          <p:spPr>
            <a:xfrm>
              <a:off x="876704" y="968960"/>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30" name="Google Shape;3030;p19"/>
            <p:cNvSpPr/>
            <p:nvPr/>
          </p:nvSpPr>
          <p:spPr>
            <a:xfrm>
              <a:off x="805336" y="1040328"/>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31" name="Google Shape;3031;p19"/>
            <p:cNvSpPr/>
            <p:nvPr/>
          </p:nvSpPr>
          <p:spPr>
            <a:xfrm>
              <a:off x="733969" y="1111695"/>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32" name="Google Shape;3032;p19"/>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33" name="Google Shape;3033;p19"/>
            <p:cNvSpPr/>
            <p:nvPr/>
          </p:nvSpPr>
          <p:spPr>
            <a:xfrm>
              <a:off x="1174769" y="557547"/>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34" name="Google Shape;3034;p19"/>
            <p:cNvSpPr/>
            <p:nvPr/>
          </p:nvSpPr>
          <p:spPr>
            <a:xfrm>
              <a:off x="1105499" y="628915"/>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35" name="Google Shape;3035;p19"/>
            <p:cNvSpPr/>
            <p:nvPr/>
          </p:nvSpPr>
          <p:spPr>
            <a:xfrm>
              <a:off x="1034132" y="700282"/>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36" name="Google Shape;3036;p19"/>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37" name="Google Shape;3037;p19"/>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38" name="Google Shape;3038;p19"/>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39" name="Google Shape;3039;p19"/>
            <p:cNvSpPr/>
            <p:nvPr/>
          </p:nvSpPr>
          <p:spPr>
            <a:xfrm>
              <a:off x="748662" y="983653"/>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40" name="Google Shape;3040;p19"/>
            <p:cNvSpPr/>
            <p:nvPr/>
          </p:nvSpPr>
          <p:spPr>
            <a:xfrm>
              <a:off x="677294" y="1052922"/>
              <a:ext cx="46178" cy="48278"/>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41" name="Google Shape;3041;p19"/>
            <p:cNvSpPr/>
            <p:nvPr/>
          </p:nvSpPr>
          <p:spPr>
            <a:xfrm>
              <a:off x="1187363" y="427407"/>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42" name="Google Shape;3042;p19"/>
            <p:cNvSpPr/>
            <p:nvPr/>
          </p:nvSpPr>
          <p:spPr>
            <a:xfrm>
              <a:off x="1115995" y="498774"/>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43" name="Google Shape;3043;p19"/>
            <p:cNvSpPr/>
            <p:nvPr/>
          </p:nvSpPr>
          <p:spPr>
            <a:xfrm>
              <a:off x="1046726" y="572240"/>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44" name="Google Shape;3044;p19"/>
            <p:cNvSpPr/>
            <p:nvPr/>
          </p:nvSpPr>
          <p:spPr>
            <a:xfrm>
              <a:off x="975359" y="643608"/>
              <a:ext cx="44100" cy="420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45" name="Google Shape;3045;p19"/>
            <p:cNvSpPr/>
            <p:nvPr/>
          </p:nvSpPr>
          <p:spPr>
            <a:xfrm>
              <a:off x="901893" y="710777"/>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46" name="Google Shape;3046;p19"/>
            <p:cNvSpPr/>
            <p:nvPr/>
          </p:nvSpPr>
          <p:spPr>
            <a:xfrm>
              <a:off x="832623" y="782145"/>
              <a:ext cx="461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47" name="Google Shape;3047;p19"/>
            <p:cNvSpPr/>
            <p:nvPr/>
          </p:nvSpPr>
          <p:spPr>
            <a:xfrm>
              <a:off x="761256" y="853512"/>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48" name="Google Shape;3048;p19"/>
            <p:cNvSpPr/>
            <p:nvPr/>
          </p:nvSpPr>
          <p:spPr>
            <a:xfrm>
              <a:off x="689888" y="92488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49" name="Google Shape;3049;p19"/>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50" name="Google Shape;3050;p19"/>
            <p:cNvSpPr/>
            <p:nvPr/>
          </p:nvSpPr>
          <p:spPr>
            <a:xfrm>
              <a:off x="1128589" y="370732"/>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51" name="Google Shape;3051;p19"/>
            <p:cNvSpPr/>
            <p:nvPr/>
          </p:nvSpPr>
          <p:spPr>
            <a:xfrm>
              <a:off x="1057221" y="440001"/>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52" name="Google Shape;3052;p19"/>
            <p:cNvSpPr/>
            <p:nvPr/>
          </p:nvSpPr>
          <p:spPr>
            <a:xfrm>
              <a:off x="985854" y="51136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53" name="Google Shape;3053;p19"/>
            <p:cNvSpPr/>
            <p:nvPr/>
          </p:nvSpPr>
          <p:spPr>
            <a:xfrm>
              <a:off x="916585" y="582736"/>
              <a:ext cx="461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54" name="Google Shape;3054;p19"/>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55" name="Google Shape;3055;p19"/>
            <p:cNvSpPr/>
            <p:nvPr/>
          </p:nvSpPr>
          <p:spPr>
            <a:xfrm>
              <a:off x="775949" y="727570"/>
              <a:ext cx="44100" cy="420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56" name="Google Shape;3056;p19"/>
            <p:cNvSpPr/>
            <p:nvPr/>
          </p:nvSpPr>
          <p:spPr>
            <a:xfrm>
              <a:off x="702483" y="796839"/>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57" name="Google Shape;3057;p19"/>
            <p:cNvSpPr/>
            <p:nvPr/>
          </p:nvSpPr>
          <p:spPr>
            <a:xfrm>
              <a:off x="631115" y="866107"/>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58" name="Google Shape;3058;p19"/>
            <p:cNvSpPr/>
            <p:nvPr/>
          </p:nvSpPr>
          <p:spPr>
            <a:xfrm>
              <a:off x="559747" y="93747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59" name="Google Shape;3059;p19"/>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60" name="Google Shape;3060;p19"/>
            <p:cNvSpPr/>
            <p:nvPr/>
          </p:nvSpPr>
          <p:spPr>
            <a:xfrm>
              <a:off x="1000547" y="383327"/>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61" name="Google Shape;3061;p19"/>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62" name="Google Shape;3062;p19"/>
            <p:cNvSpPr/>
            <p:nvPr/>
          </p:nvSpPr>
          <p:spPr>
            <a:xfrm>
              <a:off x="857812" y="523963"/>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63" name="Google Shape;3063;p19"/>
            <p:cNvSpPr/>
            <p:nvPr/>
          </p:nvSpPr>
          <p:spPr>
            <a:xfrm>
              <a:off x="786444" y="59533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64" name="Google Shape;3064;p19"/>
            <p:cNvSpPr/>
            <p:nvPr/>
          </p:nvSpPr>
          <p:spPr>
            <a:xfrm>
              <a:off x="717176" y="668797"/>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65" name="Google Shape;3065;p19"/>
            <p:cNvSpPr/>
            <p:nvPr/>
          </p:nvSpPr>
          <p:spPr>
            <a:xfrm>
              <a:off x="647907" y="740164"/>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66" name="Google Shape;3066;p19"/>
            <p:cNvSpPr/>
            <p:nvPr/>
          </p:nvSpPr>
          <p:spPr>
            <a:xfrm>
              <a:off x="574441" y="809433"/>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67" name="Google Shape;3067;p19"/>
            <p:cNvSpPr/>
            <p:nvPr/>
          </p:nvSpPr>
          <p:spPr>
            <a:xfrm>
              <a:off x="503073" y="880800"/>
              <a:ext cx="48278" cy="461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68" name="Google Shape;3068;p19"/>
            <p:cNvSpPr/>
            <p:nvPr/>
          </p:nvSpPr>
          <p:spPr>
            <a:xfrm>
              <a:off x="1013141" y="253186"/>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69" name="Google Shape;3069;p19"/>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70" name="Google Shape;3070;p19"/>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71" name="Google Shape;3071;p19"/>
            <p:cNvSpPr/>
            <p:nvPr/>
          </p:nvSpPr>
          <p:spPr>
            <a:xfrm>
              <a:off x="799039" y="467288"/>
              <a:ext cx="48279"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72" name="Google Shape;3072;p19"/>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73" name="Google Shape;3073;p19"/>
            <p:cNvSpPr/>
            <p:nvPr/>
          </p:nvSpPr>
          <p:spPr>
            <a:xfrm>
              <a:off x="658403" y="60792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74" name="Google Shape;3074;p19"/>
            <p:cNvSpPr/>
            <p:nvPr/>
          </p:nvSpPr>
          <p:spPr>
            <a:xfrm>
              <a:off x="587035" y="679292"/>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75" name="Google Shape;3075;p19"/>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76" name="Google Shape;3076;p19"/>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77" name="Google Shape;3077;p19"/>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78" name="Google Shape;3078;p19"/>
            <p:cNvSpPr/>
            <p:nvPr/>
          </p:nvSpPr>
          <p:spPr>
            <a:xfrm>
              <a:off x="885100" y="267879"/>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79" name="Google Shape;3079;p19"/>
            <p:cNvSpPr/>
            <p:nvPr/>
          </p:nvSpPr>
          <p:spPr>
            <a:xfrm>
              <a:off x="813732" y="337148"/>
              <a:ext cx="461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80" name="Google Shape;3080;p19"/>
            <p:cNvSpPr/>
            <p:nvPr/>
          </p:nvSpPr>
          <p:spPr>
            <a:xfrm>
              <a:off x="742364" y="408515"/>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81" name="Google Shape;3081;p19"/>
            <p:cNvSpPr/>
            <p:nvPr/>
          </p:nvSpPr>
          <p:spPr>
            <a:xfrm>
              <a:off x="670997" y="47988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82" name="Google Shape;3082;p19"/>
            <p:cNvSpPr/>
            <p:nvPr/>
          </p:nvSpPr>
          <p:spPr>
            <a:xfrm>
              <a:off x="599629" y="55125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83" name="Google Shape;3083;p19"/>
            <p:cNvSpPr/>
            <p:nvPr/>
          </p:nvSpPr>
          <p:spPr>
            <a:xfrm>
              <a:off x="528262" y="622618"/>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84" name="Google Shape;3084;p19"/>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85" name="Google Shape;3085;p19"/>
            <p:cNvSpPr/>
            <p:nvPr/>
          </p:nvSpPr>
          <p:spPr>
            <a:xfrm>
              <a:off x="389725" y="765353"/>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86" name="Google Shape;3086;p19"/>
            <p:cNvSpPr/>
            <p:nvPr/>
          </p:nvSpPr>
          <p:spPr>
            <a:xfrm>
              <a:off x="899793" y="139837"/>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87" name="Google Shape;3087;p19"/>
            <p:cNvSpPr/>
            <p:nvPr/>
          </p:nvSpPr>
          <p:spPr>
            <a:xfrm>
              <a:off x="828425" y="211205"/>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88" name="Google Shape;3088;p19"/>
            <p:cNvSpPr/>
            <p:nvPr/>
          </p:nvSpPr>
          <p:spPr>
            <a:xfrm>
              <a:off x="754959" y="280473"/>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89" name="Google Shape;3089;p19"/>
            <p:cNvSpPr/>
            <p:nvPr/>
          </p:nvSpPr>
          <p:spPr>
            <a:xfrm>
              <a:off x="683591" y="351841"/>
              <a:ext cx="48279"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90" name="Google Shape;3090;p19"/>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91" name="Google Shape;3091;p19"/>
            <p:cNvSpPr/>
            <p:nvPr/>
          </p:nvSpPr>
          <p:spPr>
            <a:xfrm>
              <a:off x="542955" y="492477"/>
              <a:ext cx="461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92" name="Google Shape;3092;p19"/>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93" name="Google Shape;3093;p19"/>
            <p:cNvSpPr/>
            <p:nvPr/>
          </p:nvSpPr>
          <p:spPr>
            <a:xfrm>
              <a:off x="400220" y="635212"/>
              <a:ext cx="48279" cy="482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94" name="Google Shape;3094;p19"/>
            <p:cNvSpPr/>
            <p:nvPr/>
          </p:nvSpPr>
          <p:spPr>
            <a:xfrm>
              <a:off x="328852" y="70658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95" name="Google Shape;3095;p19"/>
            <p:cNvSpPr/>
            <p:nvPr/>
          </p:nvSpPr>
          <p:spPr>
            <a:xfrm>
              <a:off x="841020" y="81064"/>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96" name="Google Shape;3096;p19"/>
            <p:cNvSpPr/>
            <p:nvPr/>
          </p:nvSpPr>
          <p:spPr>
            <a:xfrm>
              <a:off x="767553" y="15033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97" name="Google Shape;3097;p19"/>
            <p:cNvSpPr/>
            <p:nvPr/>
          </p:nvSpPr>
          <p:spPr>
            <a:xfrm>
              <a:off x="696185" y="22170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98" name="Google Shape;3098;p19"/>
            <p:cNvSpPr/>
            <p:nvPr/>
          </p:nvSpPr>
          <p:spPr>
            <a:xfrm>
              <a:off x="626917" y="293068"/>
              <a:ext cx="461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99" name="Google Shape;3099;p19"/>
            <p:cNvSpPr/>
            <p:nvPr/>
          </p:nvSpPr>
          <p:spPr>
            <a:xfrm>
              <a:off x="555549" y="36443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00" name="Google Shape;3100;p19"/>
            <p:cNvSpPr/>
            <p:nvPr/>
          </p:nvSpPr>
          <p:spPr>
            <a:xfrm>
              <a:off x="484182" y="435803"/>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01" name="Google Shape;3101;p19"/>
            <p:cNvSpPr/>
            <p:nvPr/>
          </p:nvSpPr>
          <p:spPr>
            <a:xfrm>
              <a:off x="412814" y="507170"/>
              <a:ext cx="48279" cy="461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02" name="Google Shape;3102;p19"/>
            <p:cNvSpPr/>
            <p:nvPr/>
          </p:nvSpPr>
          <p:spPr>
            <a:xfrm>
              <a:off x="341447" y="576439"/>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03" name="Google Shape;3103;p19"/>
            <p:cNvSpPr/>
            <p:nvPr/>
          </p:nvSpPr>
          <p:spPr>
            <a:xfrm>
              <a:off x="270079" y="64780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04" name="Google Shape;3104;p19"/>
            <p:cNvSpPr/>
            <p:nvPr/>
          </p:nvSpPr>
          <p:spPr>
            <a:xfrm>
              <a:off x="782246" y="22291"/>
              <a:ext cx="461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05" name="Google Shape;3105;p19"/>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06" name="Google Shape;3106;p19"/>
            <p:cNvSpPr/>
            <p:nvPr/>
          </p:nvSpPr>
          <p:spPr>
            <a:xfrm>
              <a:off x="641610" y="167125"/>
              <a:ext cx="44100" cy="420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07" name="Google Shape;3107;p19"/>
            <p:cNvSpPr/>
            <p:nvPr/>
          </p:nvSpPr>
          <p:spPr>
            <a:xfrm>
              <a:off x="570243" y="236393"/>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08" name="Google Shape;3108;p19"/>
            <p:cNvSpPr/>
            <p:nvPr/>
          </p:nvSpPr>
          <p:spPr>
            <a:xfrm>
              <a:off x="496776" y="305662"/>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09" name="Google Shape;3109;p19"/>
            <p:cNvSpPr/>
            <p:nvPr/>
          </p:nvSpPr>
          <p:spPr>
            <a:xfrm>
              <a:off x="425408" y="37703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10" name="Google Shape;3110;p19"/>
            <p:cNvSpPr/>
            <p:nvPr/>
          </p:nvSpPr>
          <p:spPr>
            <a:xfrm>
              <a:off x="356140" y="448397"/>
              <a:ext cx="461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11" name="Google Shape;3111;p19"/>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12" name="Google Shape;3112;p19"/>
            <p:cNvSpPr/>
            <p:nvPr/>
          </p:nvSpPr>
          <p:spPr>
            <a:xfrm>
              <a:off x="213405" y="591132"/>
              <a:ext cx="48278" cy="461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13" name="Google Shape;3113;p19"/>
            <p:cNvSpPr/>
            <p:nvPr/>
          </p:nvSpPr>
          <p:spPr>
            <a:xfrm>
              <a:off x="723473" y="-36482"/>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14" name="Google Shape;3114;p19"/>
            <p:cNvSpPr/>
            <p:nvPr/>
          </p:nvSpPr>
          <p:spPr>
            <a:xfrm>
              <a:off x="652105" y="3488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15" name="Google Shape;3115;p19"/>
            <p:cNvSpPr/>
            <p:nvPr/>
          </p:nvSpPr>
          <p:spPr>
            <a:xfrm>
              <a:off x="582837" y="108352"/>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16" name="Google Shape;3116;p19"/>
            <p:cNvSpPr/>
            <p:nvPr/>
          </p:nvSpPr>
          <p:spPr>
            <a:xfrm>
              <a:off x="511469" y="179719"/>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17" name="Google Shape;3117;p19"/>
            <p:cNvSpPr/>
            <p:nvPr/>
          </p:nvSpPr>
          <p:spPr>
            <a:xfrm>
              <a:off x="440102" y="248988"/>
              <a:ext cx="46179" cy="461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18" name="Google Shape;3118;p19"/>
            <p:cNvSpPr/>
            <p:nvPr/>
          </p:nvSpPr>
          <p:spPr>
            <a:xfrm>
              <a:off x="368734" y="31825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19" name="Google Shape;3119;p19"/>
            <p:cNvSpPr/>
            <p:nvPr/>
          </p:nvSpPr>
          <p:spPr>
            <a:xfrm>
              <a:off x="297367" y="389624"/>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20" name="Google Shape;3120;p19"/>
            <p:cNvSpPr/>
            <p:nvPr/>
          </p:nvSpPr>
          <p:spPr>
            <a:xfrm>
              <a:off x="225999" y="460991"/>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21" name="Google Shape;3121;p19"/>
            <p:cNvSpPr/>
            <p:nvPr/>
          </p:nvSpPr>
          <p:spPr>
            <a:xfrm>
              <a:off x="154631" y="532359"/>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22" name="Google Shape;3122;p19"/>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23" name="Google Shape;3123;p19"/>
            <p:cNvSpPr/>
            <p:nvPr/>
          </p:nvSpPr>
          <p:spPr>
            <a:xfrm>
              <a:off x="593332" y="-23888"/>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24" name="Google Shape;3124;p19"/>
            <p:cNvSpPr/>
            <p:nvPr/>
          </p:nvSpPr>
          <p:spPr>
            <a:xfrm>
              <a:off x="524064" y="47479"/>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25" name="Google Shape;3125;p19"/>
            <p:cNvSpPr/>
            <p:nvPr/>
          </p:nvSpPr>
          <p:spPr>
            <a:xfrm>
              <a:off x="452696" y="118847"/>
              <a:ext cx="482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26" name="Google Shape;3126;p19"/>
            <p:cNvSpPr/>
            <p:nvPr/>
          </p:nvSpPr>
          <p:spPr>
            <a:xfrm>
              <a:off x="381328" y="190214"/>
              <a:ext cx="482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27" name="Google Shape;3127;p19"/>
            <p:cNvSpPr/>
            <p:nvPr/>
          </p:nvSpPr>
          <p:spPr>
            <a:xfrm>
              <a:off x="312060" y="263681"/>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28" name="Google Shape;3128;p19"/>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29" name="Google Shape;3129;p19"/>
            <p:cNvSpPr/>
            <p:nvPr/>
          </p:nvSpPr>
          <p:spPr>
            <a:xfrm>
              <a:off x="167226" y="404317"/>
              <a:ext cx="48279"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30" name="Google Shape;3130;p19"/>
            <p:cNvSpPr/>
            <p:nvPr/>
          </p:nvSpPr>
          <p:spPr>
            <a:xfrm>
              <a:off x="97957" y="473586"/>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31" name="Google Shape;3131;p19"/>
            <p:cNvSpPr/>
            <p:nvPr/>
          </p:nvSpPr>
          <p:spPr>
            <a:xfrm>
              <a:off x="608025" y="-151930"/>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32" name="Google Shape;3132;p19"/>
            <p:cNvSpPr/>
            <p:nvPr/>
          </p:nvSpPr>
          <p:spPr>
            <a:xfrm>
              <a:off x="536658" y="-80562"/>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33" name="Google Shape;3133;p19"/>
            <p:cNvSpPr/>
            <p:nvPr/>
          </p:nvSpPr>
          <p:spPr>
            <a:xfrm>
              <a:off x="465290" y="-9195"/>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34" name="Google Shape;3134;p19"/>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35" name="Google Shape;3135;p19"/>
            <p:cNvSpPr/>
            <p:nvPr/>
          </p:nvSpPr>
          <p:spPr>
            <a:xfrm>
              <a:off x="322555" y="131441"/>
              <a:ext cx="48278" cy="48279"/>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36" name="Google Shape;3136;p19"/>
            <p:cNvSpPr/>
            <p:nvPr/>
          </p:nvSpPr>
          <p:spPr>
            <a:xfrm>
              <a:off x="255386" y="204908"/>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37" name="Google Shape;3137;p19"/>
            <p:cNvSpPr/>
            <p:nvPr/>
          </p:nvSpPr>
          <p:spPr>
            <a:xfrm>
              <a:off x="184018" y="276275"/>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38" name="Google Shape;3138;p19"/>
            <p:cNvSpPr/>
            <p:nvPr/>
          </p:nvSpPr>
          <p:spPr>
            <a:xfrm>
              <a:off x="110552" y="345544"/>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39" name="Google Shape;3139;p19"/>
            <p:cNvSpPr/>
            <p:nvPr/>
          </p:nvSpPr>
          <p:spPr>
            <a:xfrm>
              <a:off x="39184" y="416911"/>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3140" name="Google Shape;3140;p19"/>
          <p:cNvSpPr txBox="1">
            <a:spLocks noGrp="1"/>
          </p:cNvSpPr>
          <p:nvPr>
            <p:ph type="title"/>
          </p:nvPr>
        </p:nvSpPr>
        <p:spPr>
          <a:xfrm>
            <a:off x="522925" y="278374"/>
            <a:ext cx="7696200" cy="6393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
              <a:t>Methodology - Dataset Overview</a:t>
            </a:r>
            <a:endParaRPr/>
          </a:p>
        </p:txBody>
      </p:sp>
      <p:grpSp>
        <p:nvGrpSpPr>
          <p:cNvPr id="5" name="Group 4">
            <a:extLst>
              <a:ext uri="{FF2B5EF4-FFF2-40B4-BE49-F238E27FC236}">
                <a16:creationId xmlns:a16="http://schemas.microsoft.com/office/drawing/2014/main" id="{880C2615-F80F-92A8-766D-DF8E4C1A35F7}"/>
              </a:ext>
            </a:extLst>
          </p:cNvPr>
          <p:cNvGrpSpPr/>
          <p:nvPr/>
        </p:nvGrpSpPr>
        <p:grpSpPr>
          <a:xfrm>
            <a:off x="1184381" y="4565635"/>
            <a:ext cx="6775238" cy="419115"/>
            <a:chOff x="1565455" y="4565635"/>
            <a:chExt cx="6775238" cy="419115"/>
          </a:xfrm>
        </p:grpSpPr>
        <p:sp>
          <p:nvSpPr>
            <p:cNvPr id="3019" name="Google Shape;3019;p19"/>
            <p:cNvSpPr/>
            <p:nvPr/>
          </p:nvSpPr>
          <p:spPr>
            <a:xfrm>
              <a:off x="1565455" y="4568650"/>
              <a:ext cx="1481328" cy="416100"/>
            </a:xfrm>
            <a:prstGeom prst="homePlate">
              <a:avLst>
                <a:gd name="adj" fmla="val 50000"/>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Anaheim"/>
                  <a:ea typeface="Anaheim"/>
                  <a:cs typeface="Anaheim"/>
                  <a:sym typeface="Anaheim"/>
                </a:rPr>
                <a:t>Methodology</a:t>
              </a:r>
              <a:endParaRPr b="1" dirty="0">
                <a:latin typeface="Anaheim"/>
                <a:ea typeface="Anaheim"/>
                <a:cs typeface="Anaheim"/>
                <a:sym typeface="Anaheim"/>
              </a:endParaRPr>
            </a:p>
          </p:txBody>
        </p:sp>
        <p:sp>
          <p:nvSpPr>
            <p:cNvPr id="3020" name="Google Shape;3020;p19"/>
            <p:cNvSpPr/>
            <p:nvPr/>
          </p:nvSpPr>
          <p:spPr>
            <a:xfrm>
              <a:off x="4215858" y="4568649"/>
              <a:ext cx="147747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Walkthrough</a:t>
              </a:r>
              <a:endParaRPr dirty="0">
                <a:latin typeface="Anaheim"/>
                <a:ea typeface="Anaheim"/>
                <a:cs typeface="Anaheim"/>
                <a:sym typeface="Anaheim"/>
              </a:endParaRPr>
            </a:p>
          </p:txBody>
        </p:sp>
        <p:sp>
          <p:nvSpPr>
            <p:cNvPr id="3021" name="Google Shape;3021;p19"/>
            <p:cNvSpPr/>
            <p:nvPr/>
          </p:nvSpPr>
          <p:spPr>
            <a:xfrm>
              <a:off x="6859365" y="4565635"/>
              <a:ext cx="148132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Conclusion</a:t>
              </a:r>
              <a:endParaRPr dirty="0">
                <a:latin typeface="Anaheim"/>
                <a:ea typeface="Anaheim"/>
                <a:cs typeface="Anaheim"/>
                <a:sym typeface="Anaheim"/>
              </a:endParaRPr>
            </a:p>
          </p:txBody>
        </p:sp>
        <p:sp>
          <p:nvSpPr>
            <p:cNvPr id="3" name="Google Shape;3020;p19">
              <a:extLst>
                <a:ext uri="{FF2B5EF4-FFF2-40B4-BE49-F238E27FC236}">
                  <a16:creationId xmlns:a16="http://schemas.microsoft.com/office/drawing/2014/main" id="{E3DA37C4-021C-2E63-9875-0ED0415CA787}"/>
                </a:ext>
              </a:extLst>
            </p:cNvPr>
            <p:cNvSpPr/>
            <p:nvPr/>
          </p:nvSpPr>
          <p:spPr>
            <a:xfrm>
              <a:off x="2892075" y="4568650"/>
              <a:ext cx="148132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Team Dynamic</a:t>
              </a:r>
              <a:endParaRPr dirty="0">
                <a:latin typeface="Anaheim"/>
                <a:ea typeface="Anaheim"/>
                <a:cs typeface="Anaheim"/>
                <a:sym typeface="Anaheim"/>
              </a:endParaRPr>
            </a:p>
          </p:txBody>
        </p:sp>
        <p:sp>
          <p:nvSpPr>
            <p:cNvPr id="4" name="Google Shape;3020;p19">
              <a:extLst>
                <a:ext uri="{FF2B5EF4-FFF2-40B4-BE49-F238E27FC236}">
                  <a16:creationId xmlns:a16="http://schemas.microsoft.com/office/drawing/2014/main" id="{932B779F-D4EA-3C4F-61D8-2222BDD63353}"/>
                </a:ext>
              </a:extLst>
            </p:cNvPr>
            <p:cNvSpPr/>
            <p:nvPr/>
          </p:nvSpPr>
          <p:spPr>
            <a:xfrm>
              <a:off x="5534655" y="4568648"/>
              <a:ext cx="147747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Reflection</a:t>
              </a:r>
              <a:endParaRPr dirty="0">
                <a:latin typeface="Anaheim"/>
                <a:ea typeface="Anaheim"/>
                <a:cs typeface="Anaheim"/>
                <a:sym typeface="Anaheim"/>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0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9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9" grpId="0"/>
      <p:bldP spid="3010" grpId="0"/>
      <p:bldP spid="30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44"/>
        <p:cNvGrpSpPr/>
        <p:nvPr/>
      </p:nvGrpSpPr>
      <p:grpSpPr>
        <a:xfrm>
          <a:off x="0" y="0"/>
          <a:ext cx="0" cy="0"/>
          <a:chOff x="0" y="0"/>
          <a:chExt cx="0" cy="0"/>
        </a:xfrm>
      </p:grpSpPr>
      <p:sp>
        <p:nvSpPr>
          <p:cNvPr id="3145" name="Google Shape;3145;p20"/>
          <p:cNvSpPr txBox="1">
            <a:spLocks noGrp="1"/>
          </p:cNvSpPr>
          <p:nvPr>
            <p:ph type="body" idx="4294967295"/>
          </p:nvPr>
        </p:nvSpPr>
        <p:spPr>
          <a:xfrm>
            <a:off x="1326000" y="2675138"/>
            <a:ext cx="3387000" cy="592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SzPts val="2500"/>
              <a:buNone/>
            </a:pPr>
            <a:r>
              <a:rPr lang="en" b="1" dirty="0"/>
              <a:t>Vader Sentiment Analysis</a:t>
            </a:r>
            <a:endParaRPr b="1" dirty="0"/>
          </a:p>
        </p:txBody>
      </p:sp>
      <p:sp>
        <p:nvSpPr>
          <p:cNvPr id="3146" name="Google Shape;3146;p20"/>
          <p:cNvSpPr txBox="1">
            <a:spLocks noGrp="1"/>
          </p:cNvSpPr>
          <p:nvPr>
            <p:ph type="body" idx="4294967295"/>
          </p:nvPr>
        </p:nvSpPr>
        <p:spPr>
          <a:xfrm>
            <a:off x="5067024" y="2675150"/>
            <a:ext cx="2828100" cy="592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SzPts val="2500"/>
              <a:buNone/>
            </a:pPr>
            <a:r>
              <a:rPr lang="en" b="1" dirty="0"/>
              <a:t>Word2vec Similarity</a:t>
            </a:r>
            <a:endParaRPr b="1" dirty="0"/>
          </a:p>
        </p:txBody>
      </p:sp>
      <p:grpSp>
        <p:nvGrpSpPr>
          <p:cNvPr id="3147" name="Google Shape;3147;p20"/>
          <p:cNvGrpSpPr/>
          <p:nvPr/>
        </p:nvGrpSpPr>
        <p:grpSpPr>
          <a:xfrm>
            <a:off x="2483121" y="1539821"/>
            <a:ext cx="868686" cy="919802"/>
            <a:chOff x="1630119" y="1551301"/>
            <a:chExt cx="682500" cy="835500"/>
          </a:xfrm>
        </p:grpSpPr>
        <p:sp>
          <p:nvSpPr>
            <p:cNvPr id="3148" name="Google Shape;3148;p20"/>
            <p:cNvSpPr/>
            <p:nvPr/>
          </p:nvSpPr>
          <p:spPr>
            <a:xfrm>
              <a:off x="1630119" y="1551301"/>
              <a:ext cx="682500" cy="835500"/>
            </a:xfrm>
            <a:prstGeom prst="round1Rect">
              <a:avLst>
                <a:gd name="adj" fmla="val 31721"/>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3149" name="Google Shape;3149;p20"/>
            <p:cNvGrpSpPr/>
            <p:nvPr/>
          </p:nvGrpSpPr>
          <p:grpSpPr>
            <a:xfrm>
              <a:off x="1778966" y="1735095"/>
              <a:ext cx="384835" cy="467622"/>
              <a:chOff x="2496894" y="3680964"/>
              <a:chExt cx="357720" cy="355147"/>
            </a:xfrm>
          </p:grpSpPr>
          <p:sp>
            <p:nvSpPr>
              <p:cNvPr id="3150" name="Google Shape;3150;p20"/>
              <p:cNvSpPr/>
              <p:nvPr/>
            </p:nvSpPr>
            <p:spPr>
              <a:xfrm>
                <a:off x="2598224" y="3786549"/>
                <a:ext cx="37852" cy="59763"/>
              </a:xfrm>
              <a:custGeom>
                <a:avLst/>
                <a:gdLst/>
                <a:ahLst/>
                <a:cxnLst/>
                <a:rect l="l" t="t" r="r" b="b"/>
                <a:pathLst>
                  <a:path w="1192" h="1882" extrusionOk="0">
                    <a:moveTo>
                      <a:pt x="596" y="0"/>
                    </a:moveTo>
                    <a:cubicBezTo>
                      <a:pt x="275" y="0"/>
                      <a:pt x="1" y="262"/>
                      <a:pt x="1" y="595"/>
                    </a:cubicBezTo>
                    <a:lnTo>
                      <a:pt x="1" y="1286"/>
                    </a:lnTo>
                    <a:cubicBezTo>
                      <a:pt x="1" y="1619"/>
                      <a:pt x="275" y="1881"/>
                      <a:pt x="596" y="1881"/>
                    </a:cubicBezTo>
                    <a:cubicBezTo>
                      <a:pt x="929" y="1881"/>
                      <a:pt x="1191" y="1619"/>
                      <a:pt x="1191" y="1286"/>
                    </a:cubicBezTo>
                    <a:lnTo>
                      <a:pt x="1191" y="679"/>
                    </a:lnTo>
                    <a:cubicBezTo>
                      <a:pt x="1191" y="595"/>
                      <a:pt x="1120" y="512"/>
                      <a:pt x="1037" y="512"/>
                    </a:cubicBezTo>
                    <a:cubicBezTo>
                      <a:pt x="941" y="512"/>
                      <a:pt x="870" y="595"/>
                      <a:pt x="870" y="679"/>
                    </a:cubicBezTo>
                    <a:lnTo>
                      <a:pt x="870" y="1286"/>
                    </a:lnTo>
                    <a:cubicBezTo>
                      <a:pt x="870" y="1441"/>
                      <a:pt x="751" y="1560"/>
                      <a:pt x="596" y="1560"/>
                    </a:cubicBezTo>
                    <a:cubicBezTo>
                      <a:pt x="453" y="1560"/>
                      <a:pt x="334" y="1441"/>
                      <a:pt x="334" y="1286"/>
                    </a:cubicBezTo>
                    <a:lnTo>
                      <a:pt x="334" y="595"/>
                    </a:lnTo>
                    <a:cubicBezTo>
                      <a:pt x="334" y="441"/>
                      <a:pt x="453" y="322"/>
                      <a:pt x="596" y="322"/>
                    </a:cubicBezTo>
                    <a:cubicBezTo>
                      <a:pt x="691" y="322"/>
                      <a:pt x="763" y="250"/>
                      <a:pt x="763" y="155"/>
                    </a:cubicBezTo>
                    <a:cubicBezTo>
                      <a:pt x="763" y="72"/>
                      <a:pt x="691" y="0"/>
                      <a:pt x="59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1" name="Google Shape;3151;p20"/>
              <p:cNvSpPr/>
              <p:nvPr/>
            </p:nvSpPr>
            <p:spPr>
              <a:xfrm>
                <a:off x="2715051" y="3786549"/>
                <a:ext cx="37852" cy="59763"/>
              </a:xfrm>
              <a:custGeom>
                <a:avLst/>
                <a:gdLst/>
                <a:ahLst/>
                <a:cxnLst/>
                <a:rect l="l" t="t" r="r" b="b"/>
                <a:pathLst>
                  <a:path w="1192" h="1882" extrusionOk="0">
                    <a:moveTo>
                      <a:pt x="596" y="0"/>
                    </a:moveTo>
                    <a:cubicBezTo>
                      <a:pt x="275" y="0"/>
                      <a:pt x="1" y="262"/>
                      <a:pt x="1" y="595"/>
                    </a:cubicBezTo>
                    <a:lnTo>
                      <a:pt x="1" y="1286"/>
                    </a:lnTo>
                    <a:cubicBezTo>
                      <a:pt x="1" y="1619"/>
                      <a:pt x="275" y="1881"/>
                      <a:pt x="596" y="1881"/>
                    </a:cubicBezTo>
                    <a:cubicBezTo>
                      <a:pt x="930" y="1881"/>
                      <a:pt x="1191" y="1619"/>
                      <a:pt x="1191" y="1286"/>
                    </a:cubicBezTo>
                    <a:lnTo>
                      <a:pt x="1191" y="679"/>
                    </a:lnTo>
                    <a:cubicBezTo>
                      <a:pt x="1191" y="595"/>
                      <a:pt x="1120" y="512"/>
                      <a:pt x="1025" y="512"/>
                    </a:cubicBezTo>
                    <a:cubicBezTo>
                      <a:pt x="941" y="512"/>
                      <a:pt x="870" y="595"/>
                      <a:pt x="870" y="679"/>
                    </a:cubicBezTo>
                    <a:lnTo>
                      <a:pt x="870" y="1286"/>
                    </a:lnTo>
                    <a:cubicBezTo>
                      <a:pt x="870" y="1441"/>
                      <a:pt x="751" y="1560"/>
                      <a:pt x="596" y="1560"/>
                    </a:cubicBezTo>
                    <a:cubicBezTo>
                      <a:pt x="453" y="1560"/>
                      <a:pt x="334" y="1441"/>
                      <a:pt x="334" y="1286"/>
                    </a:cubicBezTo>
                    <a:lnTo>
                      <a:pt x="334" y="595"/>
                    </a:lnTo>
                    <a:cubicBezTo>
                      <a:pt x="334" y="441"/>
                      <a:pt x="453" y="322"/>
                      <a:pt x="596" y="322"/>
                    </a:cubicBezTo>
                    <a:cubicBezTo>
                      <a:pt x="691" y="322"/>
                      <a:pt x="763" y="250"/>
                      <a:pt x="763" y="155"/>
                    </a:cubicBezTo>
                    <a:cubicBezTo>
                      <a:pt x="763" y="72"/>
                      <a:pt x="691" y="0"/>
                      <a:pt x="59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2" name="Google Shape;3152;p20"/>
              <p:cNvSpPr/>
              <p:nvPr/>
            </p:nvSpPr>
            <p:spPr>
              <a:xfrm>
                <a:off x="2496894" y="3680964"/>
                <a:ext cx="297989" cy="296528"/>
              </a:xfrm>
              <a:custGeom>
                <a:avLst/>
                <a:gdLst/>
                <a:ahLst/>
                <a:cxnLst/>
                <a:rect l="l" t="t" r="r" b="b"/>
                <a:pathLst>
                  <a:path w="9384" h="9338" extrusionOk="0">
                    <a:moveTo>
                      <a:pt x="5643" y="0"/>
                    </a:moveTo>
                    <a:cubicBezTo>
                      <a:pt x="5580" y="0"/>
                      <a:pt x="5517" y="1"/>
                      <a:pt x="5454" y="3"/>
                    </a:cubicBezTo>
                    <a:cubicBezTo>
                      <a:pt x="4025" y="51"/>
                      <a:pt x="2692" y="622"/>
                      <a:pt x="1680" y="1634"/>
                    </a:cubicBezTo>
                    <a:cubicBezTo>
                      <a:pt x="668" y="2646"/>
                      <a:pt x="84" y="3992"/>
                      <a:pt x="37" y="5421"/>
                    </a:cubicBezTo>
                    <a:cubicBezTo>
                      <a:pt x="1" y="6849"/>
                      <a:pt x="489" y="8219"/>
                      <a:pt x="1430" y="9278"/>
                    </a:cubicBezTo>
                    <a:cubicBezTo>
                      <a:pt x="1453" y="9302"/>
                      <a:pt x="1501" y="9338"/>
                      <a:pt x="1549" y="9338"/>
                    </a:cubicBezTo>
                    <a:cubicBezTo>
                      <a:pt x="1584" y="9338"/>
                      <a:pt x="1620" y="9314"/>
                      <a:pt x="1644" y="9290"/>
                    </a:cubicBezTo>
                    <a:cubicBezTo>
                      <a:pt x="1727" y="9231"/>
                      <a:pt x="1727" y="9123"/>
                      <a:pt x="1668" y="9052"/>
                    </a:cubicBezTo>
                    <a:cubicBezTo>
                      <a:pt x="787" y="8052"/>
                      <a:pt x="310" y="6754"/>
                      <a:pt x="358" y="5421"/>
                    </a:cubicBezTo>
                    <a:cubicBezTo>
                      <a:pt x="394" y="4075"/>
                      <a:pt x="930" y="2813"/>
                      <a:pt x="1882" y="1861"/>
                    </a:cubicBezTo>
                    <a:cubicBezTo>
                      <a:pt x="2835" y="908"/>
                      <a:pt x="4109" y="360"/>
                      <a:pt x="5442" y="325"/>
                    </a:cubicBezTo>
                    <a:cubicBezTo>
                      <a:pt x="5489" y="323"/>
                      <a:pt x="5536" y="323"/>
                      <a:pt x="5583" y="323"/>
                    </a:cubicBezTo>
                    <a:cubicBezTo>
                      <a:pt x="6877" y="323"/>
                      <a:pt x="8108" y="796"/>
                      <a:pt x="9073" y="1634"/>
                    </a:cubicBezTo>
                    <a:cubicBezTo>
                      <a:pt x="9108" y="1663"/>
                      <a:pt x="9150" y="1678"/>
                      <a:pt x="9191" y="1678"/>
                    </a:cubicBezTo>
                    <a:cubicBezTo>
                      <a:pt x="9236" y="1678"/>
                      <a:pt x="9280" y="1660"/>
                      <a:pt x="9312" y="1623"/>
                    </a:cubicBezTo>
                    <a:cubicBezTo>
                      <a:pt x="9383" y="1551"/>
                      <a:pt x="9383" y="1444"/>
                      <a:pt x="9312" y="1384"/>
                    </a:cubicBezTo>
                    <a:cubicBezTo>
                      <a:pt x="8288" y="486"/>
                      <a:pt x="6992" y="0"/>
                      <a:pt x="564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3" name="Google Shape;3153;p20"/>
              <p:cNvSpPr/>
              <p:nvPr/>
            </p:nvSpPr>
            <p:spPr>
              <a:xfrm>
                <a:off x="2555895" y="3739075"/>
                <a:ext cx="298719" cy="297036"/>
              </a:xfrm>
              <a:custGeom>
                <a:avLst/>
                <a:gdLst/>
                <a:ahLst/>
                <a:cxnLst/>
                <a:rect l="l" t="t" r="r" b="b"/>
                <a:pathLst>
                  <a:path w="9407" h="9354" extrusionOk="0">
                    <a:moveTo>
                      <a:pt x="7840" y="1"/>
                    </a:moveTo>
                    <a:cubicBezTo>
                      <a:pt x="7800" y="1"/>
                      <a:pt x="7760" y="15"/>
                      <a:pt x="7727" y="43"/>
                    </a:cubicBezTo>
                    <a:cubicBezTo>
                      <a:pt x="7644" y="102"/>
                      <a:pt x="7644" y="209"/>
                      <a:pt x="7704" y="281"/>
                    </a:cubicBezTo>
                    <a:cubicBezTo>
                      <a:pt x="8585" y="1281"/>
                      <a:pt x="9061" y="2579"/>
                      <a:pt x="9013" y="3912"/>
                    </a:cubicBezTo>
                    <a:cubicBezTo>
                      <a:pt x="8978" y="5257"/>
                      <a:pt x="8430" y="6520"/>
                      <a:pt x="7489" y="7472"/>
                    </a:cubicBezTo>
                    <a:cubicBezTo>
                      <a:pt x="6537" y="8425"/>
                      <a:pt x="5263" y="8972"/>
                      <a:pt x="3929" y="9008"/>
                    </a:cubicBezTo>
                    <a:cubicBezTo>
                      <a:pt x="3881" y="9009"/>
                      <a:pt x="3833" y="9010"/>
                      <a:pt x="3785" y="9010"/>
                    </a:cubicBezTo>
                    <a:cubicBezTo>
                      <a:pt x="2491" y="9010"/>
                      <a:pt x="1251" y="8548"/>
                      <a:pt x="298" y="7698"/>
                    </a:cubicBezTo>
                    <a:cubicBezTo>
                      <a:pt x="264" y="7670"/>
                      <a:pt x="222" y="7655"/>
                      <a:pt x="180" y="7655"/>
                    </a:cubicBezTo>
                    <a:cubicBezTo>
                      <a:pt x="135" y="7655"/>
                      <a:pt x="91" y="7673"/>
                      <a:pt x="60" y="7710"/>
                    </a:cubicBezTo>
                    <a:cubicBezTo>
                      <a:pt x="0" y="7782"/>
                      <a:pt x="0" y="7889"/>
                      <a:pt x="72" y="7948"/>
                    </a:cubicBezTo>
                    <a:cubicBezTo>
                      <a:pt x="1096" y="8853"/>
                      <a:pt x="2393" y="9353"/>
                      <a:pt x="3763" y="9353"/>
                    </a:cubicBezTo>
                    <a:lnTo>
                      <a:pt x="3929" y="9353"/>
                    </a:lnTo>
                    <a:cubicBezTo>
                      <a:pt x="5358" y="9306"/>
                      <a:pt x="6692" y="8722"/>
                      <a:pt x="7704" y="7710"/>
                    </a:cubicBezTo>
                    <a:cubicBezTo>
                      <a:pt x="8716" y="6698"/>
                      <a:pt x="9299" y="5365"/>
                      <a:pt x="9347" y="3936"/>
                    </a:cubicBezTo>
                    <a:cubicBezTo>
                      <a:pt x="9406" y="2507"/>
                      <a:pt x="8894" y="1126"/>
                      <a:pt x="7966" y="66"/>
                    </a:cubicBezTo>
                    <a:cubicBezTo>
                      <a:pt x="7933" y="21"/>
                      <a:pt x="7887" y="1"/>
                      <a:pt x="784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4" name="Google Shape;3154;p20"/>
              <p:cNvSpPr/>
              <p:nvPr/>
            </p:nvSpPr>
            <p:spPr>
              <a:xfrm>
                <a:off x="2569867" y="3875336"/>
                <a:ext cx="211393" cy="99139"/>
              </a:xfrm>
              <a:custGeom>
                <a:avLst/>
                <a:gdLst/>
                <a:ahLst/>
                <a:cxnLst/>
                <a:rect l="l" t="t" r="r" b="b"/>
                <a:pathLst>
                  <a:path w="6657" h="3122" extrusionOk="0">
                    <a:moveTo>
                      <a:pt x="5692" y="478"/>
                    </a:moveTo>
                    <a:lnTo>
                      <a:pt x="5692" y="478"/>
                    </a:lnTo>
                    <a:cubicBezTo>
                      <a:pt x="5644" y="562"/>
                      <a:pt x="5597" y="657"/>
                      <a:pt x="5537" y="728"/>
                    </a:cubicBezTo>
                    <a:cubicBezTo>
                      <a:pt x="5466" y="859"/>
                      <a:pt x="5311" y="931"/>
                      <a:pt x="5156" y="966"/>
                    </a:cubicBezTo>
                    <a:cubicBezTo>
                      <a:pt x="4537" y="1038"/>
                      <a:pt x="3918" y="1074"/>
                      <a:pt x="3323" y="1074"/>
                    </a:cubicBezTo>
                    <a:cubicBezTo>
                      <a:pt x="2715" y="1074"/>
                      <a:pt x="2096" y="1038"/>
                      <a:pt x="1489" y="966"/>
                    </a:cubicBezTo>
                    <a:cubicBezTo>
                      <a:pt x="1334" y="955"/>
                      <a:pt x="1191" y="859"/>
                      <a:pt x="1108" y="740"/>
                    </a:cubicBezTo>
                    <a:cubicBezTo>
                      <a:pt x="1049" y="657"/>
                      <a:pt x="1001" y="574"/>
                      <a:pt x="953" y="490"/>
                    </a:cubicBezTo>
                    <a:lnTo>
                      <a:pt x="953" y="490"/>
                    </a:lnTo>
                    <a:cubicBezTo>
                      <a:pt x="1727" y="609"/>
                      <a:pt x="2525" y="681"/>
                      <a:pt x="3323" y="681"/>
                    </a:cubicBezTo>
                    <a:cubicBezTo>
                      <a:pt x="4120" y="681"/>
                      <a:pt x="4918" y="609"/>
                      <a:pt x="5692" y="478"/>
                    </a:cubicBezTo>
                    <a:close/>
                    <a:moveTo>
                      <a:pt x="6347" y="324"/>
                    </a:moveTo>
                    <a:cubicBezTo>
                      <a:pt x="6311" y="335"/>
                      <a:pt x="6311" y="335"/>
                      <a:pt x="6311" y="359"/>
                    </a:cubicBezTo>
                    <a:cubicBezTo>
                      <a:pt x="6121" y="1050"/>
                      <a:pt x="5716" y="1681"/>
                      <a:pt x="5180" y="2121"/>
                    </a:cubicBezTo>
                    <a:cubicBezTo>
                      <a:pt x="4644" y="2574"/>
                      <a:pt x="3989" y="2812"/>
                      <a:pt x="3323" y="2812"/>
                    </a:cubicBezTo>
                    <a:cubicBezTo>
                      <a:pt x="2656" y="2812"/>
                      <a:pt x="2001" y="2574"/>
                      <a:pt x="1465" y="2121"/>
                    </a:cubicBezTo>
                    <a:cubicBezTo>
                      <a:pt x="941" y="1693"/>
                      <a:pt x="537" y="1050"/>
                      <a:pt x="334" y="359"/>
                    </a:cubicBezTo>
                    <a:lnTo>
                      <a:pt x="334" y="335"/>
                    </a:lnTo>
                    <a:cubicBezTo>
                      <a:pt x="406" y="359"/>
                      <a:pt x="477" y="371"/>
                      <a:pt x="572" y="395"/>
                    </a:cubicBezTo>
                    <a:cubicBezTo>
                      <a:pt x="644" y="574"/>
                      <a:pt x="739" y="752"/>
                      <a:pt x="834" y="907"/>
                    </a:cubicBezTo>
                    <a:cubicBezTo>
                      <a:pt x="965" y="1109"/>
                      <a:pt x="1203" y="1264"/>
                      <a:pt x="1465" y="1276"/>
                    </a:cubicBezTo>
                    <a:cubicBezTo>
                      <a:pt x="2084" y="1347"/>
                      <a:pt x="2715" y="1383"/>
                      <a:pt x="3335" y="1383"/>
                    </a:cubicBezTo>
                    <a:cubicBezTo>
                      <a:pt x="3954" y="1383"/>
                      <a:pt x="4585" y="1347"/>
                      <a:pt x="5216" y="1276"/>
                    </a:cubicBezTo>
                    <a:cubicBezTo>
                      <a:pt x="5466" y="1240"/>
                      <a:pt x="5704" y="1109"/>
                      <a:pt x="5835" y="883"/>
                    </a:cubicBezTo>
                    <a:cubicBezTo>
                      <a:pt x="5942" y="728"/>
                      <a:pt x="6037" y="562"/>
                      <a:pt x="6109" y="383"/>
                    </a:cubicBezTo>
                    <a:cubicBezTo>
                      <a:pt x="6180" y="371"/>
                      <a:pt x="6252" y="347"/>
                      <a:pt x="6347" y="324"/>
                    </a:cubicBezTo>
                    <a:close/>
                    <a:moveTo>
                      <a:pt x="334" y="0"/>
                    </a:moveTo>
                    <a:cubicBezTo>
                      <a:pt x="256" y="0"/>
                      <a:pt x="181" y="36"/>
                      <a:pt x="120" y="97"/>
                    </a:cubicBezTo>
                    <a:cubicBezTo>
                      <a:pt x="37" y="193"/>
                      <a:pt x="1" y="324"/>
                      <a:pt x="37" y="443"/>
                    </a:cubicBezTo>
                    <a:cubicBezTo>
                      <a:pt x="251" y="1217"/>
                      <a:pt x="668" y="1883"/>
                      <a:pt x="1263" y="2360"/>
                    </a:cubicBezTo>
                    <a:cubicBezTo>
                      <a:pt x="1858" y="2871"/>
                      <a:pt x="2596" y="3122"/>
                      <a:pt x="3335" y="3122"/>
                    </a:cubicBezTo>
                    <a:cubicBezTo>
                      <a:pt x="4097" y="3122"/>
                      <a:pt x="4811" y="2860"/>
                      <a:pt x="5406" y="2360"/>
                    </a:cubicBezTo>
                    <a:cubicBezTo>
                      <a:pt x="5990" y="1871"/>
                      <a:pt x="6418" y="1205"/>
                      <a:pt x="6645" y="443"/>
                    </a:cubicBezTo>
                    <a:cubicBezTo>
                      <a:pt x="6656" y="324"/>
                      <a:pt x="6633" y="193"/>
                      <a:pt x="6549" y="97"/>
                    </a:cubicBezTo>
                    <a:cubicBezTo>
                      <a:pt x="6495" y="43"/>
                      <a:pt x="6412" y="2"/>
                      <a:pt x="6328" y="2"/>
                    </a:cubicBezTo>
                    <a:cubicBezTo>
                      <a:pt x="6302" y="2"/>
                      <a:pt x="6277" y="6"/>
                      <a:pt x="6252" y="14"/>
                    </a:cubicBezTo>
                    <a:cubicBezTo>
                      <a:pt x="5323" y="240"/>
                      <a:pt x="4335" y="359"/>
                      <a:pt x="3335" y="359"/>
                    </a:cubicBezTo>
                    <a:cubicBezTo>
                      <a:pt x="2334" y="359"/>
                      <a:pt x="1346" y="240"/>
                      <a:pt x="418" y="14"/>
                    </a:cubicBezTo>
                    <a:cubicBezTo>
                      <a:pt x="390" y="5"/>
                      <a:pt x="362" y="0"/>
                      <a:pt x="3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3155" name="Google Shape;3155;p20"/>
          <p:cNvGrpSpPr/>
          <p:nvPr/>
        </p:nvGrpSpPr>
        <p:grpSpPr>
          <a:xfrm>
            <a:off x="6129503" y="1539821"/>
            <a:ext cx="868686" cy="923562"/>
            <a:chOff x="5541414" y="1551301"/>
            <a:chExt cx="682500" cy="835500"/>
          </a:xfrm>
        </p:grpSpPr>
        <p:sp>
          <p:nvSpPr>
            <p:cNvPr id="3156" name="Google Shape;3156;p20"/>
            <p:cNvSpPr/>
            <p:nvPr/>
          </p:nvSpPr>
          <p:spPr>
            <a:xfrm>
              <a:off x="5541414" y="1551301"/>
              <a:ext cx="682500" cy="835500"/>
            </a:xfrm>
            <a:prstGeom prst="round1Rect">
              <a:avLst>
                <a:gd name="adj" fmla="val 31721"/>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3157" name="Google Shape;3157;p20"/>
            <p:cNvGrpSpPr/>
            <p:nvPr/>
          </p:nvGrpSpPr>
          <p:grpSpPr>
            <a:xfrm>
              <a:off x="5690627" y="1746428"/>
              <a:ext cx="384565" cy="445325"/>
              <a:chOff x="5167663" y="2830883"/>
              <a:chExt cx="298900" cy="282800"/>
            </a:xfrm>
          </p:grpSpPr>
          <p:sp>
            <p:nvSpPr>
              <p:cNvPr id="3158" name="Google Shape;3158;p20"/>
              <p:cNvSpPr/>
              <p:nvPr/>
            </p:nvSpPr>
            <p:spPr>
              <a:xfrm>
                <a:off x="5299813" y="2873133"/>
                <a:ext cx="36350" cy="42425"/>
              </a:xfrm>
              <a:custGeom>
                <a:avLst/>
                <a:gdLst/>
                <a:ahLst/>
                <a:cxnLst/>
                <a:rect l="l" t="t" r="r" b="b"/>
                <a:pathLst>
                  <a:path w="1454" h="1697" extrusionOk="0">
                    <a:moveTo>
                      <a:pt x="692" y="596"/>
                    </a:moveTo>
                    <a:lnTo>
                      <a:pt x="834" y="1025"/>
                    </a:lnTo>
                    <a:lnTo>
                      <a:pt x="549" y="1025"/>
                    </a:lnTo>
                    <a:lnTo>
                      <a:pt x="692" y="596"/>
                    </a:lnTo>
                    <a:close/>
                    <a:moveTo>
                      <a:pt x="715" y="1"/>
                    </a:moveTo>
                    <a:cubicBezTo>
                      <a:pt x="644" y="1"/>
                      <a:pt x="573" y="72"/>
                      <a:pt x="549" y="120"/>
                    </a:cubicBezTo>
                    <a:lnTo>
                      <a:pt x="25" y="1477"/>
                    </a:lnTo>
                    <a:cubicBezTo>
                      <a:pt x="1" y="1549"/>
                      <a:pt x="25" y="1644"/>
                      <a:pt x="120" y="1668"/>
                    </a:cubicBezTo>
                    <a:cubicBezTo>
                      <a:pt x="147" y="1688"/>
                      <a:pt x="176" y="1697"/>
                      <a:pt x="204" y="1697"/>
                    </a:cubicBezTo>
                    <a:cubicBezTo>
                      <a:pt x="275" y="1697"/>
                      <a:pt x="341" y="1641"/>
                      <a:pt x="358" y="1573"/>
                    </a:cubicBezTo>
                    <a:lnTo>
                      <a:pt x="453" y="1382"/>
                    </a:lnTo>
                    <a:lnTo>
                      <a:pt x="1025" y="1382"/>
                    </a:lnTo>
                    <a:lnTo>
                      <a:pt x="1096" y="1573"/>
                    </a:lnTo>
                    <a:cubicBezTo>
                      <a:pt x="1144" y="1644"/>
                      <a:pt x="1192" y="1692"/>
                      <a:pt x="1263" y="1692"/>
                    </a:cubicBezTo>
                    <a:lnTo>
                      <a:pt x="1311" y="1692"/>
                    </a:lnTo>
                    <a:cubicBezTo>
                      <a:pt x="1406" y="1668"/>
                      <a:pt x="1454" y="1573"/>
                      <a:pt x="1406" y="1454"/>
                    </a:cubicBezTo>
                    <a:lnTo>
                      <a:pt x="906" y="120"/>
                    </a:lnTo>
                    <a:cubicBezTo>
                      <a:pt x="858" y="25"/>
                      <a:pt x="787" y="1"/>
                      <a:pt x="71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9" name="Google Shape;3159;p20"/>
              <p:cNvSpPr/>
              <p:nvPr/>
            </p:nvSpPr>
            <p:spPr>
              <a:xfrm>
                <a:off x="5221838" y="3006508"/>
                <a:ext cx="29775" cy="43475"/>
              </a:xfrm>
              <a:custGeom>
                <a:avLst/>
                <a:gdLst/>
                <a:ahLst/>
                <a:cxnLst/>
                <a:rect l="l" t="t" r="r" b="b"/>
                <a:pathLst>
                  <a:path w="1191" h="1739" extrusionOk="0">
                    <a:moveTo>
                      <a:pt x="572" y="358"/>
                    </a:moveTo>
                    <a:cubicBezTo>
                      <a:pt x="619" y="358"/>
                      <a:pt x="691" y="381"/>
                      <a:pt x="715" y="477"/>
                    </a:cubicBezTo>
                    <a:cubicBezTo>
                      <a:pt x="739" y="572"/>
                      <a:pt x="667" y="643"/>
                      <a:pt x="572" y="643"/>
                    </a:cubicBezTo>
                    <a:lnTo>
                      <a:pt x="357" y="643"/>
                    </a:lnTo>
                    <a:lnTo>
                      <a:pt x="357" y="358"/>
                    </a:lnTo>
                    <a:close/>
                    <a:moveTo>
                      <a:pt x="667" y="977"/>
                    </a:moveTo>
                    <a:cubicBezTo>
                      <a:pt x="786" y="977"/>
                      <a:pt x="834" y="1072"/>
                      <a:pt x="834" y="1167"/>
                    </a:cubicBezTo>
                    <a:cubicBezTo>
                      <a:pt x="834" y="1286"/>
                      <a:pt x="739" y="1382"/>
                      <a:pt x="667" y="1382"/>
                    </a:cubicBezTo>
                    <a:lnTo>
                      <a:pt x="357" y="1382"/>
                    </a:lnTo>
                    <a:lnTo>
                      <a:pt x="357" y="977"/>
                    </a:lnTo>
                    <a:close/>
                    <a:moveTo>
                      <a:pt x="191" y="0"/>
                    </a:moveTo>
                    <a:cubicBezTo>
                      <a:pt x="96" y="0"/>
                      <a:pt x="0" y="96"/>
                      <a:pt x="0" y="191"/>
                    </a:cubicBezTo>
                    <a:lnTo>
                      <a:pt x="0" y="1548"/>
                    </a:lnTo>
                    <a:lnTo>
                      <a:pt x="0" y="1620"/>
                    </a:lnTo>
                    <a:cubicBezTo>
                      <a:pt x="24" y="1691"/>
                      <a:pt x="96" y="1739"/>
                      <a:pt x="191" y="1739"/>
                    </a:cubicBezTo>
                    <a:lnTo>
                      <a:pt x="667" y="1739"/>
                    </a:lnTo>
                    <a:cubicBezTo>
                      <a:pt x="953" y="1739"/>
                      <a:pt x="1191" y="1501"/>
                      <a:pt x="1191" y="1191"/>
                    </a:cubicBezTo>
                    <a:cubicBezTo>
                      <a:pt x="1191" y="1024"/>
                      <a:pt x="1096" y="858"/>
                      <a:pt x="977" y="786"/>
                    </a:cubicBezTo>
                    <a:cubicBezTo>
                      <a:pt x="1048" y="691"/>
                      <a:pt x="1072" y="572"/>
                      <a:pt x="1048" y="429"/>
                    </a:cubicBezTo>
                    <a:cubicBezTo>
                      <a:pt x="1024" y="191"/>
                      <a:pt x="810" y="0"/>
                      <a:pt x="57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0" name="Google Shape;3160;p20"/>
              <p:cNvSpPr/>
              <p:nvPr/>
            </p:nvSpPr>
            <p:spPr>
              <a:xfrm>
                <a:off x="5375438" y="3006508"/>
                <a:ext cx="37525" cy="43475"/>
              </a:xfrm>
              <a:custGeom>
                <a:avLst/>
                <a:gdLst/>
                <a:ahLst/>
                <a:cxnLst/>
                <a:rect l="l" t="t" r="r" b="b"/>
                <a:pathLst>
                  <a:path w="1501" h="1739" extrusionOk="0">
                    <a:moveTo>
                      <a:pt x="858" y="0"/>
                    </a:moveTo>
                    <a:cubicBezTo>
                      <a:pt x="381" y="0"/>
                      <a:pt x="0" y="381"/>
                      <a:pt x="0" y="858"/>
                    </a:cubicBezTo>
                    <a:cubicBezTo>
                      <a:pt x="0" y="1334"/>
                      <a:pt x="381" y="1739"/>
                      <a:pt x="858" y="1739"/>
                    </a:cubicBezTo>
                    <a:cubicBezTo>
                      <a:pt x="1024" y="1739"/>
                      <a:pt x="1215" y="1667"/>
                      <a:pt x="1334" y="1548"/>
                    </a:cubicBezTo>
                    <a:cubicBezTo>
                      <a:pt x="1358" y="1524"/>
                      <a:pt x="1382" y="1501"/>
                      <a:pt x="1382" y="1453"/>
                    </a:cubicBezTo>
                    <a:cubicBezTo>
                      <a:pt x="1501" y="1405"/>
                      <a:pt x="1477" y="1286"/>
                      <a:pt x="1429" y="1215"/>
                    </a:cubicBezTo>
                    <a:cubicBezTo>
                      <a:pt x="1400" y="1195"/>
                      <a:pt x="1362" y="1184"/>
                      <a:pt x="1324" y="1184"/>
                    </a:cubicBezTo>
                    <a:cubicBezTo>
                      <a:pt x="1271" y="1184"/>
                      <a:pt x="1219" y="1207"/>
                      <a:pt x="1191" y="1263"/>
                    </a:cubicBezTo>
                    <a:lnTo>
                      <a:pt x="1144" y="1286"/>
                    </a:lnTo>
                    <a:cubicBezTo>
                      <a:pt x="1096" y="1334"/>
                      <a:pt x="1001" y="1382"/>
                      <a:pt x="882" y="1382"/>
                    </a:cubicBezTo>
                    <a:cubicBezTo>
                      <a:pt x="620" y="1382"/>
                      <a:pt x="381" y="1143"/>
                      <a:pt x="381" y="858"/>
                    </a:cubicBezTo>
                    <a:cubicBezTo>
                      <a:pt x="381" y="596"/>
                      <a:pt x="620" y="358"/>
                      <a:pt x="882" y="358"/>
                    </a:cubicBezTo>
                    <a:cubicBezTo>
                      <a:pt x="977" y="358"/>
                      <a:pt x="1096" y="381"/>
                      <a:pt x="1144" y="453"/>
                    </a:cubicBezTo>
                    <a:cubicBezTo>
                      <a:pt x="1175" y="469"/>
                      <a:pt x="1207" y="477"/>
                      <a:pt x="1237" y="477"/>
                    </a:cubicBezTo>
                    <a:cubicBezTo>
                      <a:pt x="1297" y="477"/>
                      <a:pt x="1350" y="445"/>
                      <a:pt x="1382" y="381"/>
                    </a:cubicBezTo>
                    <a:cubicBezTo>
                      <a:pt x="1453" y="310"/>
                      <a:pt x="1429" y="215"/>
                      <a:pt x="1334" y="143"/>
                    </a:cubicBezTo>
                    <a:cubicBezTo>
                      <a:pt x="1191" y="72"/>
                      <a:pt x="1024" y="0"/>
                      <a:pt x="85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1" name="Google Shape;3161;p20"/>
              <p:cNvSpPr/>
              <p:nvPr/>
            </p:nvSpPr>
            <p:spPr>
              <a:xfrm>
                <a:off x="5167663" y="2830883"/>
                <a:ext cx="298900" cy="282800"/>
              </a:xfrm>
              <a:custGeom>
                <a:avLst/>
                <a:gdLst/>
                <a:ahLst/>
                <a:cxnLst/>
                <a:rect l="l" t="t" r="r" b="b"/>
                <a:pathLst>
                  <a:path w="11956" h="11312" extrusionOk="0">
                    <a:moveTo>
                      <a:pt x="3620" y="4525"/>
                    </a:moveTo>
                    <a:cubicBezTo>
                      <a:pt x="4430" y="4525"/>
                      <a:pt x="5168" y="4834"/>
                      <a:pt x="5739" y="5335"/>
                    </a:cubicBezTo>
                    <a:cubicBezTo>
                      <a:pt x="5382" y="5716"/>
                      <a:pt x="5120" y="6168"/>
                      <a:pt x="4954" y="6644"/>
                    </a:cubicBezTo>
                    <a:cubicBezTo>
                      <a:pt x="4025" y="6311"/>
                      <a:pt x="3263" y="5573"/>
                      <a:pt x="2953" y="4620"/>
                    </a:cubicBezTo>
                    <a:cubicBezTo>
                      <a:pt x="3144" y="4549"/>
                      <a:pt x="3382" y="4525"/>
                      <a:pt x="3620" y="4525"/>
                    </a:cubicBezTo>
                    <a:close/>
                    <a:moveTo>
                      <a:pt x="8359" y="4549"/>
                    </a:moveTo>
                    <a:cubicBezTo>
                      <a:pt x="8597" y="4549"/>
                      <a:pt x="8835" y="4596"/>
                      <a:pt x="9050" y="4620"/>
                    </a:cubicBezTo>
                    <a:cubicBezTo>
                      <a:pt x="8716" y="5573"/>
                      <a:pt x="7978" y="6311"/>
                      <a:pt x="7025" y="6644"/>
                    </a:cubicBezTo>
                    <a:cubicBezTo>
                      <a:pt x="6883" y="6168"/>
                      <a:pt x="6597" y="5716"/>
                      <a:pt x="6240" y="5335"/>
                    </a:cubicBezTo>
                    <a:cubicBezTo>
                      <a:pt x="6811" y="4858"/>
                      <a:pt x="7549" y="4549"/>
                      <a:pt x="8359" y="4549"/>
                    </a:cubicBezTo>
                    <a:close/>
                    <a:moveTo>
                      <a:pt x="5978" y="5597"/>
                    </a:moveTo>
                    <a:cubicBezTo>
                      <a:pt x="6287" y="5930"/>
                      <a:pt x="6525" y="6311"/>
                      <a:pt x="6668" y="6763"/>
                    </a:cubicBezTo>
                    <a:cubicBezTo>
                      <a:pt x="6454" y="6811"/>
                      <a:pt x="6216" y="6835"/>
                      <a:pt x="5978" y="6835"/>
                    </a:cubicBezTo>
                    <a:cubicBezTo>
                      <a:pt x="5739" y="6835"/>
                      <a:pt x="5501" y="6811"/>
                      <a:pt x="5287" y="6787"/>
                    </a:cubicBezTo>
                    <a:cubicBezTo>
                      <a:pt x="5430" y="6311"/>
                      <a:pt x="5692" y="5930"/>
                      <a:pt x="5978" y="5597"/>
                    </a:cubicBezTo>
                    <a:close/>
                    <a:moveTo>
                      <a:pt x="6716" y="7049"/>
                    </a:moveTo>
                    <a:cubicBezTo>
                      <a:pt x="6763" y="7240"/>
                      <a:pt x="6787" y="7406"/>
                      <a:pt x="6787" y="7597"/>
                    </a:cubicBezTo>
                    <a:cubicBezTo>
                      <a:pt x="6811" y="8311"/>
                      <a:pt x="6597" y="9026"/>
                      <a:pt x="6216" y="9621"/>
                    </a:cubicBezTo>
                    <a:cubicBezTo>
                      <a:pt x="6192" y="9645"/>
                      <a:pt x="6192" y="9669"/>
                      <a:pt x="6168" y="9669"/>
                    </a:cubicBezTo>
                    <a:cubicBezTo>
                      <a:pt x="6192" y="9740"/>
                      <a:pt x="5978" y="9978"/>
                      <a:pt x="5978" y="9978"/>
                    </a:cubicBezTo>
                    <a:cubicBezTo>
                      <a:pt x="5501" y="9478"/>
                      <a:pt x="5168" y="8788"/>
                      <a:pt x="5120" y="8049"/>
                    </a:cubicBezTo>
                    <a:lnTo>
                      <a:pt x="5120" y="7454"/>
                    </a:lnTo>
                    <a:cubicBezTo>
                      <a:pt x="5120" y="7335"/>
                      <a:pt x="5144" y="7216"/>
                      <a:pt x="5168" y="7049"/>
                    </a:cubicBezTo>
                    <a:cubicBezTo>
                      <a:pt x="5406" y="7121"/>
                      <a:pt x="5692" y="7144"/>
                      <a:pt x="5954" y="7144"/>
                    </a:cubicBezTo>
                    <a:cubicBezTo>
                      <a:pt x="6216" y="7144"/>
                      <a:pt x="6478" y="7121"/>
                      <a:pt x="6716" y="7049"/>
                    </a:cubicBezTo>
                    <a:close/>
                    <a:moveTo>
                      <a:pt x="9383" y="4715"/>
                    </a:moveTo>
                    <a:cubicBezTo>
                      <a:pt x="10645" y="5120"/>
                      <a:pt x="11574" y="6335"/>
                      <a:pt x="11574" y="7764"/>
                    </a:cubicBezTo>
                    <a:cubicBezTo>
                      <a:pt x="11574" y="9550"/>
                      <a:pt x="10145" y="11026"/>
                      <a:pt x="8359" y="11026"/>
                    </a:cubicBezTo>
                    <a:cubicBezTo>
                      <a:pt x="7549" y="11026"/>
                      <a:pt x="6811" y="10717"/>
                      <a:pt x="6240" y="10217"/>
                    </a:cubicBezTo>
                    <a:cubicBezTo>
                      <a:pt x="6883" y="9550"/>
                      <a:pt x="7192" y="8692"/>
                      <a:pt x="7192" y="7764"/>
                    </a:cubicBezTo>
                    <a:lnTo>
                      <a:pt x="7240" y="7764"/>
                    </a:lnTo>
                    <a:cubicBezTo>
                      <a:pt x="7192" y="7502"/>
                      <a:pt x="7168" y="7240"/>
                      <a:pt x="7121" y="6978"/>
                    </a:cubicBezTo>
                    <a:cubicBezTo>
                      <a:pt x="8192" y="6621"/>
                      <a:pt x="9026" y="5787"/>
                      <a:pt x="9383" y="4715"/>
                    </a:cubicBezTo>
                    <a:close/>
                    <a:moveTo>
                      <a:pt x="5906" y="0"/>
                    </a:moveTo>
                    <a:cubicBezTo>
                      <a:pt x="3953" y="0"/>
                      <a:pt x="2334" y="1596"/>
                      <a:pt x="2334" y="3572"/>
                    </a:cubicBezTo>
                    <a:cubicBezTo>
                      <a:pt x="2334" y="3834"/>
                      <a:pt x="2382" y="4096"/>
                      <a:pt x="2429" y="4382"/>
                    </a:cubicBezTo>
                    <a:cubicBezTo>
                      <a:pt x="1000" y="4858"/>
                      <a:pt x="0" y="6192"/>
                      <a:pt x="0" y="7764"/>
                    </a:cubicBezTo>
                    <a:cubicBezTo>
                      <a:pt x="0" y="8240"/>
                      <a:pt x="72" y="8692"/>
                      <a:pt x="262" y="9097"/>
                    </a:cubicBezTo>
                    <a:cubicBezTo>
                      <a:pt x="280" y="9170"/>
                      <a:pt x="354" y="9201"/>
                      <a:pt x="430" y="9201"/>
                    </a:cubicBezTo>
                    <a:cubicBezTo>
                      <a:pt x="454" y="9201"/>
                      <a:pt x="478" y="9198"/>
                      <a:pt x="500" y="9192"/>
                    </a:cubicBezTo>
                    <a:cubicBezTo>
                      <a:pt x="596" y="9169"/>
                      <a:pt x="619" y="9050"/>
                      <a:pt x="596" y="8954"/>
                    </a:cubicBezTo>
                    <a:cubicBezTo>
                      <a:pt x="429" y="8573"/>
                      <a:pt x="357" y="8145"/>
                      <a:pt x="357" y="7740"/>
                    </a:cubicBezTo>
                    <a:cubicBezTo>
                      <a:pt x="357" y="6311"/>
                      <a:pt x="1262" y="5120"/>
                      <a:pt x="2548" y="4668"/>
                    </a:cubicBezTo>
                    <a:cubicBezTo>
                      <a:pt x="2906" y="5739"/>
                      <a:pt x="3763" y="6573"/>
                      <a:pt x="4811" y="6930"/>
                    </a:cubicBezTo>
                    <a:cubicBezTo>
                      <a:pt x="4787" y="7073"/>
                      <a:pt x="4763" y="7240"/>
                      <a:pt x="4763" y="7383"/>
                    </a:cubicBezTo>
                    <a:cubicBezTo>
                      <a:pt x="4715" y="7549"/>
                      <a:pt x="4715" y="7740"/>
                      <a:pt x="4763" y="7907"/>
                    </a:cubicBezTo>
                    <a:cubicBezTo>
                      <a:pt x="4787" y="8740"/>
                      <a:pt x="5144" y="9550"/>
                      <a:pt x="5716" y="10145"/>
                    </a:cubicBezTo>
                    <a:cubicBezTo>
                      <a:pt x="5144" y="10645"/>
                      <a:pt x="4406" y="10955"/>
                      <a:pt x="3596" y="10955"/>
                    </a:cubicBezTo>
                    <a:cubicBezTo>
                      <a:pt x="2548" y="10955"/>
                      <a:pt x="1572" y="10455"/>
                      <a:pt x="977" y="9621"/>
                    </a:cubicBezTo>
                    <a:cubicBezTo>
                      <a:pt x="935" y="9565"/>
                      <a:pt x="876" y="9542"/>
                      <a:pt x="826" y="9542"/>
                    </a:cubicBezTo>
                    <a:cubicBezTo>
                      <a:pt x="790" y="9542"/>
                      <a:pt x="758" y="9554"/>
                      <a:pt x="738" y="9574"/>
                    </a:cubicBezTo>
                    <a:cubicBezTo>
                      <a:pt x="643" y="9645"/>
                      <a:pt x="643" y="9764"/>
                      <a:pt x="715" y="9812"/>
                    </a:cubicBezTo>
                    <a:cubicBezTo>
                      <a:pt x="1381" y="10740"/>
                      <a:pt x="2453" y="11312"/>
                      <a:pt x="3620" y="11312"/>
                    </a:cubicBezTo>
                    <a:cubicBezTo>
                      <a:pt x="4525" y="11312"/>
                      <a:pt x="5358" y="10979"/>
                      <a:pt x="6001" y="10407"/>
                    </a:cubicBezTo>
                    <a:cubicBezTo>
                      <a:pt x="6621" y="10979"/>
                      <a:pt x="7454" y="11312"/>
                      <a:pt x="8383" y="11312"/>
                    </a:cubicBezTo>
                    <a:cubicBezTo>
                      <a:pt x="10359" y="11312"/>
                      <a:pt x="11955" y="9693"/>
                      <a:pt x="11955" y="7740"/>
                    </a:cubicBezTo>
                    <a:cubicBezTo>
                      <a:pt x="11931" y="6192"/>
                      <a:pt x="10883" y="4858"/>
                      <a:pt x="9455" y="4382"/>
                    </a:cubicBezTo>
                    <a:cubicBezTo>
                      <a:pt x="9526" y="4120"/>
                      <a:pt x="9550" y="3834"/>
                      <a:pt x="9550" y="3572"/>
                    </a:cubicBezTo>
                    <a:cubicBezTo>
                      <a:pt x="9550" y="2763"/>
                      <a:pt x="9288" y="2001"/>
                      <a:pt x="8764" y="1381"/>
                    </a:cubicBezTo>
                    <a:cubicBezTo>
                      <a:pt x="8736" y="1326"/>
                      <a:pt x="8684" y="1302"/>
                      <a:pt x="8631" y="1302"/>
                    </a:cubicBezTo>
                    <a:cubicBezTo>
                      <a:pt x="8593" y="1302"/>
                      <a:pt x="8555" y="1314"/>
                      <a:pt x="8526" y="1334"/>
                    </a:cubicBezTo>
                    <a:cubicBezTo>
                      <a:pt x="8454" y="1405"/>
                      <a:pt x="8454" y="1524"/>
                      <a:pt x="8502" y="1572"/>
                    </a:cubicBezTo>
                    <a:cubicBezTo>
                      <a:pt x="8954" y="2143"/>
                      <a:pt x="9193" y="2834"/>
                      <a:pt x="9193" y="3572"/>
                    </a:cubicBezTo>
                    <a:cubicBezTo>
                      <a:pt x="9193" y="3810"/>
                      <a:pt x="9169" y="4049"/>
                      <a:pt x="9097" y="4287"/>
                    </a:cubicBezTo>
                    <a:cubicBezTo>
                      <a:pt x="8859" y="4239"/>
                      <a:pt x="8597" y="4191"/>
                      <a:pt x="8335" y="4191"/>
                    </a:cubicBezTo>
                    <a:cubicBezTo>
                      <a:pt x="7430" y="4191"/>
                      <a:pt x="6597" y="4525"/>
                      <a:pt x="5954" y="5096"/>
                    </a:cubicBezTo>
                    <a:cubicBezTo>
                      <a:pt x="5311" y="4525"/>
                      <a:pt x="4477" y="4191"/>
                      <a:pt x="3572" y="4191"/>
                    </a:cubicBezTo>
                    <a:cubicBezTo>
                      <a:pt x="3287" y="4191"/>
                      <a:pt x="3025" y="4239"/>
                      <a:pt x="2786" y="4287"/>
                    </a:cubicBezTo>
                    <a:cubicBezTo>
                      <a:pt x="2739" y="4049"/>
                      <a:pt x="2691" y="3810"/>
                      <a:pt x="2691" y="3572"/>
                    </a:cubicBezTo>
                    <a:cubicBezTo>
                      <a:pt x="2691" y="1786"/>
                      <a:pt x="4168" y="357"/>
                      <a:pt x="5906" y="357"/>
                    </a:cubicBezTo>
                    <a:cubicBezTo>
                      <a:pt x="6668" y="357"/>
                      <a:pt x="7335" y="595"/>
                      <a:pt x="7907" y="1048"/>
                    </a:cubicBezTo>
                    <a:cubicBezTo>
                      <a:pt x="7949" y="1069"/>
                      <a:pt x="7992" y="1081"/>
                      <a:pt x="8031" y="1081"/>
                    </a:cubicBezTo>
                    <a:cubicBezTo>
                      <a:pt x="8078" y="1081"/>
                      <a:pt x="8118" y="1063"/>
                      <a:pt x="8145" y="1024"/>
                    </a:cubicBezTo>
                    <a:cubicBezTo>
                      <a:pt x="8216" y="929"/>
                      <a:pt x="8216" y="834"/>
                      <a:pt x="8121" y="786"/>
                    </a:cubicBezTo>
                    <a:cubicBezTo>
                      <a:pt x="7502" y="262"/>
                      <a:pt x="6716" y="0"/>
                      <a:pt x="590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3165" name="Google Shape;3165;p20"/>
          <p:cNvSpPr txBox="1">
            <a:spLocks noGrp="1"/>
          </p:cNvSpPr>
          <p:nvPr>
            <p:ph type="title"/>
          </p:nvPr>
        </p:nvSpPr>
        <p:spPr>
          <a:xfrm>
            <a:off x="522925" y="278374"/>
            <a:ext cx="7696200" cy="6393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
              <a:t>Methodology - Text Analysis </a:t>
            </a:r>
            <a:endParaRPr/>
          </a:p>
        </p:txBody>
      </p:sp>
      <p:grpSp>
        <p:nvGrpSpPr>
          <p:cNvPr id="2" name="Group 1">
            <a:extLst>
              <a:ext uri="{FF2B5EF4-FFF2-40B4-BE49-F238E27FC236}">
                <a16:creationId xmlns:a16="http://schemas.microsoft.com/office/drawing/2014/main" id="{FB2B3BA7-5916-63AD-E29A-51EEDF22E32A}"/>
              </a:ext>
            </a:extLst>
          </p:cNvPr>
          <p:cNvGrpSpPr/>
          <p:nvPr/>
        </p:nvGrpSpPr>
        <p:grpSpPr>
          <a:xfrm>
            <a:off x="1184381" y="4565635"/>
            <a:ext cx="6775238" cy="419115"/>
            <a:chOff x="1565455" y="4565635"/>
            <a:chExt cx="6775238" cy="419115"/>
          </a:xfrm>
        </p:grpSpPr>
        <p:sp>
          <p:nvSpPr>
            <p:cNvPr id="3" name="Google Shape;3019;p19">
              <a:extLst>
                <a:ext uri="{FF2B5EF4-FFF2-40B4-BE49-F238E27FC236}">
                  <a16:creationId xmlns:a16="http://schemas.microsoft.com/office/drawing/2014/main" id="{1214CF9F-1082-FA53-488A-18D396B85B31}"/>
                </a:ext>
              </a:extLst>
            </p:cNvPr>
            <p:cNvSpPr/>
            <p:nvPr/>
          </p:nvSpPr>
          <p:spPr>
            <a:xfrm>
              <a:off x="1565455" y="4568650"/>
              <a:ext cx="1481328" cy="416100"/>
            </a:xfrm>
            <a:prstGeom prst="homePlate">
              <a:avLst>
                <a:gd name="adj" fmla="val 50000"/>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Anaheim"/>
                  <a:ea typeface="Anaheim"/>
                  <a:cs typeface="Anaheim"/>
                  <a:sym typeface="Anaheim"/>
                </a:rPr>
                <a:t>Methodology</a:t>
              </a:r>
              <a:endParaRPr b="1" dirty="0">
                <a:latin typeface="Anaheim"/>
                <a:ea typeface="Anaheim"/>
                <a:cs typeface="Anaheim"/>
                <a:sym typeface="Anaheim"/>
              </a:endParaRPr>
            </a:p>
          </p:txBody>
        </p:sp>
        <p:sp>
          <p:nvSpPr>
            <p:cNvPr id="4" name="Google Shape;3020;p19">
              <a:extLst>
                <a:ext uri="{FF2B5EF4-FFF2-40B4-BE49-F238E27FC236}">
                  <a16:creationId xmlns:a16="http://schemas.microsoft.com/office/drawing/2014/main" id="{DA00E492-A35A-A2E1-9201-F0164AF2FB81}"/>
                </a:ext>
              </a:extLst>
            </p:cNvPr>
            <p:cNvSpPr/>
            <p:nvPr/>
          </p:nvSpPr>
          <p:spPr>
            <a:xfrm>
              <a:off x="4215858" y="4568649"/>
              <a:ext cx="147747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Walkthrough</a:t>
              </a:r>
              <a:endParaRPr dirty="0">
                <a:latin typeface="Anaheim"/>
                <a:ea typeface="Anaheim"/>
                <a:cs typeface="Anaheim"/>
                <a:sym typeface="Anaheim"/>
              </a:endParaRPr>
            </a:p>
          </p:txBody>
        </p:sp>
        <p:sp>
          <p:nvSpPr>
            <p:cNvPr id="5" name="Google Shape;3021;p19">
              <a:extLst>
                <a:ext uri="{FF2B5EF4-FFF2-40B4-BE49-F238E27FC236}">
                  <a16:creationId xmlns:a16="http://schemas.microsoft.com/office/drawing/2014/main" id="{BCA9BA73-079D-C160-2526-B554A4F4B137}"/>
                </a:ext>
              </a:extLst>
            </p:cNvPr>
            <p:cNvSpPr/>
            <p:nvPr/>
          </p:nvSpPr>
          <p:spPr>
            <a:xfrm>
              <a:off x="6859365" y="4565635"/>
              <a:ext cx="148132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Conclusion</a:t>
              </a:r>
              <a:endParaRPr dirty="0">
                <a:latin typeface="Anaheim"/>
                <a:ea typeface="Anaheim"/>
                <a:cs typeface="Anaheim"/>
                <a:sym typeface="Anaheim"/>
              </a:endParaRPr>
            </a:p>
          </p:txBody>
        </p:sp>
        <p:sp>
          <p:nvSpPr>
            <p:cNvPr id="6" name="Google Shape;3020;p19">
              <a:extLst>
                <a:ext uri="{FF2B5EF4-FFF2-40B4-BE49-F238E27FC236}">
                  <a16:creationId xmlns:a16="http://schemas.microsoft.com/office/drawing/2014/main" id="{FEDBF019-AE9C-AA44-C67B-F83C3864FEC4}"/>
                </a:ext>
              </a:extLst>
            </p:cNvPr>
            <p:cNvSpPr/>
            <p:nvPr/>
          </p:nvSpPr>
          <p:spPr>
            <a:xfrm>
              <a:off x="2892075" y="4568650"/>
              <a:ext cx="148132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Team Dynamic</a:t>
              </a:r>
              <a:endParaRPr dirty="0">
                <a:latin typeface="Anaheim"/>
                <a:ea typeface="Anaheim"/>
                <a:cs typeface="Anaheim"/>
                <a:sym typeface="Anaheim"/>
              </a:endParaRPr>
            </a:p>
          </p:txBody>
        </p:sp>
        <p:sp>
          <p:nvSpPr>
            <p:cNvPr id="7" name="Google Shape;3020;p19">
              <a:extLst>
                <a:ext uri="{FF2B5EF4-FFF2-40B4-BE49-F238E27FC236}">
                  <a16:creationId xmlns:a16="http://schemas.microsoft.com/office/drawing/2014/main" id="{EDB10CB9-BFAE-B993-AB4E-C9C7E85B175B}"/>
                </a:ext>
              </a:extLst>
            </p:cNvPr>
            <p:cNvSpPr/>
            <p:nvPr/>
          </p:nvSpPr>
          <p:spPr>
            <a:xfrm>
              <a:off x="5534655" y="4568648"/>
              <a:ext cx="147747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Reflection</a:t>
              </a:r>
              <a:endParaRPr dirty="0">
                <a:latin typeface="Anaheim"/>
                <a:ea typeface="Anaheim"/>
                <a:cs typeface="Anaheim"/>
                <a:sym typeface="Anaheim"/>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44">
          <a:extLst>
            <a:ext uri="{FF2B5EF4-FFF2-40B4-BE49-F238E27FC236}">
              <a16:creationId xmlns:a16="http://schemas.microsoft.com/office/drawing/2014/main" id="{0F6772C1-3A84-3BF7-2C0A-6139CB96EA98}"/>
            </a:ext>
          </a:extLst>
        </p:cNvPr>
        <p:cNvGrpSpPr/>
        <p:nvPr/>
      </p:nvGrpSpPr>
      <p:grpSpPr>
        <a:xfrm>
          <a:off x="0" y="0"/>
          <a:ext cx="0" cy="0"/>
          <a:chOff x="0" y="0"/>
          <a:chExt cx="0" cy="0"/>
        </a:xfrm>
      </p:grpSpPr>
      <p:sp>
        <p:nvSpPr>
          <p:cNvPr id="3165" name="Google Shape;3165;p20">
            <a:extLst>
              <a:ext uri="{FF2B5EF4-FFF2-40B4-BE49-F238E27FC236}">
                <a16:creationId xmlns:a16="http://schemas.microsoft.com/office/drawing/2014/main" id="{6473A5B7-B411-E3ED-50FA-57316110ECFC}"/>
              </a:ext>
            </a:extLst>
          </p:cNvPr>
          <p:cNvSpPr txBox="1">
            <a:spLocks noGrp="1"/>
          </p:cNvSpPr>
          <p:nvPr>
            <p:ph type="title"/>
          </p:nvPr>
        </p:nvSpPr>
        <p:spPr>
          <a:xfrm>
            <a:off x="522922" y="278374"/>
            <a:ext cx="8621077" cy="639300"/>
          </a:xfrm>
          <a:prstGeom prst="rect">
            <a:avLst/>
          </a:prstGeom>
        </p:spPr>
        <p:txBody>
          <a:bodyPr spcFirstLastPara="1" wrap="square" lIns="91425" tIns="45700" rIns="91425" bIns="45700" anchor="t" anchorCtr="0">
            <a:normAutofit fontScale="90000"/>
          </a:bodyPr>
          <a:lstStyle/>
          <a:p>
            <a:pPr marL="0" lvl="0" indent="0" algn="l" rtl="0">
              <a:spcBef>
                <a:spcPts val="0"/>
              </a:spcBef>
              <a:spcAft>
                <a:spcPts val="0"/>
              </a:spcAft>
              <a:buNone/>
            </a:pPr>
            <a:r>
              <a:rPr lang="en" dirty="0"/>
              <a:t>Team Dynamic – Personal Contributions</a:t>
            </a:r>
            <a:endParaRPr dirty="0"/>
          </a:p>
        </p:txBody>
      </p:sp>
      <p:sp>
        <p:nvSpPr>
          <p:cNvPr id="2" name="Google Shape;3146;p20">
            <a:extLst>
              <a:ext uri="{FF2B5EF4-FFF2-40B4-BE49-F238E27FC236}">
                <a16:creationId xmlns:a16="http://schemas.microsoft.com/office/drawing/2014/main" id="{72C6387A-FF90-9894-56AD-493275175471}"/>
              </a:ext>
            </a:extLst>
          </p:cNvPr>
          <p:cNvSpPr txBox="1">
            <a:spLocks/>
          </p:cNvSpPr>
          <p:nvPr/>
        </p:nvSpPr>
        <p:spPr>
          <a:xfrm>
            <a:off x="522925" y="1711756"/>
            <a:ext cx="8098150" cy="20757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Anaheim"/>
                <a:ea typeface="Anaheim"/>
                <a:cs typeface="Anaheim"/>
                <a:sym typeface="Anaheim"/>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Anaheim"/>
                <a:ea typeface="Anaheim"/>
                <a:cs typeface="Anaheim"/>
                <a:sym typeface="Anaheim"/>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Anaheim"/>
                <a:ea typeface="Anaheim"/>
                <a:cs typeface="Anaheim"/>
                <a:sym typeface="Anaheim"/>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naheim"/>
                <a:ea typeface="Anaheim"/>
                <a:cs typeface="Anaheim"/>
                <a:sym typeface="Anaheim"/>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naheim"/>
                <a:ea typeface="Anaheim"/>
                <a:cs typeface="Anaheim"/>
                <a:sym typeface="Anaheim"/>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342900" indent="-342900">
              <a:buSzPts val="2500"/>
            </a:pPr>
            <a:r>
              <a:rPr lang="en-US" b="1" dirty="0"/>
              <a:t>Filtered and cleaned data</a:t>
            </a:r>
          </a:p>
          <a:p>
            <a:pPr marL="342900" indent="-342900">
              <a:buSzPts val="2500"/>
            </a:pPr>
            <a:r>
              <a:rPr lang="en-US" b="1" dirty="0"/>
              <a:t>Tokenized song lyrics using NLTK</a:t>
            </a:r>
          </a:p>
          <a:p>
            <a:pPr marL="342900" indent="-342900">
              <a:buSzPts val="2500"/>
            </a:pPr>
            <a:r>
              <a:rPr lang="en-US" b="1" dirty="0"/>
              <a:t>Implemented sentiment analysis using VADER</a:t>
            </a:r>
          </a:p>
          <a:p>
            <a:pPr marL="342900" indent="-342900">
              <a:buSzPts val="2500"/>
            </a:pPr>
            <a:r>
              <a:rPr lang="en-US" b="1" dirty="0"/>
              <a:t>Optimized sentiment classification thresholds</a:t>
            </a:r>
          </a:p>
          <a:p>
            <a:pPr marL="342900" indent="-342900">
              <a:buSzPts val="2500"/>
            </a:pPr>
            <a:r>
              <a:rPr lang="en-US" b="1" dirty="0"/>
              <a:t>Benchmarked similarity results</a:t>
            </a:r>
          </a:p>
          <a:p>
            <a:pPr marL="342900" indent="-342900">
              <a:buSzPts val="2500"/>
            </a:pPr>
            <a:endParaRPr lang="en-US" b="1" dirty="0"/>
          </a:p>
          <a:p>
            <a:pPr marL="342900" indent="-342900">
              <a:buSzPts val="2500"/>
            </a:pPr>
            <a:endParaRPr lang="en-US" b="1" dirty="0"/>
          </a:p>
        </p:txBody>
      </p:sp>
      <p:grpSp>
        <p:nvGrpSpPr>
          <p:cNvPr id="3" name="Group 2">
            <a:extLst>
              <a:ext uri="{FF2B5EF4-FFF2-40B4-BE49-F238E27FC236}">
                <a16:creationId xmlns:a16="http://schemas.microsoft.com/office/drawing/2014/main" id="{FB7EFF47-56BD-1224-05A4-87BF093126D7}"/>
              </a:ext>
            </a:extLst>
          </p:cNvPr>
          <p:cNvGrpSpPr/>
          <p:nvPr/>
        </p:nvGrpSpPr>
        <p:grpSpPr>
          <a:xfrm>
            <a:off x="1184381" y="4565635"/>
            <a:ext cx="6775238" cy="419115"/>
            <a:chOff x="1565455" y="4565635"/>
            <a:chExt cx="6775238" cy="419115"/>
          </a:xfrm>
        </p:grpSpPr>
        <p:sp>
          <p:nvSpPr>
            <p:cNvPr id="4" name="Google Shape;3019;p19">
              <a:extLst>
                <a:ext uri="{FF2B5EF4-FFF2-40B4-BE49-F238E27FC236}">
                  <a16:creationId xmlns:a16="http://schemas.microsoft.com/office/drawing/2014/main" id="{AAC84973-4DB4-2366-60BE-904007C3BD97}"/>
                </a:ext>
              </a:extLst>
            </p:cNvPr>
            <p:cNvSpPr/>
            <p:nvPr/>
          </p:nvSpPr>
          <p:spPr>
            <a:xfrm>
              <a:off x="1565455" y="4568650"/>
              <a:ext cx="1481328" cy="416100"/>
            </a:xfrm>
            <a:prstGeom prst="homePlate">
              <a:avLst>
                <a:gd name="adj" fmla="val 50000"/>
              </a:avLst>
            </a:prstGeom>
            <a:solidFill>
              <a:schemeClr val="tx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Methodology</a:t>
              </a:r>
              <a:endParaRPr dirty="0">
                <a:latin typeface="Anaheim"/>
                <a:ea typeface="Anaheim"/>
                <a:cs typeface="Anaheim"/>
                <a:sym typeface="Anaheim"/>
              </a:endParaRPr>
            </a:p>
          </p:txBody>
        </p:sp>
        <p:sp>
          <p:nvSpPr>
            <p:cNvPr id="5" name="Google Shape;3020;p19">
              <a:extLst>
                <a:ext uri="{FF2B5EF4-FFF2-40B4-BE49-F238E27FC236}">
                  <a16:creationId xmlns:a16="http://schemas.microsoft.com/office/drawing/2014/main" id="{B01A6A1B-3924-EACC-B611-1BF9C010F5B1}"/>
                </a:ext>
              </a:extLst>
            </p:cNvPr>
            <p:cNvSpPr/>
            <p:nvPr/>
          </p:nvSpPr>
          <p:spPr>
            <a:xfrm>
              <a:off x="4215858" y="4568649"/>
              <a:ext cx="147747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Walkthrough</a:t>
              </a:r>
              <a:endParaRPr dirty="0">
                <a:latin typeface="Anaheim"/>
                <a:ea typeface="Anaheim"/>
                <a:cs typeface="Anaheim"/>
                <a:sym typeface="Anaheim"/>
              </a:endParaRPr>
            </a:p>
          </p:txBody>
        </p:sp>
        <p:sp>
          <p:nvSpPr>
            <p:cNvPr id="6" name="Google Shape;3021;p19">
              <a:extLst>
                <a:ext uri="{FF2B5EF4-FFF2-40B4-BE49-F238E27FC236}">
                  <a16:creationId xmlns:a16="http://schemas.microsoft.com/office/drawing/2014/main" id="{DEF3F491-67FD-1254-F55B-6A3F21B2692C}"/>
                </a:ext>
              </a:extLst>
            </p:cNvPr>
            <p:cNvSpPr/>
            <p:nvPr/>
          </p:nvSpPr>
          <p:spPr>
            <a:xfrm>
              <a:off x="6859365" y="4565635"/>
              <a:ext cx="148132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Conclusion</a:t>
              </a:r>
              <a:endParaRPr dirty="0">
                <a:latin typeface="Anaheim"/>
                <a:ea typeface="Anaheim"/>
                <a:cs typeface="Anaheim"/>
                <a:sym typeface="Anaheim"/>
              </a:endParaRPr>
            </a:p>
          </p:txBody>
        </p:sp>
        <p:sp>
          <p:nvSpPr>
            <p:cNvPr id="7" name="Google Shape;3020;p19">
              <a:extLst>
                <a:ext uri="{FF2B5EF4-FFF2-40B4-BE49-F238E27FC236}">
                  <a16:creationId xmlns:a16="http://schemas.microsoft.com/office/drawing/2014/main" id="{38DD328A-156C-2C87-4DD7-F7BF5658084E}"/>
                </a:ext>
              </a:extLst>
            </p:cNvPr>
            <p:cNvSpPr/>
            <p:nvPr/>
          </p:nvSpPr>
          <p:spPr>
            <a:xfrm>
              <a:off x="2892075" y="4568650"/>
              <a:ext cx="1481328" cy="416100"/>
            </a:xfrm>
            <a:prstGeom prst="chevron">
              <a:avLst>
                <a:gd name="adj" fmla="val 50000"/>
              </a:avLst>
            </a:prstGeom>
            <a:solidFill>
              <a:srgbClr val="E1B4A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Anaheim"/>
                  <a:ea typeface="Anaheim"/>
                  <a:cs typeface="Anaheim"/>
                  <a:sym typeface="Anaheim"/>
                </a:rPr>
                <a:t>Team Dynamic</a:t>
              </a:r>
              <a:endParaRPr b="1" dirty="0">
                <a:latin typeface="Anaheim"/>
                <a:ea typeface="Anaheim"/>
                <a:cs typeface="Anaheim"/>
                <a:sym typeface="Anaheim"/>
              </a:endParaRPr>
            </a:p>
          </p:txBody>
        </p:sp>
        <p:sp>
          <p:nvSpPr>
            <p:cNvPr id="8" name="Google Shape;3020;p19">
              <a:extLst>
                <a:ext uri="{FF2B5EF4-FFF2-40B4-BE49-F238E27FC236}">
                  <a16:creationId xmlns:a16="http://schemas.microsoft.com/office/drawing/2014/main" id="{67302DC0-4225-D126-2C8A-053177EA6BEF}"/>
                </a:ext>
              </a:extLst>
            </p:cNvPr>
            <p:cNvSpPr/>
            <p:nvPr/>
          </p:nvSpPr>
          <p:spPr>
            <a:xfrm>
              <a:off x="5534655" y="4568648"/>
              <a:ext cx="147747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Reflection</a:t>
              </a:r>
              <a:endParaRPr dirty="0">
                <a:latin typeface="Anaheim"/>
                <a:ea typeface="Anaheim"/>
                <a:cs typeface="Anaheim"/>
                <a:sym typeface="Anaheim"/>
              </a:endParaRPr>
            </a:p>
          </p:txBody>
        </p:sp>
      </p:grpSp>
    </p:spTree>
    <p:extLst>
      <p:ext uri="{BB962C8B-B14F-4D97-AF65-F5344CB8AC3E}">
        <p14:creationId xmlns:p14="http://schemas.microsoft.com/office/powerpoint/2010/main" val="3440397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44">
          <a:extLst>
            <a:ext uri="{FF2B5EF4-FFF2-40B4-BE49-F238E27FC236}">
              <a16:creationId xmlns:a16="http://schemas.microsoft.com/office/drawing/2014/main" id="{81E5C7B2-1837-E996-1C72-2E98A7A74CC9}"/>
            </a:ext>
          </a:extLst>
        </p:cNvPr>
        <p:cNvGrpSpPr/>
        <p:nvPr/>
      </p:nvGrpSpPr>
      <p:grpSpPr>
        <a:xfrm>
          <a:off x="0" y="0"/>
          <a:ext cx="0" cy="0"/>
          <a:chOff x="0" y="0"/>
          <a:chExt cx="0" cy="0"/>
        </a:xfrm>
      </p:grpSpPr>
      <p:sp>
        <p:nvSpPr>
          <p:cNvPr id="3165" name="Google Shape;3165;p20">
            <a:extLst>
              <a:ext uri="{FF2B5EF4-FFF2-40B4-BE49-F238E27FC236}">
                <a16:creationId xmlns:a16="http://schemas.microsoft.com/office/drawing/2014/main" id="{10E19C25-B9DD-B7CC-BE93-2FD58A04D678}"/>
              </a:ext>
            </a:extLst>
          </p:cNvPr>
          <p:cNvSpPr txBox="1">
            <a:spLocks noGrp="1"/>
          </p:cNvSpPr>
          <p:nvPr>
            <p:ph type="title"/>
          </p:nvPr>
        </p:nvSpPr>
        <p:spPr>
          <a:xfrm>
            <a:off x="522925" y="278374"/>
            <a:ext cx="7696200" cy="6393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 dirty="0"/>
              <a:t>Team Dynamic – Collaboration</a:t>
            </a:r>
            <a:endParaRPr dirty="0"/>
          </a:p>
        </p:txBody>
      </p:sp>
      <p:sp>
        <p:nvSpPr>
          <p:cNvPr id="2" name="Google Shape;3146;p20">
            <a:extLst>
              <a:ext uri="{FF2B5EF4-FFF2-40B4-BE49-F238E27FC236}">
                <a16:creationId xmlns:a16="http://schemas.microsoft.com/office/drawing/2014/main" id="{39D27012-DD7E-3735-B18B-A25DD1D5D1A6}"/>
              </a:ext>
            </a:extLst>
          </p:cNvPr>
          <p:cNvSpPr txBox="1">
            <a:spLocks/>
          </p:cNvSpPr>
          <p:nvPr/>
        </p:nvSpPr>
        <p:spPr>
          <a:xfrm>
            <a:off x="522925" y="1711756"/>
            <a:ext cx="8098150" cy="20757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Anaheim"/>
                <a:ea typeface="Anaheim"/>
                <a:cs typeface="Anaheim"/>
                <a:sym typeface="Anaheim"/>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Anaheim"/>
                <a:ea typeface="Anaheim"/>
                <a:cs typeface="Anaheim"/>
                <a:sym typeface="Anaheim"/>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Anaheim"/>
                <a:ea typeface="Anaheim"/>
                <a:cs typeface="Anaheim"/>
                <a:sym typeface="Anaheim"/>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naheim"/>
                <a:ea typeface="Anaheim"/>
                <a:cs typeface="Anaheim"/>
                <a:sym typeface="Anaheim"/>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naheim"/>
                <a:ea typeface="Anaheim"/>
                <a:cs typeface="Anaheim"/>
                <a:sym typeface="Anaheim"/>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342900" indent="-342900">
              <a:buSzPts val="2500"/>
            </a:pPr>
            <a:r>
              <a:rPr lang="en-US" b="1" dirty="0"/>
              <a:t>Determined which attributes were most important</a:t>
            </a:r>
          </a:p>
          <a:p>
            <a:pPr marL="342900" indent="-342900">
              <a:buSzPts val="2500"/>
            </a:pPr>
            <a:r>
              <a:rPr lang="en-US" b="1" dirty="0"/>
              <a:t>Created various machine learning models for recommendations</a:t>
            </a:r>
          </a:p>
          <a:p>
            <a:pPr marL="342900" indent="-342900">
              <a:buSzPts val="2500"/>
            </a:pPr>
            <a:r>
              <a:rPr lang="en-US" b="1" dirty="0"/>
              <a:t>Ensured model outputs were presented intuitively to users</a:t>
            </a:r>
          </a:p>
          <a:p>
            <a:pPr marL="342900" indent="-342900">
              <a:buSzPts val="2500"/>
            </a:pPr>
            <a:endParaRPr lang="en-US" b="1" dirty="0"/>
          </a:p>
          <a:p>
            <a:pPr marL="342900" indent="-342900">
              <a:buSzPts val="2500"/>
            </a:pPr>
            <a:endParaRPr lang="en-US" b="1" dirty="0"/>
          </a:p>
        </p:txBody>
      </p:sp>
      <p:grpSp>
        <p:nvGrpSpPr>
          <p:cNvPr id="9" name="Group 8">
            <a:extLst>
              <a:ext uri="{FF2B5EF4-FFF2-40B4-BE49-F238E27FC236}">
                <a16:creationId xmlns:a16="http://schemas.microsoft.com/office/drawing/2014/main" id="{9A582EB9-47F9-06B2-913A-6F9AC9FD6181}"/>
              </a:ext>
            </a:extLst>
          </p:cNvPr>
          <p:cNvGrpSpPr/>
          <p:nvPr/>
        </p:nvGrpSpPr>
        <p:grpSpPr>
          <a:xfrm>
            <a:off x="1184381" y="4565635"/>
            <a:ext cx="6775238" cy="419115"/>
            <a:chOff x="1565455" y="4565635"/>
            <a:chExt cx="6775238" cy="419115"/>
          </a:xfrm>
        </p:grpSpPr>
        <p:sp>
          <p:nvSpPr>
            <p:cNvPr id="10" name="Google Shape;3019;p19">
              <a:extLst>
                <a:ext uri="{FF2B5EF4-FFF2-40B4-BE49-F238E27FC236}">
                  <a16:creationId xmlns:a16="http://schemas.microsoft.com/office/drawing/2014/main" id="{8AEC7826-C1D4-C7A5-7D7F-A47D458E2B62}"/>
                </a:ext>
              </a:extLst>
            </p:cNvPr>
            <p:cNvSpPr/>
            <p:nvPr/>
          </p:nvSpPr>
          <p:spPr>
            <a:xfrm>
              <a:off x="1565455" y="4568650"/>
              <a:ext cx="1481328" cy="416100"/>
            </a:xfrm>
            <a:prstGeom prst="homePlate">
              <a:avLst>
                <a:gd name="adj" fmla="val 50000"/>
              </a:avLst>
            </a:prstGeom>
            <a:solidFill>
              <a:schemeClr val="tx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Methodology</a:t>
              </a:r>
              <a:endParaRPr dirty="0">
                <a:latin typeface="Anaheim"/>
                <a:ea typeface="Anaheim"/>
                <a:cs typeface="Anaheim"/>
                <a:sym typeface="Anaheim"/>
              </a:endParaRPr>
            </a:p>
          </p:txBody>
        </p:sp>
        <p:sp>
          <p:nvSpPr>
            <p:cNvPr id="11" name="Google Shape;3020;p19">
              <a:extLst>
                <a:ext uri="{FF2B5EF4-FFF2-40B4-BE49-F238E27FC236}">
                  <a16:creationId xmlns:a16="http://schemas.microsoft.com/office/drawing/2014/main" id="{F292B6ED-A438-1ECB-C671-770AD7751EE4}"/>
                </a:ext>
              </a:extLst>
            </p:cNvPr>
            <p:cNvSpPr/>
            <p:nvPr/>
          </p:nvSpPr>
          <p:spPr>
            <a:xfrm>
              <a:off x="4215858" y="4568649"/>
              <a:ext cx="147747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Walkthrough</a:t>
              </a:r>
              <a:endParaRPr dirty="0">
                <a:latin typeface="Anaheim"/>
                <a:ea typeface="Anaheim"/>
                <a:cs typeface="Anaheim"/>
                <a:sym typeface="Anaheim"/>
              </a:endParaRPr>
            </a:p>
          </p:txBody>
        </p:sp>
        <p:sp>
          <p:nvSpPr>
            <p:cNvPr id="12" name="Google Shape;3021;p19">
              <a:extLst>
                <a:ext uri="{FF2B5EF4-FFF2-40B4-BE49-F238E27FC236}">
                  <a16:creationId xmlns:a16="http://schemas.microsoft.com/office/drawing/2014/main" id="{83321E3E-3F12-1298-0F6F-F62AB1E1C2ED}"/>
                </a:ext>
              </a:extLst>
            </p:cNvPr>
            <p:cNvSpPr/>
            <p:nvPr/>
          </p:nvSpPr>
          <p:spPr>
            <a:xfrm>
              <a:off x="6859365" y="4565635"/>
              <a:ext cx="148132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Conclusion</a:t>
              </a:r>
              <a:endParaRPr dirty="0">
                <a:latin typeface="Anaheim"/>
                <a:ea typeface="Anaheim"/>
                <a:cs typeface="Anaheim"/>
                <a:sym typeface="Anaheim"/>
              </a:endParaRPr>
            </a:p>
          </p:txBody>
        </p:sp>
        <p:sp>
          <p:nvSpPr>
            <p:cNvPr id="13" name="Google Shape;3020;p19">
              <a:extLst>
                <a:ext uri="{FF2B5EF4-FFF2-40B4-BE49-F238E27FC236}">
                  <a16:creationId xmlns:a16="http://schemas.microsoft.com/office/drawing/2014/main" id="{FC51047C-FC14-31F7-5116-F927F7CAF45D}"/>
                </a:ext>
              </a:extLst>
            </p:cNvPr>
            <p:cNvSpPr/>
            <p:nvPr/>
          </p:nvSpPr>
          <p:spPr>
            <a:xfrm>
              <a:off x="2892075" y="4568650"/>
              <a:ext cx="1481328" cy="416100"/>
            </a:xfrm>
            <a:prstGeom prst="chevron">
              <a:avLst>
                <a:gd name="adj" fmla="val 50000"/>
              </a:avLst>
            </a:prstGeom>
            <a:solidFill>
              <a:srgbClr val="E1B4A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Anaheim"/>
                  <a:ea typeface="Anaheim"/>
                  <a:cs typeface="Anaheim"/>
                  <a:sym typeface="Anaheim"/>
                </a:rPr>
                <a:t>Team Dynamic</a:t>
              </a:r>
              <a:endParaRPr b="1" dirty="0">
                <a:latin typeface="Anaheim"/>
                <a:ea typeface="Anaheim"/>
                <a:cs typeface="Anaheim"/>
                <a:sym typeface="Anaheim"/>
              </a:endParaRPr>
            </a:p>
          </p:txBody>
        </p:sp>
        <p:sp>
          <p:nvSpPr>
            <p:cNvPr id="14" name="Google Shape;3020;p19">
              <a:extLst>
                <a:ext uri="{FF2B5EF4-FFF2-40B4-BE49-F238E27FC236}">
                  <a16:creationId xmlns:a16="http://schemas.microsoft.com/office/drawing/2014/main" id="{B161A204-19BC-64C9-7C4D-C04D1B1477D2}"/>
                </a:ext>
              </a:extLst>
            </p:cNvPr>
            <p:cNvSpPr/>
            <p:nvPr/>
          </p:nvSpPr>
          <p:spPr>
            <a:xfrm>
              <a:off x="5534655" y="4568648"/>
              <a:ext cx="147747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Reflection</a:t>
              </a:r>
              <a:endParaRPr dirty="0">
                <a:latin typeface="Anaheim"/>
                <a:ea typeface="Anaheim"/>
                <a:cs typeface="Anaheim"/>
                <a:sym typeface="Anaheim"/>
              </a:endParaRPr>
            </a:p>
          </p:txBody>
        </p:sp>
      </p:grpSp>
    </p:spTree>
    <p:extLst>
      <p:ext uri="{BB962C8B-B14F-4D97-AF65-F5344CB8AC3E}">
        <p14:creationId xmlns:p14="http://schemas.microsoft.com/office/powerpoint/2010/main" val="1656439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69"/>
        <p:cNvGrpSpPr/>
        <p:nvPr/>
      </p:nvGrpSpPr>
      <p:grpSpPr>
        <a:xfrm>
          <a:off x="0" y="0"/>
          <a:ext cx="0" cy="0"/>
          <a:chOff x="0" y="0"/>
          <a:chExt cx="0" cy="0"/>
        </a:xfrm>
      </p:grpSpPr>
      <p:grpSp>
        <p:nvGrpSpPr>
          <p:cNvPr id="3170" name="Google Shape;3170;p21"/>
          <p:cNvGrpSpPr/>
          <p:nvPr/>
        </p:nvGrpSpPr>
        <p:grpSpPr>
          <a:xfrm>
            <a:off x="8035095" y="-120561"/>
            <a:ext cx="1507871" cy="1510263"/>
            <a:chOff x="39184" y="-151930"/>
            <a:chExt cx="1309825" cy="1311903"/>
          </a:xfrm>
        </p:grpSpPr>
        <p:sp>
          <p:nvSpPr>
            <p:cNvPr id="3171" name="Google Shape;3171;p21"/>
            <p:cNvSpPr/>
            <p:nvPr/>
          </p:nvSpPr>
          <p:spPr>
            <a:xfrm>
              <a:off x="1304909" y="544953"/>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72" name="Google Shape;3172;p21"/>
            <p:cNvSpPr/>
            <p:nvPr/>
          </p:nvSpPr>
          <p:spPr>
            <a:xfrm>
              <a:off x="1231442" y="614221"/>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73" name="Google Shape;3173;p21"/>
            <p:cNvSpPr/>
            <p:nvPr/>
          </p:nvSpPr>
          <p:spPr>
            <a:xfrm>
              <a:off x="1160075" y="685588"/>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74" name="Google Shape;3174;p21"/>
            <p:cNvSpPr/>
            <p:nvPr/>
          </p:nvSpPr>
          <p:spPr>
            <a:xfrm>
              <a:off x="1088707" y="756956"/>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75" name="Google Shape;3175;p21"/>
            <p:cNvSpPr/>
            <p:nvPr/>
          </p:nvSpPr>
          <p:spPr>
            <a:xfrm>
              <a:off x="1019439" y="828324"/>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76" name="Google Shape;3176;p21"/>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77" name="Google Shape;3177;p21"/>
            <p:cNvSpPr/>
            <p:nvPr/>
          </p:nvSpPr>
          <p:spPr>
            <a:xfrm>
              <a:off x="876704" y="968960"/>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78" name="Google Shape;3178;p21"/>
            <p:cNvSpPr/>
            <p:nvPr/>
          </p:nvSpPr>
          <p:spPr>
            <a:xfrm>
              <a:off x="805336" y="1040328"/>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79" name="Google Shape;3179;p21"/>
            <p:cNvSpPr/>
            <p:nvPr/>
          </p:nvSpPr>
          <p:spPr>
            <a:xfrm>
              <a:off x="733969" y="1111695"/>
              <a:ext cx="482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80" name="Google Shape;3180;p21"/>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81" name="Google Shape;3181;p21"/>
            <p:cNvSpPr/>
            <p:nvPr/>
          </p:nvSpPr>
          <p:spPr>
            <a:xfrm>
              <a:off x="1174769" y="557547"/>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82" name="Google Shape;3182;p21"/>
            <p:cNvSpPr/>
            <p:nvPr/>
          </p:nvSpPr>
          <p:spPr>
            <a:xfrm>
              <a:off x="1105499" y="628915"/>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83" name="Google Shape;3183;p21"/>
            <p:cNvSpPr/>
            <p:nvPr/>
          </p:nvSpPr>
          <p:spPr>
            <a:xfrm>
              <a:off x="1034132" y="700282"/>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84" name="Google Shape;3184;p21"/>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85" name="Google Shape;3185;p21"/>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86" name="Google Shape;3186;p21"/>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87" name="Google Shape;3187;p21"/>
            <p:cNvSpPr/>
            <p:nvPr/>
          </p:nvSpPr>
          <p:spPr>
            <a:xfrm>
              <a:off x="748662" y="983653"/>
              <a:ext cx="46178"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88" name="Google Shape;3188;p21"/>
            <p:cNvSpPr/>
            <p:nvPr/>
          </p:nvSpPr>
          <p:spPr>
            <a:xfrm>
              <a:off x="677294" y="1052922"/>
              <a:ext cx="46178" cy="48278"/>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89" name="Google Shape;3189;p21"/>
            <p:cNvSpPr/>
            <p:nvPr/>
          </p:nvSpPr>
          <p:spPr>
            <a:xfrm>
              <a:off x="1187363" y="427407"/>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90" name="Google Shape;3190;p21"/>
            <p:cNvSpPr/>
            <p:nvPr/>
          </p:nvSpPr>
          <p:spPr>
            <a:xfrm>
              <a:off x="1115995" y="498774"/>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91" name="Google Shape;3191;p21"/>
            <p:cNvSpPr/>
            <p:nvPr/>
          </p:nvSpPr>
          <p:spPr>
            <a:xfrm>
              <a:off x="1046726" y="572240"/>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92" name="Google Shape;3192;p21"/>
            <p:cNvSpPr/>
            <p:nvPr/>
          </p:nvSpPr>
          <p:spPr>
            <a:xfrm>
              <a:off x="975359" y="643608"/>
              <a:ext cx="44100" cy="420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93" name="Google Shape;3193;p21"/>
            <p:cNvSpPr/>
            <p:nvPr/>
          </p:nvSpPr>
          <p:spPr>
            <a:xfrm>
              <a:off x="901893" y="710777"/>
              <a:ext cx="48279" cy="48278"/>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94" name="Google Shape;3194;p21"/>
            <p:cNvSpPr/>
            <p:nvPr/>
          </p:nvSpPr>
          <p:spPr>
            <a:xfrm>
              <a:off x="832623" y="782145"/>
              <a:ext cx="46178" cy="482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95" name="Google Shape;3195;p21"/>
            <p:cNvSpPr/>
            <p:nvPr/>
          </p:nvSpPr>
          <p:spPr>
            <a:xfrm>
              <a:off x="761256" y="853512"/>
              <a:ext cx="48278"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96" name="Google Shape;3196;p21"/>
            <p:cNvSpPr/>
            <p:nvPr/>
          </p:nvSpPr>
          <p:spPr>
            <a:xfrm>
              <a:off x="689888" y="92488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97" name="Google Shape;3197;p21"/>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98" name="Google Shape;3198;p21"/>
            <p:cNvSpPr/>
            <p:nvPr/>
          </p:nvSpPr>
          <p:spPr>
            <a:xfrm>
              <a:off x="1128589" y="370732"/>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99" name="Google Shape;3199;p21"/>
            <p:cNvSpPr/>
            <p:nvPr/>
          </p:nvSpPr>
          <p:spPr>
            <a:xfrm>
              <a:off x="1057221" y="440001"/>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00" name="Google Shape;3200;p21"/>
            <p:cNvSpPr/>
            <p:nvPr/>
          </p:nvSpPr>
          <p:spPr>
            <a:xfrm>
              <a:off x="985854" y="51136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01" name="Google Shape;3201;p21"/>
            <p:cNvSpPr/>
            <p:nvPr/>
          </p:nvSpPr>
          <p:spPr>
            <a:xfrm>
              <a:off x="916585" y="582736"/>
              <a:ext cx="461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02" name="Google Shape;3202;p21"/>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03" name="Google Shape;3203;p21"/>
            <p:cNvSpPr/>
            <p:nvPr/>
          </p:nvSpPr>
          <p:spPr>
            <a:xfrm>
              <a:off x="775949" y="727570"/>
              <a:ext cx="44100" cy="420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04" name="Google Shape;3204;p21"/>
            <p:cNvSpPr/>
            <p:nvPr/>
          </p:nvSpPr>
          <p:spPr>
            <a:xfrm>
              <a:off x="702483" y="796839"/>
              <a:ext cx="48279" cy="461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05" name="Google Shape;3205;p21"/>
            <p:cNvSpPr/>
            <p:nvPr/>
          </p:nvSpPr>
          <p:spPr>
            <a:xfrm>
              <a:off x="631115" y="866107"/>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06" name="Google Shape;3206;p21"/>
            <p:cNvSpPr/>
            <p:nvPr/>
          </p:nvSpPr>
          <p:spPr>
            <a:xfrm>
              <a:off x="559747" y="93747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07" name="Google Shape;3207;p21"/>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08" name="Google Shape;3208;p21"/>
            <p:cNvSpPr/>
            <p:nvPr/>
          </p:nvSpPr>
          <p:spPr>
            <a:xfrm>
              <a:off x="1000547" y="383327"/>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09" name="Google Shape;3209;p21"/>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10" name="Google Shape;3210;p21"/>
            <p:cNvSpPr/>
            <p:nvPr/>
          </p:nvSpPr>
          <p:spPr>
            <a:xfrm>
              <a:off x="857812" y="523963"/>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11" name="Google Shape;3211;p21"/>
            <p:cNvSpPr/>
            <p:nvPr/>
          </p:nvSpPr>
          <p:spPr>
            <a:xfrm>
              <a:off x="786444" y="595330"/>
              <a:ext cx="48278"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12" name="Google Shape;3212;p21"/>
            <p:cNvSpPr/>
            <p:nvPr/>
          </p:nvSpPr>
          <p:spPr>
            <a:xfrm>
              <a:off x="717176" y="668797"/>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13" name="Google Shape;3213;p21"/>
            <p:cNvSpPr/>
            <p:nvPr/>
          </p:nvSpPr>
          <p:spPr>
            <a:xfrm>
              <a:off x="647907" y="740164"/>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14" name="Google Shape;3214;p21"/>
            <p:cNvSpPr/>
            <p:nvPr/>
          </p:nvSpPr>
          <p:spPr>
            <a:xfrm>
              <a:off x="574441" y="809433"/>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15" name="Google Shape;3215;p21"/>
            <p:cNvSpPr/>
            <p:nvPr/>
          </p:nvSpPr>
          <p:spPr>
            <a:xfrm>
              <a:off x="503073" y="880800"/>
              <a:ext cx="48278" cy="46178"/>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16" name="Google Shape;3216;p21"/>
            <p:cNvSpPr/>
            <p:nvPr/>
          </p:nvSpPr>
          <p:spPr>
            <a:xfrm>
              <a:off x="1013141" y="253186"/>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17" name="Google Shape;3217;p21"/>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18" name="Google Shape;3218;p21"/>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19" name="Google Shape;3219;p21"/>
            <p:cNvSpPr/>
            <p:nvPr/>
          </p:nvSpPr>
          <p:spPr>
            <a:xfrm>
              <a:off x="799039" y="467288"/>
              <a:ext cx="48279"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20" name="Google Shape;3220;p21"/>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21" name="Google Shape;3221;p21"/>
            <p:cNvSpPr/>
            <p:nvPr/>
          </p:nvSpPr>
          <p:spPr>
            <a:xfrm>
              <a:off x="658403" y="607925"/>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22" name="Google Shape;3222;p21"/>
            <p:cNvSpPr/>
            <p:nvPr/>
          </p:nvSpPr>
          <p:spPr>
            <a:xfrm>
              <a:off x="587035" y="679292"/>
              <a:ext cx="482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23" name="Google Shape;3223;p21"/>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24" name="Google Shape;3224;p21"/>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25" name="Google Shape;3225;p21"/>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26" name="Google Shape;3226;p21"/>
            <p:cNvSpPr/>
            <p:nvPr/>
          </p:nvSpPr>
          <p:spPr>
            <a:xfrm>
              <a:off x="885100" y="267879"/>
              <a:ext cx="461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27" name="Google Shape;3227;p21"/>
            <p:cNvSpPr/>
            <p:nvPr/>
          </p:nvSpPr>
          <p:spPr>
            <a:xfrm>
              <a:off x="813732" y="337148"/>
              <a:ext cx="461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28" name="Google Shape;3228;p21"/>
            <p:cNvSpPr/>
            <p:nvPr/>
          </p:nvSpPr>
          <p:spPr>
            <a:xfrm>
              <a:off x="742364" y="408515"/>
              <a:ext cx="482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29" name="Google Shape;3229;p21"/>
            <p:cNvSpPr/>
            <p:nvPr/>
          </p:nvSpPr>
          <p:spPr>
            <a:xfrm>
              <a:off x="670997" y="47988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30" name="Google Shape;3230;p21"/>
            <p:cNvSpPr/>
            <p:nvPr/>
          </p:nvSpPr>
          <p:spPr>
            <a:xfrm>
              <a:off x="599629" y="55125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31" name="Google Shape;3231;p21"/>
            <p:cNvSpPr/>
            <p:nvPr/>
          </p:nvSpPr>
          <p:spPr>
            <a:xfrm>
              <a:off x="528262" y="622618"/>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32" name="Google Shape;3232;p21"/>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33" name="Google Shape;3233;p21"/>
            <p:cNvSpPr/>
            <p:nvPr/>
          </p:nvSpPr>
          <p:spPr>
            <a:xfrm>
              <a:off x="389725" y="765353"/>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34" name="Google Shape;3234;p21"/>
            <p:cNvSpPr/>
            <p:nvPr/>
          </p:nvSpPr>
          <p:spPr>
            <a:xfrm>
              <a:off x="899793" y="139837"/>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35" name="Google Shape;3235;p21"/>
            <p:cNvSpPr/>
            <p:nvPr/>
          </p:nvSpPr>
          <p:spPr>
            <a:xfrm>
              <a:off x="828425" y="211205"/>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36" name="Google Shape;3236;p21"/>
            <p:cNvSpPr/>
            <p:nvPr/>
          </p:nvSpPr>
          <p:spPr>
            <a:xfrm>
              <a:off x="754959" y="280473"/>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37" name="Google Shape;3237;p21"/>
            <p:cNvSpPr/>
            <p:nvPr/>
          </p:nvSpPr>
          <p:spPr>
            <a:xfrm>
              <a:off x="683591" y="351841"/>
              <a:ext cx="48279"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38" name="Google Shape;3238;p21"/>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39" name="Google Shape;3239;p21"/>
            <p:cNvSpPr/>
            <p:nvPr/>
          </p:nvSpPr>
          <p:spPr>
            <a:xfrm>
              <a:off x="542955" y="492477"/>
              <a:ext cx="461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40" name="Google Shape;3240;p21"/>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41" name="Google Shape;3241;p21"/>
            <p:cNvSpPr/>
            <p:nvPr/>
          </p:nvSpPr>
          <p:spPr>
            <a:xfrm>
              <a:off x="400220" y="635212"/>
              <a:ext cx="48279" cy="482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42" name="Google Shape;3242;p21"/>
            <p:cNvSpPr/>
            <p:nvPr/>
          </p:nvSpPr>
          <p:spPr>
            <a:xfrm>
              <a:off x="328852" y="70658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43" name="Google Shape;3243;p21"/>
            <p:cNvSpPr/>
            <p:nvPr/>
          </p:nvSpPr>
          <p:spPr>
            <a:xfrm>
              <a:off x="841020" y="81064"/>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44" name="Google Shape;3244;p21"/>
            <p:cNvSpPr/>
            <p:nvPr/>
          </p:nvSpPr>
          <p:spPr>
            <a:xfrm>
              <a:off x="767553" y="150333"/>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45" name="Google Shape;3245;p21"/>
            <p:cNvSpPr/>
            <p:nvPr/>
          </p:nvSpPr>
          <p:spPr>
            <a:xfrm>
              <a:off x="696185" y="221700"/>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46" name="Google Shape;3246;p21"/>
            <p:cNvSpPr/>
            <p:nvPr/>
          </p:nvSpPr>
          <p:spPr>
            <a:xfrm>
              <a:off x="626917" y="293068"/>
              <a:ext cx="461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47" name="Google Shape;3247;p21"/>
            <p:cNvSpPr/>
            <p:nvPr/>
          </p:nvSpPr>
          <p:spPr>
            <a:xfrm>
              <a:off x="555549" y="36443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48" name="Google Shape;3248;p21"/>
            <p:cNvSpPr/>
            <p:nvPr/>
          </p:nvSpPr>
          <p:spPr>
            <a:xfrm>
              <a:off x="484182" y="435803"/>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49" name="Google Shape;3249;p21"/>
            <p:cNvSpPr/>
            <p:nvPr/>
          </p:nvSpPr>
          <p:spPr>
            <a:xfrm>
              <a:off x="412814" y="507170"/>
              <a:ext cx="48279" cy="461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50" name="Google Shape;3250;p21"/>
            <p:cNvSpPr/>
            <p:nvPr/>
          </p:nvSpPr>
          <p:spPr>
            <a:xfrm>
              <a:off x="341447" y="576439"/>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51" name="Google Shape;3251;p21"/>
            <p:cNvSpPr/>
            <p:nvPr/>
          </p:nvSpPr>
          <p:spPr>
            <a:xfrm>
              <a:off x="270079" y="64780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52" name="Google Shape;3252;p21"/>
            <p:cNvSpPr/>
            <p:nvPr/>
          </p:nvSpPr>
          <p:spPr>
            <a:xfrm>
              <a:off x="782246" y="22291"/>
              <a:ext cx="46179" cy="482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53" name="Google Shape;3253;p21"/>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54" name="Google Shape;3254;p21"/>
            <p:cNvSpPr/>
            <p:nvPr/>
          </p:nvSpPr>
          <p:spPr>
            <a:xfrm>
              <a:off x="641610" y="167125"/>
              <a:ext cx="44100" cy="420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55" name="Google Shape;3255;p21"/>
            <p:cNvSpPr/>
            <p:nvPr/>
          </p:nvSpPr>
          <p:spPr>
            <a:xfrm>
              <a:off x="570243" y="236393"/>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56" name="Google Shape;3256;p21"/>
            <p:cNvSpPr/>
            <p:nvPr/>
          </p:nvSpPr>
          <p:spPr>
            <a:xfrm>
              <a:off x="496776" y="305662"/>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57" name="Google Shape;3257;p21"/>
            <p:cNvSpPr/>
            <p:nvPr/>
          </p:nvSpPr>
          <p:spPr>
            <a:xfrm>
              <a:off x="425408" y="377030"/>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58" name="Google Shape;3258;p21"/>
            <p:cNvSpPr/>
            <p:nvPr/>
          </p:nvSpPr>
          <p:spPr>
            <a:xfrm>
              <a:off x="356140" y="448397"/>
              <a:ext cx="461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59" name="Google Shape;3259;p21"/>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60" name="Google Shape;3260;p21"/>
            <p:cNvSpPr/>
            <p:nvPr/>
          </p:nvSpPr>
          <p:spPr>
            <a:xfrm>
              <a:off x="213405" y="591132"/>
              <a:ext cx="48278" cy="461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61" name="Google Shape;3261;p21"/>
            <p:cNvSpPr/>
            <p:nvPr/>
          </p:nvSpPr>
          <p:spPr>
            <a:xfrm>
              <a:off x="723473" y="-36482"/>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62" name="Google Shape;3262;p21"/>
            <p:cNvSpPr/>
            <p:nvPr/>
          </p:nvSpPr>
          <p:spPr>
            <a:xfrm>
              <a:off x="652105" y="34885"/>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63" name="Google Shape;3263;p21"/>
            <p:cNvSpPr/>
            <p:nvPr/>
          </p:nvSpPr>
          <p:spPr>
            <a:xfrm>
              <a:off x="582837" y="108352"/>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64" name="Google Shape;3264;p21"/>
            <p:cNvSpPr/>
            <p:nvPr/>
          </p:nvSpPr>
          <p:spPr>
            <a:xfrm>
              <a:off x="511469" y="179719"/>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65" name="Google Shape;3265;p21"/>
            <p:cNvSpPr/>
            <p:nvPr/>
          </p:nvSpPr>
          <p:spPr>
            <a:xfrm>
              <a:off x="440102" y="248988"/>
              <a:ext cx="46179" cy="461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66" name="Google Shape;3266;p21"/>
            <p:cNvSpPr/>
            <p:nvPr/>
          </p:nvSpPr>
          <p:spPr>
            <a:xfrm>
              <a:off x="368734" y="318256"/>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67" name="Google Shape;3267;p21"/>
            <p:cNvSpPr/>
            <p:nvPr/>
          </p:nvSpPr>
          <p:spPr>
            <a:xfrm>
              <a:off x="297367" y="389624"/>
              <a:ext cx="48278" cy="482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68" name="Google Shape;3268;p21"/>
            <p:cNvSpPr/>
            <p:nvPr/>
          </p:nvSpPr>
          <p:spPr>
            <a:xfrm>
              <a:off x="225999" y="460991"/>
              <a:ext cx="48278"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69" name="Google Shape;3269;p21"/>
            <p:cNvSpPr/>
            <p:nvPr/>
          </p:nvSpPr>
          <p:spPr>
            <a:xfrm>
              <a:off x="154631" y="532359"/>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70" name="Google Shape;3270;p21"/>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71" name="Google Shape;3271;p21"/>
            <p:cNvSpPr/>
            <p:nvPr/>
          </p:nvSpPr>
          <p:spPr>
            <a:xfrm>
              <a:off x="593332" y="-23888"/>
              <a:ext cx="48279" cy="482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72" name="Google Shape;3272;p21"/>
            <p:cNvSpPr/>
            <p:nvPr/>
          </p:nvSpPr>
          <p:spPr>
            <a:xfrm>
              <a:off x="524064" y="47479"/>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73" name="Google Shape;3273;p21"/>
            <p:cNvSpPr/>
            <p:nvPr/>
          </p:nvSpPr>
          <p:spPr>
            <a:xfrm>
              <a:off x="452696" y="118847"/>
              <a:ext cx="48279" cy="48279"/>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74" name="Google Shape;3274;p21"/>
            <p:cNvSpPr/>
            <p:nvPr/>
          </p:nvSpPr>
          <p:spPr>
            <a:xfrm>
              <a:off x="381328" y="190214"/>
              <a:ext cx="482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75" name="Google Shape;3275;p21"/>
            <p:cNvSpPr/>
            <p:nvPr/>
          </p:nvSpPr>
          <p:spPr>
            <a:xfrm>
              <a:off x="312060" y="263681"/>
              <a:ext cx="441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76" name="Google Shape;3276;p21"/>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77" name="Google Shape;3277;p21"/>
            <p:cNvSpPr/>
            <p:nvPr/>
          </p:nvSpPr>
          <p:spPr>
            <a:xfrm>
              <a:off x="167226" y="404317"/>
              <a:ext cx="48279"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78" name="Google Shape;3278;p21"/>
            <p:cNvSpPr/>
            <p:nvPr/>
          </p:nvSpPr>
          <p:spPr>
            <a:xfrm>
              <a:off x="97957" y="473586"/>
              <a:ext cx="461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79" name="Google Shape;3279;p21"/>
            <p:cNvSpPr/>
            <p:nvPr/>
          </p:nvSpPr>
          <p:spPr>
            <a:xfrm>
              <a:off x="608025" y="-151930"/>
              <a:ext cx="48279"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80" name="Google Shape;3280;p21"/>
            <p:cNvSpPr/>
            <p:nvPr/>
          </p:nvSpPr>
          <p:spPr>
            <a:xfrm>
              <a:off x="536658" y="-80562"/>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81" name="Google Shape;3281;p21"/>
            <p:cNvSpPr/>
            <p:nvPr/>
          </p:nvSpPr>
          <p:spPr>
            <a:xfrm>
              <a:off x="465290" y="-9195"/>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82" name="Google Shape;3282;p21"/>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83" name="Google Shape;3283;p21"/>
            <p:cNvSpPr/>
            <p:nvPr/>
          </p:nvSpPr>
          <p:spPr>
            <a:xfrm>
              <a:off x="322555" y="131441"/>
              <a:ext cx="48278" cy="48279"/>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84" name="Google Shape;3284;p21"/>
            <p:cNvSpPr/>
            <p:nvPr/>
          </p:nvSpPr>
          <p:spPr>
            <a:xfrm>
              <a:off x="255386" y="204908"/>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85" name="Google Shape;3285;p21"/>
            <p:cNvSpPr/>
            <p:nvPr/>
          </p:nvSpPr>
          <p:spPr>
            <a:xfrm>
              <a:off x="184018" y="276275"/>
              <a:ext cx="42000" cy="4410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86" name="Google Shape;3286;p21"/>
            <p:cNvSpPr/>
            <p:nvPr/>
          </p:nvSpPr>
          <p:spPr>
            <a:xfrm>
              <a:off x="110552" y="345544"/>
              <a:ext cx="48279"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87" name="Google Shape;3287;p21"/>
            <p:cNvSpPr/>
            <p:nvPr/>
          </p:nvSpPr>
          <p:spPr>
            <a:xfrm>
              <a:off x="39184" y="416911"/>
              <a:ext cx="48279" cy="48279"/>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3291" name="Google Shape;3291;p21"/>
          <p:cNvSpPr txBox="1">
            <a:spLocks noGrp="1"/>
          </p:cNvSpPr>
          <p:nvPr>
            <p:ph type="title"/>
          </p:nvPr>
        </p:nvSpPr>
        <p:spPr>
          <a:xfrm>
            <a:off x="627050" y="100350"/>
            <a:ext cx="7695600" cy="798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5000"/>
              <a:buNone/>
            </a:pPr>
            <a:r>
              <a:rPr lang="en"/>
              <a:t>Walkthrough - Blinding Lights</a:t>
            </a:r>
            <a:endParaRPr/>
          </a:p>
        </p:txBody>
      </p:sp>
      <p:sp>
        <p:nvSpPr>
          <p:cNvPr id="3292" name="Google Shape;3292;p21"/>
          <p:cNvSpPr txBox="1"/>
          <p:nvPr/>
        </p:nvSpPr>
        <p:spPr>
          <a:xfrm>
            <a:off x="516625" y="1506600"/>
            <a:ext cx="4911900" cy="213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dirty="0">
                <a:solidFill>
                  <a:schemeClr val="dk1"/>
                </a:solidFill>
                <a:latin typeface="Anaheim"/>
                <a:ea typeface="Anaheim"/>
                <a:cs typeface="Anaheim"/>
                <a:sym typeface="Anaheim"/>
              </a:rPr>
              <a:t>Now let’s go back to 2019…</a:t>
            </a:r>
            <a:endParaRPr sz="1600" b="1" dirty="0">
              <a:solidFill>
                <a:schemeClr val="dk1"/>
              </a:solidFill>
              <a:latin typeface="Anaheim"/>
              <a:ea typeface="Anaheim"/>
              <a:cs typeface="Anaheim"/>
              <a:sym typeface="Anaheim"/>
            </a:endParaRPr>
          </a:p>
          <a:p>
            <a:pPr marL="0" lvl="0" indent="0" algn="l" rtl="0">
              <a:lnSpc>
                <a:spcPct val="115000"/>
              </a:lnSpc>
              <a:spcBef>
                <a:spcPts val="0"/>
              </a:spcBef>
              <a:spcAft>
                <a:spcPts val="0"/>
              </a:spcAft>
              <a:buNone/>
            </a:pPr>
            <a:endParaRPr sz="1600" b="1" dirty="0">
              <a:solidFill>
                <a:schemeClr val="dk1"/>
              </a:solidFill>
              <a:latin typeface="Anaheim"/>
              <a:ea typeface="Anaheim"/>
              <a:cs typeface="Anaheim"/>
              <a:sym typeface="Anaheim"/>
            </a:endParaRPr>
          </a:p>
          <a:p>
            <a:pPr marL="0" lvl="0" indent="0" algn="l" rtl="0">
              <a:lnSpc>
                <a:spcPct val="115000"/>
              </a:lnSpc>
              <a:spcBef>
                <a:spcPts val="0"/>
              </a:spcBef>
              <a:spcAft>
                <a:spcPts val="0"/>
              </a:spcAft>
              <a:buNone/>
            </a:pPr>
            <a:r>
              <a:rPr lang="en" sz="1600" b="1" dirty="0">
                <a:solidFill>
                  <a:schemeClr val="dk1"/>
                </a:solidFill>
                <a:latin typeface="Anaheim"/>
                <a:ea typeface="Anaheim"/>
                <a:cs typeface="Anaheim"/>
                <a:sym typeface="Anaheim"/>
              </a:rPr>
              <a:t>The </a:t>
            </a:r>
            <a:r>
              <a:rPr lang="en" sz="1600" b="1" dirty="0" err="1">
                <a:solidFill>
                  <a:schemeClr val="dk1"/>
                </a:solidFill>
                <a:latin typeface="Anaheim"/>
                <a:ea typeface="Anaheim"/>
                <a:cs typeface="Anaheim"/>
                <a:sym typeface="Anaheim"/>
              </a:rPr>
              <a:t>Weeknd</a:t>
            </a:r>
            <a:r>
              <a:rPr lang="en" sz="1600" b="1" dirty="0">
                <a:solidFill>
                  <a:schemeClr val="dk1"/>
                </a:solidFill>
                <a:latin typeface="Anaheim"/>
                <a:ea typeface="Anaheim"/>
                <a:cs typeface="Anaheim"/>
                <a:sym typeface="Anaheim"/>
              </a:rPr>
              <a:t> has reached out for help with a newly written song… he calls it Blinding Lights</a:t>
            </a:r>
            <a:endParaRPr sz="1600" b="1" dirty="0">
              <a:solidFill>
                <a:schemeClr val="dk1"/>
              </a:solidFill>
              <a:latin typeface="Anaheim"/>
              <a:ea typeface="Anaheim"/>
              <a:cs typeface="Anaheim"/>
              <a:sym typeface="Anaheim"/>
            </a:endParaRPr>
          </a:p>
          <a:p>
            <a:pPr marL="0" lvl="0" indent="0" algn="l" rtl="0">
              <a:lnSpc>
                <a:spcPct val="115000"/>
              </a:lnSpc>
              <a:spcBef>
                <a:spcPts val="0"/>
              </a:spcBef>
              <a:spcAft>
                <a:spcPts val="0"/>
              </a:spcAft>
              <a:buNone/>
            </a:pPr>
            <a:endParaRPr sz="1600" b="1" dirty="0">
              <a:solidFill>
                <a:schemeClr val="dk1"/>
              </a:solidFill>
              <a:latin typeface="Anaheim"/>
              <a:ea typeface="Anaheim"/>
              <a:cs typeface="Anaheim"/>
              <a:sym typeface="Anaheim"/>
            </a:endParaRPr>
          </a:p>
          <a:p>
            <a:pPr marL="0" lvl="0" indent="0" algn="l" rtl="0">
              <a:lnSpc>
                <a:spcPct val="115000"/>
              </a:lnSpc>
              <a:spcBef>
                <a:spcPts val="0"/>
              </a:spcBef>
              <a:spcAft>
                <a:spcPts val="0"/>
              </a:spcAft>
              <a:buNone/>
            </a:pPr>
            <a:r>
              <a:rPr lang="en" sz="1600" b="1" dirty="0" err="1">
                <a:solidFill>
                  <a:schemeClr val="dk1"/>
                </a:solidFill>
                <a:latin typeface="Anaheim"/>
                <a:ea typeface="Anaheim"/>
                <a:cs typeface="Anaheim"/>
                <a:sym typeface="Anaheim"/>
              </a:rPr>
              <a:t>LyricLift</a:t>
            </a:r>
            <a:r>
              <a:rPr lang="en" sz="1600" b="1" dirty="0">
                <a:solidFill>
                  <a:schemeClr val="dk1"/>
                </a:solidFill>
                <a:latin typeface="Anaheim"/>
                <a:ea typeface="Anaheim"/>
                <a:cs typeface="Anaheim"/>
                <a:sym typeface="Anaheim"/>
              </a:rPr>
              <a:t> will assist in production choices to ensure the song is a hit!</a:t>
            </a:r>
            <a:endParaRPr sz="1600" b="1" dirty="0">
              <a:solidFill>
                <a:schemeClr val="dk1"/>
              </a:solidFill>
              <a:latin typeface="Anaheim"/>
              <a:ea typeface="Anaheim"/>
              <a:cs typeface="Anaheim"/>
              <a:sym typeface="Anaheim"/>
            </a:endParaRPr>
          </a:p>
        </p:txBody>
      </p:sp>
      <p:pic>
        <p:nvPicPr>
          <p:cNvPr id="3293" name="Google Shape;3293;p21"/>
          <p:cNvPicPr preferRelativeResize="0"/>
          <p:nvPr/>
        </p:nvPicPr>
        <p:blipFill>
          <a:blip r:embed="rId3">
            <a:alphaModFix/>
          </a:blip>
          <a:stretch>
            <a:fillRect/>
          </a:stretch>
        </p:blipFill>
        <p:spPr>
          <a:xfrm>
            <a:off x="5756125" y="1143000"/>
            <a:ext cx="2857500" cy="2857500"/>
          </a:xfrm>
          <a:prstGeom prst="rect">
            <a:avLst/>
          </a:prstGeom>
          <a:noFill/>
          <a:ln>
            <a:noFill/>
          </a:ln>
        </p:spPr>
      </p:pic>
      <p:sp>
        <p:nvSpPr>
          <p:cNvPr id="3294" name="Google Shape;3294;p21"/>
          <p:cNvSpPr txBox="1"/>
          <p:nvPr/>
        </p:nvSpPr>
        <p:spPr>
          <a:xfrm>
            <a:off x="5677550" y="3955825"/>
            <a:ext cx="3599700" cy="41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1"/>
                </a:solidFill>
              </a:rPr>
              <a:t>Image source: Wikipedia (</a:t>
            </a:r>
            <a:r>
              <a:rPr lang="en" sz="700" u="sng">
                <a:solidFill>
                  <a:schemeClr val="dk1"/>
                </a:solidFill>
                <a:hlinkClick r:id="rId4">
                  <a:extLst>
                    <a:ext uri="{A12FA001-AC4F-418D-AE19-62706E023703}">
                      <ahyp:hlinkClr xmlns:ahyp="http://schemas.microsoft.com/office/drawing/2018/hyperlinkcolor" val="tx"/>
                    </a:ext>
                  </a:extLst>
                </a:hlinkClick>
              </a:rPr>
              <a:t>https://upload.wikimedia.org/wikipedia/en/e/e6/The_Weeknd_-_Blinding_Lights.png</a:t>
            </a:r>
            <a:r>
              <a:rPr lang="en" sz="700">
                <a:solidFill>
                  <a:schemeClr val="dk1"/>
                </a:solidFill>
              </a:rPr>
              <a:t>)</a:t>
            </a:r>
            <a:r>
              <a:rPr lang="en" sz="1100"/>
              <a:t> </a:t>
            </a:r>
            <a:endParaRPr sz="1000">
              <a:solidFill>
                <a:schemeClr val="dk1"/>
              </a:solidFill>
              <a:latin typeface="Anaheim"/>
              <a:ea typeface="Anaheim"/>
              <a:cs typeface="Anaheim"/>
              <a:sym typeface="Anaheim"/>
            </a:endParaRPr>
          </a:p>
        </p:txBody>
      </p:sp>
      <p:grpSp>
        <p:nvGrpSpPr>
          <p:cNvPr id="2" name="Group 1">
            <a:extLst>
              <a:ext uri="{FF2B5EF4-FFF2-40B4-BE49-F238E27FC236}">
                <a16:creationId xmlns:a16="http://schemas.microsoft.com/office/drawing/2014/main" id="{FFEF65EE-CF3A-D469-D6C5-C9C71DC237EC}"/>
              </a:ext>
            </a:extLst>
          </p:cNvPr>
          <p:cNvGrpSpPr/>
          <p:nvPr/>
        </p:nvGrpSpPr>
        <p:grpSpPr>
          <a:xfrm>
            <a:off x="1184381" y="4565635"/>
            <a:ext cx="6775238" cy="419115"/>
            <a:chOff x="1565455" y="4565635"/>
            <a:chExt cx="6775238" cy="419115"/>
          </a:xfrm>
        </p:grpSpPr>
        <p:sp>
          <p:nvSpPr>
            <p:cNvPr id="3" name="Google Shape;3019;p19">
              <a:extLst>
                <a:ext uri="{FF2B5EF4-FFF2-40B4-BE49-F238E27FC236}">
                  <a16:creationId xmlns:a16="http://schemas.microsoft.com/office/drawing/2014/main" id="{DB005228-3C2F-BC92-546D-902A37160468}"/>
                </a:ext>
              </a:extLst>
            </p:cNvPr>
            <p:cNvSpPr/>
            <p:nvPr/>
          </p:nvSpPr>
          <p:spPr>
            <a:xfrm>
              <a:off x="1565455" y="4568650"/>
              <a:ext cx="1481328" cy="416100"/>
            </a:xfrm>
            <a:prstGeom prst="homePlate">
              <a:avLst>
                <a:gd name="adj" fmla="val 50000"/>
              </a:avLst>
            </a:prstGeom>
            <a:solidFill>
              <a:schemeClr val="tx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Methodology</a:t>
              </a:r>
              <a:endParaRPr dirty="0">
                <a:latin typeface="Anaheim"/>
                <a:ea typeface="Anaheim"/>
                <a:cs typeface="Anaheim"/>
                <a:sym typeface="Anaheim"/>
              </a:endParaRPr>
            </a:p>
          </p:txBody>
        </p:sp>
        <p:sp>
          <p:nvSpPr>
            <p:cNvPr id="4" name="Google Shape;3020;p19">
              <a:extLst>
                <a:ext uri="{FF2B5EF4-FFF2-40B4-BE49-F238E27FC236}">
                  <a16:creationId xmlns:a16="http://schemas.microsoft.com/office/drawing/2014/main" id="{7A948FCE-DD95-AABA-8542-8D9BC95C96EE}"/>
                </a:ext>
              </a:extLst>
            </p:cNvPr>
            <p:cNvSpPr/>
            <p:nvPr/>
          </p:nvSpPr>
          <p:spPr>
            <a:xfrm>
              <a:off x="4215858" y="4568649"/>
              <a:ext cx="1477478" cy="416100"/>
            </a:xfrm>
            <a:prstGeom prst="chevron">
              <a:avLst>
                <a:gd name="adj" fmla="val 50000"/>
              </a:avLst>
            </a:prstGeom>
            <a:solidFill>
              <a:srgbClr val="E1B4A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dirty="0">
                  <a:latin typeface="Anaheim"/>
                  <a:ea typeface="Anaheim"/>
                  <a:cs typeface="Anaheim"/>
                  <a:sym typeface="Anaheim"/>
                </a:rPr>
                <a:t>Walkthrough</a:t>
              </a:r>
              <a:endParaRPr sz="1200" b="1" dirty="0">
                <a:latin typeface="Anaheim"/>
                <a:ea typeface="Anaheim"/>
                <a:cs typeface="Anaheim"/>
                <a:sym typeface="Anaheim"/>
              </a:endParaRPr>
            </a:p>
          </p:txBody>
        </p:sp>
        <p:sp>
          <p:nvSpPr>
            <p:cNvPr id="5" name="Google Shape;3021;p19">
              <a:extLst>
                <a:ext uri="{FF2B5EF4-FFF2-40B4-BE49-F238E27FC236}">
                  <a16:creationId xmlns:a16="http://schemas.microsoft.com/office/drawing/2014/main" id="{36F8BB9A-D815-313D-9DD4-2EA9ACBE5AF5}"/>
                </a:ext>
              </a:extLst>
            </p:cNvPr>
            <p:cNvSpPr/>
            <p:nvPr/>
          </p:nvSpPr>
          <p:spPr>
            <a:xfrm>
              <a:off x="6859365" y="4565635"/>
              <a:ext cx="148132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Conclusion</a:t>
              </a:r>
              <a:endParaRPr dirty="0">
                <a:latin typeface="Anaheim"/>
                <a:ea typeface="Anaheim"/>
                <a:cs typeface="Anaheim"/>
                <a:sym typeface="Anaheim"/>
              </a:endParaRPr>
            </a:p>
          </p:txBody>
        </p:sp>
        <p:sp>
          <p:nvSpPr>
            <p:cNvPr id="6" name="Google Shape;3020;p19">
              <a:extLst>
                <a:ext uri="{FF2B5EF4-FFF2-40B4-BE49-F238E27FC236}">
                  <a16:creationId xmlns:a16="http://schemas.microsoft.com/office/drawing/2014/main" id="{26880F45-D54D-5FD0-BE1C-85BBE4DC4BEE}"/>
                </a:ext>
              </a:extLst>
            </p:cNvPr>
            <p:cNvSpPr/>
            <p:nvPr/>
          </p:nvSpPr>
          <p:spPr>
            <a:xfrm>
              <a:off x="2892075" y="4568650"/>
              <a:ext cx="148132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Team Dynamic</a:t>
              </a:r>
              <a:endParaRPr dirty="0">
                <a:latin typeface="Anaheim"/>
                <a:ea typeface="Anaheim"/>
                <a:cs typeface="Anaheim"/>
                <a:sym typeface="Anaheim"/>
              </a:endParaRPr>
            </a:p>
          </p:txBody>
        </p:sp>
        <p:sp>
          <p:nvSpPr>
            <p:cNvPr id="7" name="Google Shape;3020;p19">
              <a:extLst>
                <a:ext uri="{FF2B5EF4-FFF2-40B4-BE49-F238E27FC236}">
                  <a16:creationId xmlns:a16="http://schemas.microsoft.com/office/drawing/2014/main" id="{40B33544-8A09-798D-85F6-2BB9369D199B}"/>
                </a:ext>
              </a:extLst>
            </p:cNvPr>
            <p:cNvSpPr/>
            <p:nvPr/>
          </p:nvSpPr>
          <p:spPr>
            <a:xfrm>
              <a:off x="5534655" y="4568648"/>
              <a:ext cx="147747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Reflection</a:t>
              </a:r>
              <a:endParaRPr dirty="0">
                <a:latin typeface="Anaheim"/>
                <a:ea typeface="Anaheim"/>
                <a:cs typeface="Anaheim"/>
                <a:sym typeface="Anaheim"/>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9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9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98"/>
        <p:cNvGrpSpPr/>
        <p:nvPr/>
      </p:nvGrpSpPr>
      <p:grpSpPr>
        <a:xfrm>
          <a:off x="0" y="0"/>
          <a:ext cx="0" cy="0"/>
          <a:chOff x="0" y="0"/>
          <a:chExt cx="0" cy="0"/>
        </a:xfrm>
      </p:grpSpPr>
      <p:grpSp>
        <p:nvGrpSpPr>
          <p:cNvPr id="3299" name="Google Shape;3299;p22"/>
          <p:cNvGrpSpPr/>
          <p:nvPr/>
        </p:nvGrpSpPr>
        <p:grpSpPr>
          <a:xfrm>
            <a:off x="8035095" y="-120561"/>
            <a:ext cx="1507849" cy="1510264"/>
            <a:chOff x="39184" y="-151930"/>
            <a:chExt cx="1309806" cy="1311904"/>
          </a:xfrm>
        </p:grpSpPr>
        <p:sp>
          <p:nvSpPr>
            <p:cNvPr id="3300" name="Google Shape;3300;p22"/>
            <p:cNvSpPr/>
            <p:nvPr/>
          </p:nvSpPr>
          <p:spPr>
            <a:xfrm>
              <a:off x="1304909" y="544953"/>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01" name="Google Shape;3301;p22"/>
            <p:cNvSpPr/>
            <p:nvPr/>
          </p:nvSpPr>
          <p:spPr>
            <a:xfrm>
              <a:off x="1231442" y="614221"/>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02" name="Google Shape;3302;p22"/>
            <p:cNvSpPr/>
            <p:nvPr/>
          </p:nvSpPr>
          <p:spPr>
            <a:xfrm>
              <a:off x="1160075" y="685588"/>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03" name="Google Shape;3303;p22"/>
            <p:cNvSpPr/>
            <p:nvPr/>
          </p:nvSpPr>
          <p:spPr>
            <a:xfrm>
              <a:off x="1088707" y="756956"/>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04" name="Google Shape;3304;p22"/>
            <p:cNvSpPr/>
            <p:nvPr/>
          </p:nvSpPr>
          <p:spPr>
            <a:xfrm>
              <a:off x="1019439" y="828324"/>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05" name="Google Shape;3305;p22"/>
            <p:cNvSpPr/>
            <p:nvPr/>
          </p:nvSpPr>
          <p:spPr>
            <a:xfrm>
              <a:off x="948072" y="899691"/>
              <a:ext cx="48279"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06" name="Google Shape;3306;p22"/>
            <p:cNvSpPr/>
            <p:nvPr/>
          </p:nvSpPr>
          <p:spPr>
            <a:xfrm>
              <a:off x="876704" y="968960"/>
              <a:ext cx="48279" cy="48279"/>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07" name="Google Shape;3307;p22"/>
            <p:cNvSpPr/>
            <p:nvPr/>
          </p:nvSpPr>
          <p:spPr>
            <a:xfrm>
              <a:off x="805336" y="1040328"/>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08" name="Google Shape;3308;p22"/>
            <p:cNvSpPr/>
            <p:nvPr/>
          </p:nvSpPr>
          <p:spPr>
            <a:xfrm>
              <a:off x="733969" y="1111695"/>
              <a:ext cx="482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09" name="Google Shape;3309;p22"/>
            <p:cNvSpPr/>
            <p:nvPr/>
          </p:nvSpPr>
          <p:spPr>
            <a:xfrm>
              <a:off x="1244036" y="486180"/>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10" name="Google Shape;3310;p22"/>
            <p:cNvSpPr/>
            <p:nvPr/>
          </p:nvSpPr>
          <p:spPr>
            <a:xfrm>
              <a:off x="1174769" y="557547"/>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11" name="Google Shape;3311;p22"/>
            <p:cNvSpPr/>
            <p:nvPr/>
          </p:nvSpPr>
          <p:spPr>
            <a:xfrm>
              <a:off x="1105499" y="628915"/>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12" name="Google Shape;3312;p22"/>
            <p:cNvSpPr/>
            <p:nvPr/>
          </p:nvSpPr>
          <p:spPr>
            <a:xfrm>
              <a:off x="1034132" y="700282"/>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13" name="Google Shape;3313;p22"/>
            <p:cNvSpPr/>
            <p:nvPr/>
          </p:nvSpPr>
          <p:spPr>
            <a:xfrm>
              <a:off x="960666" y="769550"/>
              <a:ext cx="48279" cy="48279"/>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14" name="Google Shape;3314;p22"/>
            <p:cNvSpPr/>
            <p:nvPr/>
          </p:nvSpPr>
          <p:spPr>
            <a:xfrm>
              <a:off x="889298" y="840918"/>
              <a:ext cx="48279" cy="48279"/>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15" name="Google Shape;3315;p22"/>
            <p:cNvSpPr/>
            <p:nvPr/>
          </p:nvSpPr>
          <p:spPr>
            <a:xfrm>
              <a:off x="817931" y="912285"/>
              <a:ext cx="48279" cy="48279"/>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16" name="Google Shape;3316;p22"/>
            <p:cNvSpPr/>
            <p:nvPr/>
          </p:nvSpPr>
          <p:spPr>
            <a:xfrm>
              <a:off x="748662" y="983653"/>
              <a:ext cx="46179" cy="46179"/>
            </a:xfrm>
            <a:custGeom>
              <a:avLst/>
              <a:gdLst/>
              <a:ahLst/>
              <a:cxnLst/>
              <a:rect l="l" t="t" r="r" b="b"/>
              <a:pathLst>
                <a:path w="1094" h="1095" extrusionOk="0">
                  <a:moveTo>
                    <a:pt x="194" y="900"/>
                  </a:moveTo>
                  <a:cubicBezTo>
                    <a:pt x="0" y="705"/>
                    <a:pt x="0" y="389"/>
                    <a:pt x="194" y="195"/>
                  </a:cubicBezTo>
                  <a:cubicBezTo>
                    <a:pt x="389" y="0"/>
                    <a:pt x="705" y="0"/>
                    <a:pt x="899" y="195"/>
                  </a:cubicBezTo>
                  <a:cubicBezTo>
                    <a:pt x="1094" y="389"/>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17" name="Google Shape;3317;p22"/>
            <p:cNvSpPr/>
            <p:nvPr/>
          </p:nvSpPr>
          <p:spPr>
            <a:xfrm>
              <a:off x="677294" y="1052922"/>
              <a:ext cx="46179" cy="48279"/>
            </a:xfrm>
            <a:custGeom>
              <a:avLst/>
              <a:gdLst/>
              <a:ahLst/>
              <a:cxnLst/>
              <a:rect l="l" t="t" r="r" b="b"/>
              <a:pathLst>
                <a:path w="1094" h="1094" extrusionOk="0">
                  <a:moveTo>
                    <a:pt x="194" y="900"/>
                  </a:moveTo>
                  <a:cubicBezTo>
                    <a:pt x="0" y="705"/>
                    <a:pt x="0" y="389"/>
                    <a:pt x="194" y="195"/>
                  </a:cubicBezTo>
                  <a:cubicBezTo>
                    <a:pt x="389" y="0"/>
                    <a:pt x="705" y="0"/>
                    <a:pt x="900" y="195"/>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18" name="Google Shape;3318;p22"/>
            <p:cNvSpPr/>
            <p:nvPr/>
          </p:nvSpPr>
          <p:spPr>
            <a:xfrm>
              <a:off x="1187363" y="427407"/>
              <a:ext cx="48279" cy="482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19" name="Google Shape;3319;p22"/>
            <p:cNvSpPr/>
            <p:nvPr/>
          </p:nvSpPr>
          <p:spPr>
            <a:xfrm>
              <a:off x="1115995" y="498774"/>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20" name="Google Shape;3320;p22"/>
            <p:cNvSpPr/>
            <p:nvPr/>
          </p:nvSpPr>
          <p:spPr>
            <a:xfrm>
              <a:off x="1046726" y="572240"/>
              <a:ext cx="44081" cy="440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21" name="Google Shape;3321;p22"/>
            <p:cNvSpPr/>
            <p:nvPr/>
          </p:nvSpPr>
          <p:spPr>
            <a:xfrm>
              <a:off x="975359" y="643608"/>
              <a:ext cx="44081" cy="419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22" name="Google Shape;3322;p22"/>
            <p:cNvSpPr/>
            <p:nvPr/>
          </p:nvSpPr>
          <p:spPr>
            <a:xfrm>
              <a:off x="901893" y="710777"/>
              <a:ext cx="48279" cy="48279"/>
            </a:xfrm>
            <a:custGeom>
              <a:avLst/>
              <a:gdLst/>
              <a:ahLst/>
              <a:cxnLst/>
              <a:rect l="l" t="t" r="r" b="b"/>
              <a:pathLst>
                <a:path w="1095" h="1094" extrusionOk="0">
                  <a:moveTo>
                    <a:pt x="195" y="900"/>
                  </a:moveTo>
                  <a:cubicBezTo>
                    <a:pt x="0" y="705"/>
                    <a:pt x="0" y="389"/>
                    <a:pt x="195" y="194"/>
                  </a:cubicBezTo>
                  <a:cubicBezTo>
                    <a:pt x="390" y="0"/>
                    <a:pt x="706" y="0"/>
                    <a:pt x="900" y="194"/>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23" name="Google Shape;3323;p22"/>
            <p:cNvSpPr/>
            <p:nvPr/>
          </p:nvSpPr>
          <p:spPr>
            <a:xfrm>
              <a:off x="832623" y="782145"/>
              <a:ext cx="46179" cy="482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24" name="Google Shape;3324;p22"/>
            <p:cNvSpPr/>
            <p:nvPr/>
          </p:nvSpPr>
          <p:spPr>
            <a:xfrm>
              <a:off x="761256" y="853512"/>
              <a:ext cx="48279" cy="48279"/>
            </a:xfrm>
            <a:custGeom>
              <a:avLst/>
              <a:gdLst/>
              <a:ahLst/>
              <a:cxnLst/>
              <a:rect l="l" t="t" r="r" b="b"/>
              <a:pathLst>
                <a:path w="1094" h="1095" extrusionOk="0">
                  <a:moveTo>
                    <a:pt x="194" y="900"/>
                  </a:moveTo>
                  <a:cubicBezTo>
                    <a:pt x="0" y="706"/>
                    <a:pt x="0" y="390"/>
                    <a:pt x="194" y="195"/>
                  </a:cubicBezTo>
                  <a:cubicBezTo>
                    <a:pt x="389" y="0"/>
                    <a:pt x="705" y="0"/>
                    <a:pt x="900" y="195"/>
                  </a:cubicBezTo>
                  <a:cubicBezTo>
                    <a:pt x="1094" y="390"/>
                    <a:pt x="1094" y="706"/>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25" name="Google Shape;3325;p22"/>
            <p:cNvSpPr/>
            <p:nvPr/>
          </p:nvSpPr>
          <p:spPr>
            <a:xfrm>
              <a:off x="689888" y="924880"/>
              <a:ext cx="48279" cy="482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26" name="Google Shape;3326;p22"/>
            <p:cNvSpPr/>
            <p:nvPr/>
          </p:nvSpPr>
          <p:spPr>
            <a:xfrm>
              <a:off x="618521" y="996247"/>
              <a:ext cx="48279" cy="482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27" name="Google Shape;3327;p22"/>
            <p:cNvSpPr/>
            <p:nvPr/>
          </p:nvSpPr>
          <p:spPr>
            <a:xfrm>
              <a:off x="1128589" y="370732"/>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28" name="Google Shape;3328;p22"/>
            <p:cNvSpPr/>
            <p:nvPr/>
          </p:nvSpPr>
          <p:spPr>
            <a:xfrm>
              <a:off x="1057221" y="440001"/>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29" name="Google Shape;3329;p22"/>
            <p:cNvSpPr/>
            <p:nvPr/>
          </p:nvSpPr>
          <p:spPr>
            <a:xfrm>
              <a:off x="985854" y="511368"/>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30" name="Google Shape;3330;p22"/>
            <p:cNvSpPr/>
            <p:nvPr/>
          </p:nvSpPr>
          <p:spPr>
            <a:xfrm>
              <a:off x="916585" y="582736"/>
              <a:ext cx="46179" cy="48278"/>
            </a:xfrm>
            <a:custGeom>
              <a:avLst/>
              <a:gdLst/>
              <a:ahLst/>
              <a:cxnLst/>
              <a:rect l="l" t="t" r="r" b="b"/>
              <a:pathLst>
                <a:path w="1095" h="1095" extrusionOk="0">
                  <a:moveTo>
                    <a:pt x="195" y="900"/>
                  </a:moveTo>
                  <a:cubicBezTo>
                    <a:pt x="0" y="705"/>
                    <a:pt x="0" y="390"/>
                    <a:pt x="195" y="195"/>
                  </a:cubicBezTo>
                  <a:cubicBezTo>
                    <a:pt x="390" y="0"/>
                    <a:pt x="706" y="0"/>
                    <a:pt x="900" y="195"/>
                  </a:cubicBezTo>
                  <a:cubicBezTo>
                    <a:pt x="1095" y="390"/>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31" name="Google Shape;3331;p22"/>
            <p:cNvSpPr/>
            <p:nvPr/>
          </p:nvSpPr>
          <p:spPr>
            <a:xfrm>
              <a:off x="845218" y="654104"/>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32" name="Google Shape;3332;p22"/>
            <p:cNvSpPr/>
            <p:nvPr/>
          </p:nvSpPr>
          <p:spPr>
            <a:xfrm>
              <a:off x="775949" y="727570"/>
              <a:ext cx="44080" cy="419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33" name="Google Shape;3333;p22"/>
            <p:cNvSpPr/>
            <p:nvPr/>
          </p:nvSpPr>
          <p:spPr>
            <a:xfrm>
              <a:off x="702483" y="796839"/>
              <a:ext cx="48278" cy="46179"/>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34" name="Google Shape;3334;p22"/>
            <p:cNvSpPr/>
            <p:nvPr/>
          </p:nvSpPr>
          <p:spPr>
            <a:xfrm>
              <a:off x="631115" y="866107"/>
              <a:ext cx="48278" cy="48278"/>
            </a:xfrm>
            <a:custGeom>
              <a:avLst/>
              <a:gdLst/>
              <a:ahLst/>
              <a:cxnLst/>
              <a:rect l="l" t="t" r="r" b="b"/>
              <a:pathLst>
                <a:path w="1095" h="1095" extrusionOk="0">
                  <a:moveTo>
                    <a:pt x="195" y="900"/>
                  </a:moveTo>
                  <a:cubicBezTo>
                    <a:pt x="0" y="706"/>
                    <a:pt x="0" y="390"/>
                    <a:pt x="195" y="195"/>
                  </a:cubicBezTo>
                  <a:cubicBezTo>
                    <a:pt x="390" y="0"/>
                    <a:pt x="705" y="0"/>
                    <a:pt x="900" y="195"/>
                  </a:cubicBezTo>
                  <a:cubicBezTo>
                    <a:pt x="1095" y="390"/>
                    <a:pt x="1095" y="706"/>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35" name="Google Shape;3335;p22"/>
            <p:cNvSpPr/>
            <p:nvPr/>
          </p:nvSpPr>
          <p:spPr>
            <a:xfrm>
              <a:off x="559747" y="93747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36" name="Google Shape;3336;p22"/>
            <p:cNvSpPr/>
            <p:nvPr/>
          </p:nvSpPr>
          <p:spPr>
            <a:xfrm>
              <a:off x="1071915" y="311959"/>
              <a:ext cx="46179"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37" name="Google Shape;3337;p22"/>
            <p:cNvSpPr/>
            <p:nvPr/>
          </p:nvSpPr>
          <p:spPr>
            <a:xfrm>
              <a:off x="1000547" y="383327"/>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38" name="Google Shape;3338;p22"/>
            <p:cNvSpPr/>
            <p:nvPr/>
          </p:nvSpPr>
          <p:spPr>
            <a:xfrm>
              <a:off x="929180" y="454694"/>
              <a:ext cx="48278" cy="46179"/>
            </a:xfrm>
            <a:custGeom>
              <a:avLst/>
              <a:gdLst/>
              <a:ahLst/>
              <a:cxnLst/>
              <a:rect l="l" t="t" r="r" b="b"/>
              <a:pathLst>
                <a:path w="1094" h="1095" extrusionOk="0">
                  <a:moveTo>
                    <a:pt x="194" y="900"/>
                  </a:moveTo>
                  <a:cubicBezTo>
                    <a:pt x="0" y="706"/>
                    <a:pt x="0" y="390"/>
                    <a:pt x="194" y="195"/>
                  </a:cubicBezTo>
                  <a:cubicBezTo>
                    <a:pt x="389" y="0"/>
                    <a:pt x="705" y="0"/>
                    <a:pt x="899" y="195"/>
                  </a:cubicBezTo>
                  <a:cubicBezTo>
                    <a:pt x="1094" y="390"/>
                    <a:pt x="1094" y="706"/>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39" name="Google Shape;3339;p22"/>
            <p:cNvSpPr/>
            <p:nvPr/>
          </p:nvSpPr>
          <p:spPr>
            <a:xfrm>
              <a:off x="857812" y="523963"/>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40" name="Google Shape;3340;p22"/>
            <p:cNvSpPr/>
            <p:nvPr/>
          </p:nvSpPr>
          <p:spPr>
            <a:xfrm>
              <a:off x="786444" y="595330"/>
              <a:ext cx="48278" cy="48278"/>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41" name="Google Shape;3341;p22"/>
            <p:cNvSpPr/>
            <p:nvPr/>
          </p:nvSpPr>
          <p:spPr>
            <a:xfrm>
              <a:off x="717176" y="668797"/>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42" name="Google Shape;3342;p22"/>
            <p:cNvSpPr/>
            <p:nvPr/>
          </p:nvSpPr>
          <p:spPr>
            <a:xfrm>
              <a:off x="647907" y="740164"/>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43" name="Google Shape;3343;p22"/>
            <p:cNvSpPr/>
            <p:nvPr/>
          </p:nvSpPr>
          <p:spPr>
            <a:xfrm>
              <a:off x="574441" y="809433"/>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44" name="Google Shape;3344;p22"/>
            <p:cNvSpPr/>
            <p:nvPr/>
          </p:nvSpPr>
          <p:spPr>
            <a:xfrm>
              <a:off x="503073" y="880800"/>
              <a:ext cx="48278" cy="46179"/>
            </a:xfrm>
            <a:custGeom>
              <a:avLst/>
              <a:gdLst/>
              <a:ahLst/>
              <a:cxnLst/>
              <a:rect l="l" t="t" r="r" b="b"/>
              <a:pathLst>
                <a:path w="1094" h="1094" extrusionOk="0">
                  <a:moveTo>
                    <a:pt x="194" y="899"/>
                  </a:moveTo>
                  <a:cubicBezTo>
                    <a:pt x="0" y="705"/>
                    <a:pt x="0" y="389"/>
                    <a:pt x="194" y="194"/>
                  </a:cubicBezTo>
                  <a:cubicBezTo>
                    <a:pt x="389" y="0"/>
                    <a:pt x="705" y="0"/>
                    <a:pt x="899" y="194"/>
                  </a:cubicBezTo>
                  <a:cubicBezTo>
                    <a:pt x="1094" y="389"/>
                    <a:pt x="1094" y="705"/>
                    <a:pt x="899" y="899"/>
                  </a:cubicBezTo>
                  <a:cubicBezTo>
                    <a:pt x="705" y="1094"/>
                    <a:pt x="389" y="1094"/>
                    <a:pt x="194"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45" name="Google Shape;3345;p22"/>
            <p:cNvSpPr/>
            <p:nvPr/>
          </p:nvSpPr>
          <p:spPr>
            <a:xfrm>
              <a:off x="1013141" y="253186"/>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46" name="Google Shape;3346;p22"/>
            <p:cNvSpPr/>
            <p:nvPr/>
          </p:nvSpPr>
          <p:spPr>
            <a:xfrm>
              <a:off x="941774" y="324553"/>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47" name="Google Shape;3347;p22"/>
            <p:cNvSpPr/>
            <p:nvPr/>
          </p:nvSpPr>
          <p:spPr>
            <a:xfrm>
              <a:off x="870406" y="395921"/>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48" name="Google Shape;3348;p22"/>
            <p:cNvSpPr/>
            <p:nvPr/>
          </p:nvSpPr>
          <p:spPr>
            <a:xfrm>
              <a:off x="799039" y="467288"/>
              <a:ext cx="48278" cy="48278"/>
            </a:xfrm>
            <a:custGeom>
              <a:avLst/>
              <a:gdLst/>
              <a:ahLst/>
              <a:cxnLst/>
              <a:rect l="l" t="t" r="r" b="b"/>
              <a:pathLst>
                <a:path w="1095" h="1094" extrusionOk="0">
                  <a:moveTo>
                    <a:pt x="195" y="899"/>
                  </a:moveTo>
                  <a:cubicBezTo>
                    <a:pt x="0" y="705"/>
                    <a:pt x="0" y="389"/>
                    <a:pt x="195" y="194"/>
                  </a:cubicBezTo>
                  <a:cubicBezTo>
                    <a:pt x="389" y="0"/>
                    <a:pt x="705" y="0"/>
                    <a:pt x="900" y="194"/>
                  </a:cubicBezTo>
                  <a:cubicBezTo>
                    <a:pt x="1095" y="389"/>
                    <a:pt x="1095"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49" name="Google Shape;3349;p22"/>
            <p:cNvSpPr/>
            <p:nvPr/>
          </p:nvSpPr>
          <p:spPr>
            <a:xfrm>
              <a:off x="729770" y="538656"/>
              <a:ext cx="46179" cy="46179"/>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50" name="Google Shape;3350;p22"/>
            <p:cNvSpPr/>
            <p:nvPr/>
          </p:nvSpPr>
          <p:spPr>
            <a:xfrm>
              <a:off x="658403" y="607925"/>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51" name="Google Shape;3351;p22"/>
            <p:cNvSpPr/>
            <p:nvPr/>
          </p:nvSpPr>
          <p:spPr>
            <a:xfrm>
              <a:off x="587035" y="679292"/>
              <a:ext cx="48278"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52" name="Google Shape;3352;p22"/>
            <p:cNvSpPr/>
            <p:nvPr/>
          </p:nvSpPr>
          <p:spPr>
            <a:xfrm>
              <a:off x="515667" y="750660"/>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53" name="Google Shape;3353;p22"/>
            <p:cNvSpPr/>
            <p:nvPr/>
          </p:nvSpPr>
          <p:spPr>
            <a:xfrm>
              <a:off x="444300" y="822027"/>
              <a:ext cx="48278"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54" name="Google Shape;3354;p22"/>
            <p:cNvSpPr/>
            <p:nvPr/>
          </p:nvSpPr>
          <p:spPr>
            <a:xfrm>
              <a:off x="954368" y="196512"/>
              <a:ext cx="48278" cy="46179"/>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55" name="Google Shape;3355;p22"/>
            <p:cNvSpPr/>
            <p:nvPr/>
          </p:nvSpPr>
          <p:spPr>
            <a:xfrm>
              <a:off x="885100" y="267879"/>
              <a:ext cx="46179"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56" name="Google Shape;3356;p22"/>
            <p:cNvSpPr/>
            <p:nvPr/>
          </p:nvSpPr>
          <p:spPr>
            <a:xfrm>
              <a:off x="813732" y="337148"/>
              <a:ext cx="46179"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57" name="Google Shape;3357;p22"/>
            <p:cNvSpPr/>
            <p:nvPr/>
          </p:nvSpPr>
          <p:spPr>
            <a:xfrm>
              <a:off x="742364" y="408515"/>
              <a:ext cx="48278" cy="48278"/>
            </a:xfrm>
            <a:custGeom>
              <a:avLst/>
              <a:gdLst/>
              <a:ahLst/>
              <a:cxnLst/>
              <a:rect l="l" t="t" r="r" b="b"/>
              <a:pathLst>
                <a:path w="1095" h="1094" extrusionOk="0">
                  <a:moveTo>
                    <a:pt x="195" y="900"/>
                  </a:moveTo>
                  <a:cubicBezTo>
                    <a:pt x="0" y="705"/>
                    <a:pt x="0" y="389"/>
                    <a:pt x="195" y="195"/>
                  </a:cubicBezTo>
                  <a:cubicBezTo>
                    <a:pt x="390" y="0"/>
                    <a:pt x="705" y="0"/>
                    <a:pt x="900" y="195"/>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58" name="Google Shape;3358;p22"/>
            <p:cNvSpPr/>
            <p:nvPr/>
          </p:nvSpPr>
          <p:spPr>
            <a:xfrm>
              <a:off x="670997" y="47988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59" name="Google Shape;3359;p22"/>
            <p:cNvSpPr/>
            <p:nvPr/>
          </p:nvSpPr>
          <p:spPr>
            <a:xfrm>
              <a:off x="599629" y="55125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60" name="Google Shape;3360;p22"/>
            <p:cNvSpPr/>
            <p:nvPr/>
          </p:nvSpPr>
          <p:spPr>
            <a:xfrm>
              <a:off x="528262" y="622618"/>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61" name="Google Shape;3361;p22"/>
            <p:cNvSpPr/>
            <p:nvPr/>
          </p:nvSpPr>
          <p:spPr>
            <a:xfrm>
              <a:off x="456894" y="693985"/>
              <a:ext cx="48278" cy="46179"/>
            </a:xfrm>
            <a:custGeom>
              <a:avLst/>
              <a:gdLst/>
              <a:ahLst/>
              <a:cxnLst/>
              <a:rect l="l" t="t" r="r" b="b"/>
              <a:pathLst>
                <a:path w="1094" h="1095" extrusionOk="0">
                  <a:moveTo>
                    <a:pt x="195" y="900"/>
                  </a:moveTo>
                  <a:cubicBezTo>
                    <a:pt x="0" y="705"/>
                    <a:pt x="0" y="390"/>
                    <a:pt x="195" y="195"/>
                  </a:cubicBezTo>
                  <a:cubicBezTo>
                    <a:pt x="389" y="0"/>
                    <a:pt x="705" y="0"/>
                    <a:pt x="900" y="195"/>
                  </a:cubicBezTo>
                  <a:cubicBezTo>
                    <a:pt x="1094" y="390"/>
                    <a:pt x="1094"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62" name="Google Shape;3362;p22"/>
            <p:cNvSpPr/>
            <p:nvPr/>
          </p:nvSpPr>
          <p:spPr>
            <a:xfrm>
              <a:off x="389725" y="765353"/>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63" name="Google Shape;3363;p22"/>
            <p:cNvSpPr/>
            <p:nvPr/>
          </p:nvSpPr>
          <p:spPr>
            <a:xfrm>
              <a:off x="899793" y="139837"/>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64" name="Google Shape;3364;p22"/>
            <p:cNvSpPr/>
            <p:nvPr/>
          </p:nvSpPr>
          <p:spPr>
            <a:xfrm>
              <a:off x="828425" y="211205"/>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65" name="Google Shape;3365;p22"/>
            <p:cNvSpPr/>
            <p:nvPr/>
          </p:nvSpPr>
          <p:spPr>
            <a:xfrm>
              <a:off x="754959" y="280473"/>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66" name="Google Shape;3366;p22"/>
            <p:cNvSpPr/>
            <p:nvPr/>
          </p:nvSpPr>
          <p:spPr>
            <a:xfrm>
              <a:off x="683591" y="351841"/>
              <a:ext cx="48278" cy="46179"/>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67" name="Google Shape;3367;p22"/>
            <p:cNvSpPr/>
            <p:nvPr/>
          </p:nvSpPr>
          <p:spPr>
            <a:xfrm>
              <a:off x="612224" y="421109"/>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68" name="Google Shape;3368;p22"/>
            <p:cNvSpPr/>
            <p:nvPr/>
          </p:nvSpPr>
          <p:spPr>
            <a:xfrm>
              <a:off x="542955" y="492477"/>
              <a:ext cx="46179" cy="48278"/>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69" name="Google Shape;3369;p22"/>
            <p:cNvSpPr/>
            <p:nvPr/>
          </p:nvSpPr>
          <p:spPr>
            <a:xfrm>
              <a:off x="471587" y="563845"/>
              <a:ext cx="48278" cy="48278"/>
            </a:xfrm>
            <a:custGeom>
              <a:avLst/>
              <a:gdLst/>
              <a:ahLst/>
              <a:cxnLst/>
              <a:rect l="l" t="t" r="r" b="b"/>
              <a:pathLst>
                <a:path w="1094" h="1094" extrusionOk="0">
                  <a:moveTo>
                    <a:pt x="195" y="899"/>
                  </a:moveTo>
                  <a:cubicBezTo>
                    <a:pt x="0" y="705"/>
                    <a:pt x="0" y="389"/>
                    <a:pt x="195" y="194"/>
                  </a:cubicBezTo>
                  <a:cubicBezTo>
                    <a:pt x="389" y="0"/>
                    <a:pt x="705" y="0"/>
                    <a:pt x="900" y="194"/>
                  </a:cubicBezTo>
                  <a:cubicBezTo>
                    <a:pt x="1094" y="389"/>
                    <a:pt x="1094" y="705"/>
                    <a:pt x="900" y="899"/>
                  </a:cubicBezTo>
                  <a:cubicBezTo>
                    <a:pt x="705" y="1094"/>
                    <a:pt x="389"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70" name="Google Shape;3370;p22"/>
            <p:cNvSpPr/>
            <p:nvPr/>
          </p:nvSpPr>
          <p:spPr>
            <a:xfrm>
              <a:off x="400220" y="635212"/>
              <a:ext cx="48278" cy="48278"/>
            </a:xfrm>
            <a:custGeom>
              <a:avLst/>
              <a:gdLst/>
              <a:ahLst/>
              <a:cxnLst/>
              <a:rect l="l" t="t" r="r" b="b"/>
              <a:pathLst>
                <a:path w="1095" h="1095" extrusionOk="0">
                  <a:moveTo>
                    <a:pt x="195" y="900"/>
                  </a:moveTo>
                  <a:cubicBezTo>
                    <a:pt x="0" y="706"/>
                    <a:pt x="0" y="390"/>
                    <a:pt x="195" y="195"/>
                  </a:cubicBezTo>
                  <a:cubicBezTo>
                    <a:pt x="389" y="0"/>
                    <a:pt x="705" y="0"/>
                    <a:pt x="900" y="195"/>
                  </a:cubicBezTo>
                  <a:cubicBezTo>
                    <a:pt x="1095" y="390"/>
                    <a:pt x="1095"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71" name="Google Shape;3371;p22"/>
            <p:cNvSpPr/>
            <p:nvPr/>
          </p:nvSpPr>
          <p:spPr>
            <a:xfrm>
              <a:off x="328852" y="70658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72" name="Google Shape;3372;p22"/>
            <p:cNvSpPr/>
            <p:nvPr/>
          </p:nvSpPr>
          <p:spPr>
            <a:xfrm>
              <a:off x="841020" y="81064"/>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73" name="Google Shape;3373;p22"/>
            <p:cNvSpPr/>
            <p:nvPr/>
          </p:nvSpPr>
          <p:spPr>
            <a:xfrm>
              <a:off x="767553" y="150333"/>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74" name="Google Shape;3374;p22"/>
            <p:cNvSpPr/>
            <p:nvPr/>
          </p:nvSpPr>
          <p:spPr>
            <a:xfrm>
              <a:off x="696185" y="221700"/>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75" name="Google Shape;3375;p22"/>
            <p:cNvSpPr/>
            <p:nvPr/>
          </p:nvSpPr>
          <p:spPr>
            <a:xfrm>
              <a:off x="626917" y="293068"/>
              <a:ext cx="46179"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76" name="Google Shape;3376;p22"/>
            <p:cNvSpPr/>
            <p:nvPr/>
          </p:nvSpPr>
          <p:spPr>
            <a:xfrm>
              <a:off x="555549" y="36443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77" name="Google Shape;3377;p22"/>
            <p:cNvSpPr/>
            <p:nvPr/>
          </p:nvSpPr>
          <p:spPr>
            <a:xfrm>
              <a:off x="484182" y="435803"/>
              <a:ext cx="48278" cy="46179"/>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78" name="Google Shape;3378;p22"/>
            <p:cNvSpPr/>
            <p:nvPr/>
          </p:nvSpPr>
          <p:spPr>
            <a:xfrm>
              <a:off x="412814" y="507170"/>
              <a:ext cx="48278" cy="46179"/>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79" name="Google Shape;3379;p22"/>
            <p:cNvSpPr/>
            <p:nvPr/>
          </p:nvSpPr>
          <p:spPr>
            <a:xfrm>
              <a:off x="341447" y="576439"/>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80" name="Google Shape;3380;p22"/>
            <p:cNvSpPr/>
            <p:nvPr/>
          </p:nvSpPr>
          <p:spPr>
            <a:xfrm>
              <a:off x="270079" y="64780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81" name="Google Shape;3381;p22"/>
            <p:cNvSpPr/>
            <p:nvPr/>
          </p:nvSpPr>
          <p:spPr>
            <a:xfrm>
              <a:off x="782246" y="22291"/>
              <a:ext cx="46179" cy="48278"/>
            </a:xfrm>
            <a:custGeom>
              <a:avLst/>
              <a:gdLst/>
              <a:ahLst/>
              <a:cxnLst/>
              <a:rect l="l" t="t" r="r" b="b"/>
              <a:pathLst>
                <a:path w="1095" h="1095" extrusionOk="0">
                  <a:moveTo>
                    <a:pt x="195" y="900"/>
                  </a:moveTo>
                  <a:cubicBezTo>
                    <a:pt x="0" y="705"/>
                    <a:pt x="0" y="389"/>
                    <a:pt x="195" y="195"/>
                  </a:cubicBezTo>
                  <a:cubicBezTo>
                    <a:pt x="390" y="0"/>
                    <a:pt x="706" y="0"/>
                    <a:pt x="900" y="195"/>
                  </a:cubicBezTo>
                  <a:cubicBezTo>
                    <a:pt x="1095" y="389"/>
                    <a:pt x="1095" y="705"/>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82" name="Google Shape;3382;p22"/>
            <p:cNvSpPr/>
            <p:nvPr/>
          </p:nvSpPr>
          <p:spPr>
            <a:xfrm>
              <a:off x="710879" y="93658"/>
              <a:ext cx="48278" cy="48278"/>
            </a:xfrm>
            <a:custGeom>
              <a:avLst/>
              <a:gdLst/>
              <a:ahLst/>
              <a:cxnLst/>
              <a:rect l="l" t="t" r="r" b="b"/>
              <a:pathLst>
                <a:path w="1094" h="1094" extrusionOk="0">
                  <a:moveTo>
                    <a:pt x="194" y="900"/>
                  </a:moveTo>
                  <a:cubicBezTo>
                    <a:pt x="0" y="705"/>
                    <a:pt x="0" y="389"/>
                    <a:pt x="194" y="195"/>
                  </a:cubicBezTo>
                  <a:cubicBezTo>
                    <a:pt x="389" y="0"/>
                    <a:pt x="705" y="0"/>
                    <a:pt x="899" y="195"/>
                  </a:cubicBezTo>
                  <a:cubicBezTo>
                    <a:pt x="1094" y="389"/>
                    <a:pt x="1094" y="705"/>
                    <a:pt x="899"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83" name="Google Shape;3383;p22"/>
            <p:cNvSpPr/>
            <p:nvPr/>
          </p:nvSpPr>
          <p:spPr>
            <a:xfrm>
              <a:off x="641610" y="167125"/>
              <a:ext cx="44080" cy="41981"/>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84" name="Google Shape;3384;p22"/>
            <p:cNvSpPr/>
            <p:nvPr/>
          </p:nvSpPr>
          <p:spPr>
            <a:xfrm>
              <a:off x="570243" y="236393"/>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85" name="Google Shape;3385;p22"/>
            <p:cNvSpPr/>
            <p:nvPr/>
          </p:nvSpPr>
          <p:spPr>
            <a:xfrm>
              <a:off x="496776" y="305662"/>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86" name="Google Shape;3386;p22"/>
            <p:cNvSpPr/>
            <p:nvPr/>
          </p:nvSpPr>
          <p:spPr>
            <a:xfrm>
              <a:off x="425408" y="377030"/>
              <a:ext cx="48278"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87" name="Google Shape;3387;p22"/>
            <p:cNvSpPr/>
            <p:nvPr/>
          </p:nvSpPr>
          <p:spPr>
            <a:xfrm>
              <a:off x="356140" y="448397"/>
              <a:ext cx="46179"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88" name="Google Shape;3388;p22"/>
            <p:cNvSpPr/>
            <p:nvPr/>
          </p:nvSpPr>
          <p:spPr>
            <a:xfrm>
              <a:off x="284772" y="519765"/>
              <a:ext cx="46179"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89" name="Google Shape;3389;p22"/>
            <p:cNvSpPr/>
            <p:nvPr/>
          </p:nvSpPr>
          <p:spPr>
            <a:xfrm>
              <a:off x="213405" y="591132"/>
              <a:ext cx="48278" cy="46179"/>
            </a:xfrm>
            <a:custGeom>
              <a:avLst/>
              <a:gdLst/>
              <a:ahLst/>
              <a:cxnLst/>
              <a:rect l="l" t="t" r="r" b="b"/>
              <a:pathLst>
                <a:path w="1094" h="1094" extrusionOk="0">
                  <a:moveTo>
                    <a:pt x="194" y="900"/>
                  </a:moveTo>
                  <a:cubicBezTo>
                    <a:pt x="0" y="705"/>
                    <a:pt x="0" y="389"/>
                    <a:pt x="194" y="194"/>
                  </a:cubicBezTo>
                  <a:cubicBezTo>
                    <a:pt x="389" y="0"/>
                    <a:pt x="705" y="0"/>
                    <a:pt x="900" y="194"/>
                  </a:cubicBezTo>
                  <a:cubicBezTo>
                    <a:pt x="1094" y="389"/>
                    <a:pt x="1094" y="705"/>
                    <a:pt x="900" y="900"/>
                  </a:cubicBezTo>
                  <a:cubicBezTo>
                    <a:pt x="705" y="1094"/>
                    <a:pt x="389" y="1094"/>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90" name="Google Shape;3390;p22"/>
            <p:cNvSpPr/>
            <p:nvPr/>
          </p:nvSpPr>
          <p:spPr>
            <a:xfrm>
              <a:off x="723473" y="-36482"/>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91" name="Google Shape;3391;p22"/>
            <p:cNvSpPr/>
            <p:nvPr/>
          </p:nvSpPr>
          <p:spPr>
            <a:xfrm>
              <a:off x="652105" y="34885"/>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92" name="Google Shape;3392;p22"/>
            <p:cNvSpPr/>
            <p:nvPr/>
          </p:nvSpPr>
          <p:spPr>
            <a:xfrm>
              <a:off x="582837" y="108352"/>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93" name="Google Shape;3393;p22"/>
            <p:cNvSpPr/>
            <p:nvPr/>
          </p:nvSpPr>
          <p:spPr>
            <a:xfrm>
              <a:off x="511469" y="179719"/>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94" name="Google Shape;3394;p22"/>
            <p:cNvSpPr/>
            <p:nvPr/>
          </p:nvSpPr>
          <p:spPr>
            <a:xfrm>
              <a:off x="440102" y="248988"/>
              <a:ext cx="46179" cy="46179"/>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95" name="Google Shape;3395;p22"/>
            <p:cNvSpPr/>
            <p:nvPr/>
          </p:nvSpPr>
          <p:spPr>
            <a:xfrm>
              <a:off x="368734" y="318256"/>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96" name="Google Shape;3396;p22"/>
            <p:cNvSpPr/>
            <p:nvPr/>
          </p:nvSpPr>
          <p:spPr>
            <a:xfrm>
              <a:off x="297367" y="389624"/>
              <a:ext cx="48278" cy="48278"/>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97" name="Google Shape;3397;p22"/>
            <p:cNvSpPr/>
            <p:nvPr/>
          </p:nvSpPr>
          <p:spPr>
            <a:xfrm>
              <a:off x="225999" y="460991"/>
              <a:ext cx="48278" cy="48278"/>
            </a:xfrm>
            <a:custGeom>
              <a:avLst/>
              <a:gdLst/>
              <a:ahLst/>
              <a:cxnLst/>
              <a:rect l="l" t="t" r="r" b="b"/>
              <a:pathLst>
                <a:path w="1094" h="1095" extrusionOk="0">
                  <a:moveTo>
                    <a:pt x="194" y="900"/>
                  </a:moveTo>
                  <a:cubicBezTo>
                    <a:pt x="0" y="705"/>
                    <a:pt x="0" y="390"/>
                    <a:pt x="194" y="195"/>
                  </a:cubicBezTo>
                  <a:cubicBezTo>
                    <a:pt x="389" y="0"/>
                    <a:pt x="705" y="0"/>
                    <a:pt x="900" y="195"/>
                  </a:cubicBezTo>
                  <a:cubicBezTo>
                    <a:pt x="1094" y="390"/>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98" name="Google Shape;3398;p22"/>
            <p:cNvSpPr/>
            <p:nvPr/>
          </p:nvSpPr>
          <p:spPr>
            <a:xfrm>
              <a:off x="154631" y="532359"/>
              <a:ext cx="48278" cy="48278"/>
            </a:xfrm>
            <a:custGeom>
              <a:avLst/>
              <a:gdLst/>
              <a:ahLst/>
              <a:cxnLst/>
              <a:rect l="l" t="t" r="r" b="b"/>
              <a:pathLst>
                <a:path w="1095" h="1095" extrusionOk="0">
                  <a:moveTo>
                    <a:pt x="195" y="900"/>
                  </a:moveTo>
                  <a:cubicBezTo>
                    <a:pt x="0" y="705"/>
                    <a:pt x="0" y="389"/>
                    <a:pt x="195" y="195"/>
                  </a:cubicBezTo>
                  <a:cubicBezTo>
                    <a:pt x="389" y="0"/>
                    <a:pt x="705" y="0"/>
                    <a:pt x="900" y="195"/>
                  </a:cubicBezTo>
                  <a:cubicBezTo>
                    <a:pt x="1095" y="389"/>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99" name="Google Shape;3399;p22"/>
            <p:cNvSpPr/>
            <p:nvPr/>
          </p:nvSpPr>
          <p:spPr>
            <a:xfrm>
              <a:off x="664700" y="-93157"/>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00" name="Google Shape;3400;p22"/>
            <p:cNvSpPr/>
            <p:nvPr/>
          </p:nvSpPr>
          <p:spPr>
            <a:xfrm>
              <a:off x="593332" y="-23888"/>
              <a:ext cx="48278" cy="48278"/>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01" name="Google Shape;3401;p22"/>
            <p:cNvSpPr/>
            <p:nvPr/>
          </p:nvSpPr>
          <p:spPr>
            <a:xfrm>
              <a:off x="524064" y="47479"/>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02" name="Google Shape;3402;p22"/>
            <p:cNvSpPr/>
            <p:nvPr/>
          </p:nvSpPr>
          <p:spPr>
            <a:xfrm>
              <a:off x="452696" y="118847"/>
              <a:ext cx="48278" cy="48278"/>
            </a:xfrm>
            <a:custGeom>
              <a:avLst/>
              <a:gdLst/>
              <a:ahLst/>
              <a:cxnLst/>
              <a:rect l="l" t="t" r="r" b="b"/>
              <a:pathLst>
                <a:path w="1095" h="1095" extrusionOk="0">
                  <a:moveTo>
                    <a:pt x="195" y="900"/>
                  </a:moveTo>
                  <a:cubicBezTo>
                    <a:pt x="0" y="705"/>
                    <a:pt x="0" y="389"/>
                    <a:pt x="195" y="195"/>
                  </a:cubicBezTo>
                  <a:cubicBezTo>
                    <a:pt x="390" y="0"/>
                    <a:pt x="705" y="0"/>
                    <a:pt x="900" y="195"/>
                  </a:cubicBezTo>
                  <a:cubicBezTo>
                    <a:pt x="1095" y="389"/>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03" name="Google Shape;3403;p22"/>
            <p:cNvSpPr/>
            <p:nvPr/>
          </p:nvSpPr>
          <p:spPr>
            <a:xfrm>
              <a:off x="381328" y="190214"/>
              <a:ext cx="48278" cy="48278"/>
            </a:xfrm>
            <a:custGeom>
              <a:avLst/>
              <a:gdLst/>
              <a:ahLst/>
              <a:cxnLst/>
              <a:rect l="l" t="t" r="r" b="b"/>
              <a:pathLst>
                <a:path w="1095" h="1094" extrusionOk="0">
                  <a:moveTo>
                    <a:pt x="195" y="900"/>
                  </a:moveTo>
                  <a:cubicBezTo>
                    <a:pt x="0" y="705"/>
                    <a:pt x="0" y="389"/>
                    <a:pt x="195" y="195"/>
                  </a:cubicBezTo>
                  <a:cubicBezTo>
                    <a:pt x="390" y="0"/>
                    <a:pt x="706" y="0"/>
                    <a:pt x="900" y="195"/>
                  </a:cubicBezTo>
                  <a:cubicBezTo>
                    <a:pt x="1095" y="389"/>
                    <a:pt x="1095" y="705"/>
                    <a:pt x="900" y="900"/>
                  </a:cubicBezTo>
                  <a:cubicBezTo>
                    <a:pt x="706"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04" name="Google Shape;3404;p22"/>
            <p:cNvSpPr/>
            <p:nvPr/>
          </p:nvSpPr>
          <p:spPr>
            <a:xfrm>
              <a:off x="312060" y="263681"/>
              <a:ext cx="44080"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05" name="Google Shape;3405;p22"/>
            <p:cNvSpPr/>
            <p:nvPr/>
          </p:nvSpPr>
          <p:spPr>
            <a:xfrm>
              <a:off x="238593" y="332950"/>
              <a:ext cx="48278" cy="46179"/>
            </a:xfrm>
            <a:custGeom>
              <a:avLst/>
              <a:gdLst/>
              <a:ahLst/>
              <a:cxnLst/>
              <a:rect l="l" t="t" r="r" b="b"/>
              <a:pathLst>
                <a:path w="1094" h="1095" extrusionOk="0">
                  <a:moveTo>
                    <a:pt x="195" y="900"/>
                  </a:moveTo>
                  <a:cubicBezTo>
                    <a:pt x="0" y="706"/>
                    <a:pt x="0" y="390"/>
                    <a:pt x="195" y="195"/>
                  </a:cubicBezTo>
                  <a:cubicBezTo>
                    <a:pt x="389" y="0"/>
                    <a:pt x="705" y="0"/>
                    <a:pt x="900" y="195"/>
                  </a:cubicBezTo>
                  <a:cubicBezTo>
                    <a:pt x="1094" y="390"/>
                    <a:pt x="1094" y="706"/>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06" name="Google Shape;3406;p22"/>
            <p:cNvSpPr/>
            <p:nvPr/>
          </p:nvSpPr>
          <p:spPr>
            <a:xfrm>
              <a:off x="167226" y="404317"/>
              <a:ext cx="48278" cy="46179"/>
            </a:xfrm>
            <a:custGeom>
              <a:avLst/>
              <a:gdLst/>
              <a:ahLst/>
              <a:cxnLst/>
              <a:rect l="l" t="t" r="r" b="b"/>
              <a:pathLst>
                <a:path w="1095" h="1095" extrusionOk="0">
                  <a:moveTo>
                    <a:pt x="195" y="900"/>
                  </a:moveTo>
                  <a:cubicBezTo>
                    <a:pt x="0" y="705"/>
                    <a:pt x="0" y="390"/>
                    <a:pt x="195" y="195"/>
                  </a:cubicBezTo>
                  <a:cubicBezTo>
                    <a:pt x="389" y="0"/>
                    <a:pt x="705" y="0"/>
                    <a:pt x="900" y="195"/>
                  </a:cubicBezTo>
                  <a:cubicBezTo>
                    <a:pt x="1095" y="390"/>
                    <a:pt x="1095" y="705"/>
                    <a:pt x="900" y="900"/>
                  </a:cubicBezTo>
                  <a:cubicBezTo>
                    <a:pt x="705" y="1095"/>
                    <a:pt x="389"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07" name="Google Shape;3407;p22"/>
            <p:cNvSpPr/>
            <p:nvPr/>
          </p:nvSpPr>
          <p:spPr>
            <a:xfrm>
              <a:off x="97957" y="473586"/>
              <a:ext cx="46179" cy="48278"/>
            </a:xfrm>
            <a:custGeom>
              <a:avLst/>
              <a:gdLst/>
              <a:ahLst/>
              <a:cxnLst/>
              <a:rect l="l" t="t" r="r" b="b"/>
              <a:pathLst>
                <a:path w="1095" h="1095" extrusionOk="0">
                  <a:moveTo>
                    <a:pt x="195" y="900"/>
                  </a:moveTo>
                  <a:cubicBezTo>
                    <a:pt x="0" y="705"/>
                    <a:pt x="0" y="390"/>
                    <a:pt x="195" y="195"/>
                  </a:cubicBezTo>
                  <a:cubicBezTo>
                    <a:pt x="390" y="0"/>
                    <a:pt x="705" y="0"/>
                    <a:pt x="900" y="195"/>
                  </a:cubicBezTo>
                  <a:cubicBezTo>
                    <a:pt x="1095" y="390"/>
                    <a:pt x="1095" y="705"/>
                    <a:pt x="900" y="900"/>
                  </a:cubicBezTo>
                  <a:cubicBezTo>
                    <a:pt x="705"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08" name="Google Shape;3408;p22"/>
            <p:cNvSpPr/>
            <p:nvPr/>
          </p:nvSpPr>
          <p:spPr>
            <a:xfrm>
              <a:off x="608025" y="-151930"/>
              <a:ext cx="48278" cy="48278"/>
            </a:xfrm>
            <a:custGeom>
              <a:avLst/>
              <a:gdLst/>
              <a:ahLst/>
              <a:cxnLst/>
              <a:rect l="l" t="t" r="r" b="b"/>
              <a:pathLst>
                <a:path w="1095" h="1094" extrusionOk="0">
                  <a:moveTo>
                    <a:pt x="195" y="900"/>
                  </a:moveTo>
                  <a:cubicBezTo>
                    <a:pt x="0" y="705"/>
                    <a:pt x="0" y="389"/>
                    <a:pt x="195" y="194"/>
                  </a:cubicBezTo>
                  <a:cubicBezTo>
                    <a:pt x="390" y="0"/>
                    <a:pt x="705" y="0"/>
                    <a:pt x="900" y="194"/>
                  </a:cubicBezTo>
                  <a:cubicBezTo>
                    <a:pt x="1095" y="389"/>
                    <a:pt x="1095" y="705"/>
                    <a:pt x="900" y="900"/>
                  </a:cubicBezTo>
                  <a:cubicBezTo>
                    <a:pt x="705" y="1094"/>
                    <a:pt x="390" y="1094"/>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09" name="Google Shape;3409;p22"/>
            <p:cNvSpPr/>
            <p:nvPr/>
          </p:nvSpPr>
          <p:spPr>
            <a:xfrm>
              <a:off x="536658" y="-80562"/>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10" name="Google Shape;3410;p22"/>
            <p:cNvSpPr/>
            <p:nvPr/>
          </p:nvSpPr>
          <p:spPr>
            <a:xfrm>
              <a:off x="465290" y="-9195"/>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11" name="Google Shape;3411;p22"/>
            <p:cNvSpPr/>
            <p:nvPr/>
          </p:nvSpPr>
          <p:spPr>
            <a:xfrm>
              <a:off x="393923" y="62173"/>
              <a:ext cx="48278" cy="46179"/>
            </a:xfrm>
            <a:custGeom>
              <a:avLst/>
              <a:gdLst/>
              <a:ahLst/>
              <a:cxnLst/>
              <a:rect l="l" t="t" r="r" b="b"/>
              <a:pathLst>
                <a:path w="1094" h="1095" extrusionOk="0">
                  <a:moveTo>
                    <a:pt x="194" y="900"/>
                  </a:moveTo>
                  <a:cubicBezTo>
                    <a:pt x="0" y="705"/>
                    <a:pt x="0" y="390"/>
                    <a:pt x="194" y="195"/>
                  </a:cubicBezTo>
                  <a:cubicBezTo>
                    <a:pt x="389" y="0"/>
                    <a:pt x="705" y="0"/>
                    <a:pt x="899" y="195"/>
                  </a:cubicBezTo>
                  <a:cubicBezTo>
                    <a:pt x="1094" y="390"/>
                    <a:pt x="1094" y="705"/>
                    <a:pt x="899"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12" name="Google Shape;3412;p22"/>
            <p:cNvSpPr/>
            <p:nvPr/>
          </p:nvSpPr>
          <p:spPr>
            <a:xfrm>
              <a:off x="322555" y="131441"/>
              <a:ext cx="48278" cy="48278"/>
            </a:xfrm>
            <a:custGeom>
              <a:avLst/>
              <a:gdLst/>
              <a:ahLst/>
              <a:cxnLst/>
              <a:rect l="l" t="t" r="r" b="b"/>
              <a:pathLst>
                <a:path w="1094" h="1095" extrusionOk="0">
                  <a:moveTo>
                    <a:pt x="194" y="900"/>
                  </a:moveTo>
                  <a:cubicBezTo>
                    <a:pt x="0" y="705"/>
                    <a:pt x="0" y="389"/>
                    <a:pt x="194" y="195"/>
                  </a:cubicBezTo>
                  <a:cubicBezTo>
                    <a:pt x="389" y="0"/>
                    <a:pt x="705" y="0"/>
                    <a:pt x="900" y="195"/>
                  </a:cubicBezTo>
                  <a:cubicBezTo>
                    <a:pt x="1094" y="389"/>
                    <a:pt x="1094" y="705"/>
                    <a:pt x="900" y="900"/>
                  </a:cubicBezTo>
                  <a:cubicBezTo>
                    <a:pt x="705" y="1095"/>
                    <a:pt x="389" y="1095"/>
                    <a:pt x="194"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13" name="Google Shape;3413;p22"/>
            <p:cNvSpPr/>
            <p:nvPr/>
          </p:nvSpPr>
          <p:spPr>
            <a:xfrm>
              <a:off x="255386" y="204908"/>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14" name="Google Shape;3414;p22"/>
            <p:cNvSpPr/>
            <p:nvPr/>
          </p:nvSpPr>
          <p:spPr>
            <a:xfrm>
              <a:off x="184018" y="276275"/>
              <a:ext cx="41981" cy="44080"/>
            </a:xfrm>
            <a:prstGeom prst="ellipse">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15" name="Google Shape;3415;p22"/>
            <p:cNvSpPr/>
            <p:nvPr/>
          </p:nvSpPr>
          <p:spPr>
            <a:xfrm>
              <a:off x="110552" y="345544"/>
              <a:ext cx="48278" cy="48278"/>
            </a:xfrm>
            <a:custGeom>
              <a:avLst/>
              <a:gdLst/>
              <a:ahLst/>
              <a:cxnLst/>
              <a:rect l="l" t="t" r="r" b="b"/>
              <a:pathLst>
                <a:path w="1095" h="1094" extrusionOk="0">
                  <a:moveTo>
                    <a:pt x="195" y="899"/>
                  </a:moveTo>
                  <a:cubicBezTo>
                    <a:pt x="0" y="705"/>
                    <a:pt x="0" y="389"/>
                    <a:pt x="195" y="194"/>
                  </a:cubicBezTo>
                  <a:cubicBezTo>
                    <a:pt x="390" y="0"/>
                    <a:pt x="705" y="0"/>
                    <a:pt x="900" y="194"/>
                  </a:cubicBezTo>
                  <a:cubicBezTo>
                    <a:pt x="1095" y="389"/>
                    <a:pt x="1095" y="705"/>
                    <a:pt x="900" y="899"/>
                  </a:cubicBezTo>
                  <a:cubicBezTo>
                    <a:pt x="705" y="1094"/>
                    <a:pt x="390" y="1094"/>
                    <a:pt x="195" y="89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16" name="Google Shape;3416;p22"/>
            <p:cNvSpPr/>
            <p:nvPr/>
          </p:nvSpPr>
          <p:spPr>
            <a:xfrm>
              <a:off x="39184" y="416911"/>
              <a:ext cx="48278" cy="48278"/>
            </a:xfrm>
            <a:custGeom>
              <a:avLst/>
              <a:gdLst/>
              <a:ahLst/>
              <a:cxnLst/>
              <a:rect l="l" t="t" r="r" b="b"/>
              <a:pathLst>
                <a:path w="1095" h="1095" extrusionOk="0">
                  <a:moveTo>
                    <a:pt x="195" y="900"/>
                  </a:moveTo>
                  <a:cubicBezTo>
                    <a:pt x="0" y="706"/>
                    <a:pt x="0" y="390"/>
                    <a:pt x="195" y="195"/>
                  </a:cubicBezTo>
                  <a:cubicBezTo>
                    <a:pt x="390" y="0"/>
                    <a:pt x="706" y="0"/>
                    <a:pt x="900" y="195"/>
                  </a:cubicBezTo>
                  <a:cubicBezTo>
                    <a:pt x="1095" y="390"/>
                    <a:pt x="1095" y="706"/>
                    <a:pt x="900" y="900"/>
                  </a:cubicBezTo>
                  <a:cubicBezTo>
                    <a:pt x="706" y="1095"/>
                    <a:pt x="390" y="1095"/>
                    <a:pt x="195" y="90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3420" name="Google Shape;3420;p22"/>
          <p:cNvSpPr txBox="1"/>
          <p:nvPr/>
        </p:nvSpPr>
        <p:spPr>
          <a:xfrm>
            <a:off x="1322900" y="1495900"/>
            <a:ext cx="2976600" cy="2688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dirty="0">
                <a:solidFill>
                  <a:schemeClr val="dk1"/>
                </a:solidFill>
                <a:latin typeface="Anaheim SemiBold"/>
                <a:ea typeface="Anaheim SemiBold"/>
                <a:cs typeface="Anaheim SemiBold"/>
                <a:sym typeface="Anaheim SemiBold"/>
              </a:rPr>
              <a:t>“I've been </a:t>
            </a:r>
            <a:r>
              <a:rPr lang="en" sz="1300" dirty="0" err="1">
                <a:solidFill>
                  <a:schemeClr val="dk1"/>
                </a:solidFill>
                <a:latin typeface="Anaheim SemiBold"/>
                <a:ea typeface="Anaheim SemiBold"/>
                <a:cs typeface="Anaheim SemiBold"/>
                <a:sym typeface="Anaheim SemiBold"/>
              </a:rPr>
              <a:t>tryna</a:t>
            </a:r>
            <a:r>
              <a:rPr lang="en" sz="1300" dirty="0">
                <a:solidFill>
                  <a:schemeClr val="dk1"/>
                </a:solidFill>
                <a:latin typeface="Anaheim SemiBold"/>
                <a:ea typeface="Anaheim SemiBold"/>
                <a:cs typeface="Anaheim SemiBold"/>
                <a:sym typeface="Anaheim SemiBold"/>
              </a:rPr>
              <a:t> call</a:t>
            </a:r>
            <a:endParaRPr sz="1300" dirty="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dirty="0">
                <a:solidFill>
                  <a:schemeClr val="dk1"/>
                </a:solidFill>
                <a:latin typeface="Anaheim SemiBold"/>
                <a:ea typeface="Anaheim SemiBold"/>
                <a:cs typeface="Anaheim SemiBold"/>
                <a:sym typeface="Anaheim SemiBold"/>
              </a:rPr>
              <a:t>I've been on my own for long enough</a:t>
            </a:r>
            <a:endParaRPr sz="1300" dirty="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dirty="0">
                <a:solidFill>
                  <a:schemeClr val="dk1"/>
                </a:solidFill>
                <a:latin typeface="Anaheim SemiBold"/>
                <a:ea typeface="Anaheim SemiBold"/>
                <a:cs typeface="Anaheim SemiBold"/>
                <a:sym typeface="Anaheim SemiBold"/>
              </a:rPr>
              <a:t>Maybe you can show me how to love, maybe</a:t>
            </a:r>
            <a:endParaRPr sz="1300" dirty="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dirty="0">
                <a:solidFill>
                  <a:schemeClr val="dk1"/>
                </a:solidFill>
                <a:latin typeface="Anaheim SemiBold"/>
                <a:ea typeface="Anaheim SemiBold"/>
                <a:cs typeface="Anaheim SemiBold"/>
                <a:sym typeface="Anaheim SemiBold"/>
              </a:rPr>
              <a:t>I'm going through withdrawals</a:t>
            </a:r>
            <a:endParaRPr sz="1300" dirty="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dirty="0">
                <a:solidFill>
                  <a:schemeClr val="dk1"/>
                </a:solidFill>
                <a:latin typeface="Anaheim SemiBold"/>
                <a:ea typeface="Anaheim SemiBold"/>
                <a:cs typeface="Anaheim SemiBold"/>
                <a:sym typeface="Anaheim SemiBold"/>
              </a:rPr>
              <a:t>You don't even have to do too much</a:t>
            </a:r>
            <a:endParaRPr sz="1300" dirty="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dirty="0">
                <a:solidFill>
                  <a:schemeClr val="dk1"/>
                </a:solidFill>
                <a:latin typeface="Anaheim SemiBold"/>
                <a:ea typeface="Anaheim SemiBold"/>
                <a:cs typeface="Anaheim SemiBold"/>
                <a:sym typeface="Anaheim SemiBold"/>
              </a:rPr>
              <a:t>You can turn me on with just a touch, baby</a:t>
            </a:r>
            <a:endParaRPr sz="1300" dirty="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dirty="0">
                <a:solidFill>
                  <a:schemeClr val="dk1"/>
                </a:solidFill>
                <a:latin typeface="Anaheim SemiBold"/>
                <a:ea typeface="Anaheim SemiBold"/>
                <a:cs typeface="Anaheim SemiBold"/>
                <a:sym typeface="Anaheim SemiBold"/>
              </a:rPr>
              <a:t>I look around and</a:t>
            </a:r>
            <a:endParaRPr sz="1300" dirty="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dirty="0">
                <a:solidFill>
                  <a:schemeClr val="dk1"/>
                </a:solidFill>
                <a:latin typeface="Anaheim SemiBold"/>
                <a:ea typeface="Anaheim SemiBold"/>
                <a:cs typeface="Anaheim SemiBold"/>
                <a:sym typeface="Anaheim SemiBold"/>
              </a:rPr>
              <a:t>Sin City's cold and empty (oh)</a:t>
            </a:r>
            <a:endParaRPr sz="1300" dirty="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dirty="0">
                <a:solidFill>
                  <a:schemeClr val="dk1"/>
                </a:solidFill>
                <a:latin typeface="Anaheim SemiBold"/>
                <a:ea typeface="Anaheim SemiBold"/>
                <a:cs typeface="Anaheim SemiBold"/>
                <a:sym typeface="Anaheim SemiBold"/>
              </a:rPr>
              <a:t>No one's around to judge me (oh) </a:t>
            </a:r>
            <a:endParaRPr sz="1300" dirty="0">
              <a:solidFill>
                <a:schemeClr val="dk1"/>
              </a:solidFill>
              <a:latin typeface="Anaheim SemiBold"/>
              <a:ea typeface="Anaheim SemiBold"/>
              <a:cs typeface="Anaheim SemiBold"/>
              <a:sym typeface="Anaheim SemiBold"/>
            </a:endParaRPr>
          </a:p>
        </p:txBody>
      </p:sp>
      <p:sp>
        <p:nvSpPr>
          <p:cNvPr id="3421" name="Google Shape;3421;p22"/>
          <p:cNvSpPr txBox="1">
            <a:spLocks noGrp="1"/>
          </p:cNvSpPr>
          <p:nvPr>
            <p:ph type="title"/>
          </p:nvPr>
        </p:nvSpPr>
        <p:spPr>
          <a:xfrm>
            <a:off x="627050" y="100345"/>
            <a:ext cx="6883200" cy="798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5000"/>
              <a:buNone/>
            </a:pPr>
            <a:r>
              <a:rPr lang="en" dirty="0"/>
              <a:t>Walkthrough - User Input</a:t>
            </a:r>
            <a:endParaRPr dirty="0"/>
          </a:p>
        </p:txBody>
      </p:sp>
      <p:sp>
        <p:nvSpPr>
          <p:cNvPr id="3422" name="Google Shape;3422;p22"/>
          <p:cNvSpPr txBox="1"/>
          <p:nvPr/>
        </p:nvSpPr>
        <p:spPr>
          <a:xfrm>
            <a:off x="4572000" y="1368100"/>
            <a:ext cx="3358200" cy="2944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a:solidFill>
                  <a:schemeClr val="dk1"/>
                </a:solidFill>
                <a:latin typeface="Anaheim SemiBold"/>
                <a:ea typeface="Anaheim SemiBold"/>
                <a:cs typeface="Anaheim SemiBold"/>
                <a:sym typeface="Anaheim SemiBold"/>
              </a:rPr>
              <a:t>I can't see clearly when you're gone</a:t>
            </a:r>
            <a:endParaRPr sz="130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a:solidFill>
                  <a:schemeClr val="dk1"/>
                </a:solidFill>
                <a:latin typeface="Anaheim SemiBold"/>
                <a:ea typeface="Anaheim SemiBold"/>
                <a:cs typeface="Anaheim SemiBold"/>
                <a:sym typeface="Anaheim SemiBold"/>
              </a:rPr>
              <a:t>I said, ooh, I'm blinded by the lights</a:t>
            </a:r>
            <a:endParaRPr sz="130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a:solidFill>
                  <a:schemeClr val="dk1"/>
                </a:solidFill>
                <a:latin typeface="Anaheim SemiBold"/>
                <a:ea typeface="Anaheim SemiBold"/>
                <a:cs typeface="Anaheim SemiBold"/>
                <a:sym typeface="Anaheim SemiBold"/>
              </a:rPr>
              <a:t>No, I can't sleep until I feel your touch</a:t>
            </a:r>
            <a:endParaRPr sz="130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a:solidFill>
                  <a:schemeClr val="dk1"/>
                </a:solidFill>
                <a:latin typeface="Anaheim SemiBold"/>
                <a:ea typeface="Anaheim SemiBold"/>
                <a:cs typeface="Anaheim SemiBold"/>
                <a:sym typeface="Anaheim SemiBold"/>
              </a:rPr>
              <a:t>I said, ooh, I'm drowning in the night</a:t>
            </a:r>
            <a:endParaRPr sz="130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a:solidFill>
                  <a:schemeClr val="dk1"/>
                </a:solidFill>
                <a:latin typeface="Anaheim SemiBold"/>
                <a:ea typeface="Anaheim SemiBold"/>
                <a:cs typeface="Anaheim SemiBold"/>
                <a:sym typeface="Anaheim SemiBold"/>
              </a:rPr>
              <a:t>Oh, when I'm like this, you're the one I trust</a:t>
            </a:r>
            <a:endParaRPr sz="130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a:solidFill>
                  <a:schemeClr val="dk1"/>
                </a:solidFill>
                <a:latin typeface="Anaheim SemiBold"/>
                <a:ea typeface="Anaheim SemiBold"/>
                <a:cs typeface="Anaheim SemiBold"/>
                <a:sym typeface="Anaheim SemiBold"/>
              </a:rPr>
              <a:t>(Hey, hey, hey)</a:t>
            </a:r>
            <a:endParaRPr sz="130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a:solidFill>
                  <a:schemeClr val="dk1"/>
                </a:solidFill>
                <a:latin typeface="Anaheim SemiBold"/>
                <a:ea typeface="Anaheim SemiBold"/>
                <a:cs typeface="Anaheim SemiBold"/>
                <a:sym typeface="Anaheim SemiBold"/>
              </a:rPr>
              <a:t>I'm running out of time</a:t>
            </a:r>
            <a:endParaRPr sz="130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a:solidFill>
                  <a:schemeClr val="dk1"/>
                </a:solidFill>
                <a:latin typeface="Anaheim SemiBold"/>
                <a:ea typeface="Anaheim SemiBold"/>
                <a:cs typeface="Anaheim SemiBold"/>
                <a:sym typeface="Anaheim SemiBold"/>
              </a:rPr>
              <a:t>'Cause I can see the sun light up the sky</a:t>
            </a:r>
            <a:endParaRPr sz="130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a:solidFill>
                  <a:schemeClr val="dk1"/>
                </a:solidFill>
                <a:latin typeface="Anaheim SemiBold"/>
                <a:ea typeface="Anaheim SemiBold"/>
                <a:cs typeface="Anaheim SemiBold"/>
                <a:sym typeface="Anaheim SemiBold"/>
              </a:rPr>
              <a:t>So I hit the road in overdrive, baby, oh</a:t>
            </a:r>
            <a:endParaRPr sz="130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a:solidFill>
                  <a:schemeClr val="dk1"/>
                </a:solidFill>
                <a:latin typeface="Anaheim SemiBold"/>
                <a:ea typeface="Anaheim SemiBold"/>
                <a:cs typeface="Anaheim SemiBold"/>
                <a:sym typeface="Anaheim SemiBold"/>
              </a:rPr>
              <a:t>The city's cold and empty (oh)</a:t>
            </a:r>
            <a:endParaRPr sz="130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a:solidFill>
                  <a:schemeClr val="dk1"/>
                </a:solidFill>
                <a:latin typeface="Anaheim SemiBold"/>
                <a:ea typeface="Anaheim SemiBold"/>
                <a:cs typeface="Anaheim SemiBold"/>
                <a:sym typeface="Anaheim SemiBold"/>
              </a:rPr>
              <a:t>No one's around to judge me (oh)</a:t>
            </a:r>
            <a:endParaRPr sz="1300">
              <a:solidFill>
                <a:schemeClr val="dk1"/>
              </a:solidFill>
              <a:latin typeface="Anaheim SemiBold"/>
              <a:ea typeface="Anaheim SemiBold"/>
              <a:cs typeface="Anaheim SemiBold"/>
              <a:sym typeface="Anaheim SemiBold"/>
            </a:endParaRPr>
          </a:p>
          <a:p>
            <a:pPr marL="0" lvl="0" indent="0" algn="l" rtl="0">
              <a:lnSpc>
                <a:spcPct val="115000"/>
              </a:lnSpc>
              <a:spcBef>
                <a:spcPts val="0"/>
              </a:spcBef>
              <a:spcAft>
                <a:spcPts val="0"/>
              </a:spcAft>
              <a:buNone/>
            </a:pPr>
            <a:r>
              <a:rPr lang="en" sz="1300">
                <a:solidFill>
                  <a:schemeClr val="dk1"/>
                </a:solidFill>
                <a:latin typeface="Anaheim SemiBold"/>
                <a:ea typeface="Anaheim SemiBold"/>
                <a:cs typeface="Anaheim SemiBold"/>
                <a:sym typeface="Anaheim SemiBold"/>
              </a:rPr>
              <a:t>I can't see clearly when you're gone”</a:t>
            </a:r>
            <a:endParaRPr sz="1300">
              <a:solidFill>
                <a:schemeClr val="dk1"/>
              </a:solidFill>
              <a:latin typeface="Anaheim SemiBold"/>
              <a:ea typeface="Anaheim SemiBold"/>
              <a:cs typeface="Anaheim SemiBold"/>
              <a:sym typeface="Anaheim SemiBold"/>
            </a:endParaRPr>
          </a:p>
        </p:txBody>
      </p:sp>
      <p:sp>
        <p:nvSpPr>
          <p:cNvPr id="3423" name="Google Shape;3423;p22"/>
          <p:cNvSpPr txBox="1"/>
          <p:nvPr/>
        </p:nvSpPr>
        <p:spPr>
          <a:xfrm>
            <a:off x="2856000" y="989825"/>
            <a:ext cx="3432000" cy="415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500" b="1">
                <a:solidFill>
                  <a:schemeClr val="dk1"/>
                </a:solidFill>
                <a:latin typeface="Anaheim"/>
                <a:ea typeface="Anaheim"/>
                <a:cs typeface="Anaheim"/>
                <a:sym typeface="Anaheim"/>
              </a:rPr>
              <a:t>Blinding Lights by The Weeknd lyrics</a:t>
            </a:r>
            <a:endParaRPr sz="1500" b="1">
              <a:solidFill>
                <a:schemeClr val="dk1"/>
              </a:solidFill>
              <a:latin typeface="Anaheim"/>
              <a:ea typeface="Anaheim"/>
              <a:cs typeface="Anaheim"/>
              <a:sym typeface="Anaheim"/>
            </a:endParaRPr>
          </a:p>
        </p:txBody>
      </p:sp>
      <p:grpSp>
        <p:nvGrpSpPr>
          <p:cNvPr id="2" name="Group 1">
            <a:extLst>
              <a:ext uri="{FF2B5EF4-FFF2-40B4-BE49-F238E27FC236}">
                <a16:creationId xmlns:a16="http://schemas.microsoft.com/office/drawing/2014/main" id="{26E6859D-1F08-03DA-D13F-2A0E86805451}"/>
              </a:ext>
            </a:extLst>
          </p:cNvPr>
          <p:cNvGrpSpPr/>
          <p:nvPr/>
        </p:nvGrpSpPr>
        <p:grpSpPr>
          <a:xfrm>
            <a:off x="1184381" y="4565635"/>
            <a:ext cx="6775238" cy="419115"/>
            <a:chOff x="1565455" y="4565635"/>
            <a:chExt cx="6775238" cy="419115"/>
          </a:xfrm>
        </p:grpSpPr>
        <p:sp>
          <p:nvSpPr>
            <p:cNvPr id="3" name="Google Shape;3019;p19">
              <a:extLst>
                <a:ext uri="{FF2B5EF4-FFF2-40B4-BE49-F238E27FC236}">
                  <a16:creationId xmlns:a16="http://schemas.microsoft.com/office/drawing/2014/main" id="{81403F91-CA45-EFDB-6D94-5D4DA7A8DB06}"/>
                </a:ext>
              </a:extLst>
            </p:cNvPr>
            <p:cNvSpPr/>
            <p:nvPr/>
          </p:nvSpPr>
          <p:spPr>
            <a:xfrm>
              <a:off x="1565455" y="4568650"/>
              <a:ext cx="1481328" cy="416100"/>
            </a:xfrm>
            <a:prstGeom prst="homePlate">
              <a:avLst>
                <a:gd name="adj" fmla="val 50000"/>
              </a:avLst>
            </a:prstGeom>
            <a:solidFill>
              <a:schemeClr val="tx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Methodology</a:t>
              </a:r>
              <a:endParaRPr dirty="0">
                <a:latin typeface="Anaheim"/>
                <a:ea typeface="Anaheim"/>
                <a:cs typeface="Anaheim"/>
                <a:sym typeface="Anaheim"/>
              </a:endParaRPr>
            </a:p>
          </p:txBody>
        </p:sp>
        <p:sp>
          <p:nvSpPr>
            <p:cNvPr id="4" name="Google Shape;3020;p19">
              <a:extLst>
                <a:ext uri="{FF2B5EF4-FFF2-40B4-BE49-F238E27FC236}">
                  <a16:creationId xmlns:a16="http://schemas.microsoft.com/office/drawing/2014/main" id="{49184500-6FCB-D8E7-3E44-0B9A33113F56}"/>
                </a:ext>
              </a:extLst>
            </p:cNvPr>
            <p:cNvSpPr/>
            <p:nvPr/>
          </p:nvSpPr>
          <p:spPr>
            <a:xfrm>
              <a:off x="4215858" y="4568649"/>
              <a:ext cx="1477478" cy="416100"/>
            </a:xfrm>
            <a:prstGeom prst="chevron">
              <a:avLst>
                <a:gd name="adj" fmla="val 50000"/>
              </a:avLst>
            </a:prstGeom>
            <a:solidFill>
              <a:srgbClr val="E1B4A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dirty="0">
                  <a:latin typeface="Anaheim"/>
                  <a:ea typeface="Anaheim"/>
                  <a:cs typeface="Anaheim"/>
                  <a:sym typeface="Anaheim"/>
                </a:rPr>
                <a:t>Walkthrough</a:t>
              </a:r>
              <a:endParaRPr b="1" dirty="0">
                <a:latin typeface="Anaheim"/>
                <a:ea typeface="Anaheim"/>
                <a:cs typeface="Anaheim"/>
                <a:sym typeface="Anaheim"/>
              </a:endParaRPr>
            </a:p>
          </p:txBody>
        </p:sp>
        <p:sp>
          <p:nvSpPr>
            <p:cNvPr id="5" name="Google Shape;3021;p19">
              <a:extLst>
                <a:ext uri="{FF2B5EF4-FFF2-40B4-BE49-F238E27FC236}">
                  <a16:creationId xmlns:a16="http://schemas.microsoft.com/office/drawing/2014/main" id="{08423A9B-8E57-6585-3D3D-557145714661}"/>
                </a:ext>
              </a:extLst>
            </p:cNvPr>
            <p:cNvSpPr/>
            <p:nvPr/>
          </p:nvSpPr>
          <p:spPr>
            <a:xfrm>
              <a:off x="6859365" y="4565635"/>
              <a:ext cx="148132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Conclusion</a:t>
              </a:r>
              <a:endParaRPr dirty="0">
                <a:latin typeface="Anaheim"/>
                <a:ea typeface="Anaheim"/>
                <a:cs typeface="Anaheim"/>
                <a:sym typeface="Anaheim"/>
              </a:endParaRPr>
            </a:p>
          </p:txBody>
        </p:sp>
        <p:sp>
          <p:nvSpPr>
            <p:cNvPr id="6" name="Google Shape;3020;p19">
              <a:extLst>
                <a:ext uri="{FF2B5EF4-FFF2-40B4-BE49-F238E27FC236}">
                  <a16:creationId xmlns:a16="http://schemas.microsoft.com/office/drawing/2014/main" id="{FC5321DA-A9FB-15D0-038B-5ACA5813B4F6}"/>
                </a:ext>
              </a:extLst>
            </p:cNvPr>
            <p:cNvSpPr/>
            <p:nvPr/>
          </p:nvSpPr>
          <p:spPr>
            <a:xfrm>
              <a:off x="2892075" y="4568650"/>
              <a:ext cx="148132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Team Dynamic</a:t>
              </a:r>
              <a:endParaRPr dirty="0">
                <a:latin typeface="Anaheim"/>
                <a:ea typeface="Anaheim"/>
                <a:cs typeface="Anaheim"/>
                <a:sym typeface="Anaheim"/>
              </a:endParaRPr>
            </a:p>
          </p:txBody>
        </p:sp>
        <p:sp>
          <p:nvSpPr>
            <p:cNvPr id="7" name="Google Shape;3020;p19">
              <a:extLst>
                <a:ext uri="{FF2B5EF4-FFF2-40B4-BE49-F238E27FC236}">
                  <a16:creationId xmlns:a16="http://schemas.microsoft.com/office/drawing/2014/main" id="{84E2808C-7E77-8275-0342-5191FB6F3A8B}"/>
                </a:ext>
              </a:extLst>
            </p:cNvPr>
            <p:cNvSpPr/>
            <p:nvPr/>
          </p:nvSpPr>
          <p:spPr>
            <a:xfrm>
              <a:off x="5534655" y="4568648"/>
              <a:ext cx="147747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Reflection</a:t>
              </a:r>
              <a:endParaRPr dirty="0">
                <a:latin typeface="Anaheim"/>
                <a:ea typeface="Anaheim"/>
                <a:cs typeface="Anaheim"/>
                <a:sym typeface="Anaheim"/>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 grpId="0"/>
      <p:bldP spid="34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27"/>
        <p:cNvGrpSpPr/>
        <p:nvPr/>
      </p:nvGrpSpPr>
      <p:grpSpPr>
        <a:xfrm>
          <a:off x="0" y="0"/>
          <a:ext cx="0" cy="0"/>
          <a:chOff x="0" y="0"/>
          <a:chExt cx="0" cy="0"/>
        </a:xfrm>
      </p:grpSpPr>
      <p:sp>
        <p:nvSpPr>
          <p:cNvPr id="3428" name="Google Shape;3428;p23"/>
          <p:cNvSpPr txBox="1">
            <a:spLocks noGrp="1"/>
          </p:cNvSpPr>
          <p:nvPr>
            <p:ph type="title"/>
          </p:nvPr>
        </p:nvSpPr>
        <p:spPr>
          <a:xfrm>
            <a:off x="522924" y="278375"/>
            <a:ext cx="8289003" cy="639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 dirty="0"/>
              <a:t>Walkthrough - Top 5 Similar Songs</a:t>
            </a:r>
            <a:endParaRPr dirty="0"/>
          </a:p>
        </p:txBody>
      </p:sp>
      <p:graphicFrame>
        <p:nvGraphicFramePr>
          <p:cNvPr id="3429" name="Google Shape;3429;p23"/>
          <p:cNvGraphicFramePr/>
          <p:nvPr>
            <p:extLst>
              <p:ext uri="{D42A27DB-BD31-4B8C-83A1-F6EECF244321}">
                <p14:modId xmlns:p14="http://schemas.microsoft.com/office/powerpoint/2010/main" val="2421197242"/>
              </p:ext>
            </p:extLst>
          </p:nvPr>
        </p:nvGraphicFramePr>
        <p:xfrm>
          <a:off x="1480281" y="1051875"/>
          <a:ext cx="6204300" cy="3039750"/>
        </p:xfrm>
        <a:graphic>
          <a:graphicData uri="http://schemas.openxmlformats.org/drawingml/2006/table">
            <a:tbl>
              <a:tblPr firstRow="1" bandRow="1">
                <a:noFill/>
                <a:tableStyleId>{919F22C7-4A8A-4A3F-95C8-0602544A5ABA}</a:tableStyleId>
              </a:tblPr>
              <a:tblGrid>
                <a:gridCol w="838525">
                  <a:extLst>
                    <a:ext uri="{9D8B030D-6E8A-4147-A177-3AD203B41FA5}">
                      <a16:colId xmlns:a16="http://schemas.microsoft.com/office/drawing/2014/main" val="20000"/>
                    </a:ext>
                  </a:extLst>
                </a:gridCol>
                <a:gridCol w="2263625">
                  <a:extLst>
                    <a:ext uri="{9D8B030D-6E8A-4147-A177-3AD203B41FA5}">
                      <a16:colId xmlns:a16="http://schemas.microsoft.com/office/drawing/2014/main" val="20001"/>
                    </a:ext>
                  </a:extLst>
                </a:gridCol>
                <a:gridCol w="1551075">
                  <a:extLst>
                    <a:ext uri="{9D8B030D-6E8A-4147-A177-3AD203B41FA5}">
                      <a16:colId xmlns:a16="http://schemas.microsoft.com/office/drawing/2014/main" val="20002"/>
                    </a:ext>
                  </a:extLst>
                </a:gridCol>
                <a:gridCol w="1551075">
                  <a:extLst>
                    <a:ext uri="{9D8B030D-6E8A-4147-A177-3AD203B41FA5}">
                      <a16:colId xmlns:a16="http://schemas.microsoft.com/office/drawing/2014/main" val="20003"/>
                    </a:ext>
                  </a:extLst>
                </a:gridCol>
              </a:tblGrid>
              <a:tr h="422875">
                <a:tc>
                  <a:txBody>
                    <a:bodyPr/>
                    <a:lstStyle/>
                    <a:p>
                      <a:pPr marL="0" marR="0" lvl="0" indent="0" algn="ctr" rtl="0">
                        <a:lnSpc>
                          <a:spcPct val="100000"/>
                        </a:lnSpc>
                        <a:spcBef>
                          <a:spcPts val="0"/>
                        </a:spcBef>
                        <a:spcAft>
                          <a:spcPts val="0"/>
                        </a:spcAft>
                        <a:buNone/>
                      </a:pPr>
                      <a:r>
                        <a:rPr lang="en" sz="1800" b="0">
                          <a:solidFill>
                            <a:schemeClr val="dk1"/>
                          </a:solidFill>
                          <a:latin typeface="Poppins ExtraBold"/>
                          <a:ea typeface="Poppins ExtraBold"/>
                          <a:cs typeface="Poppins ExtraBold"/>
                          <a:sym typeface="Poppins ExtraBold"/>
                        </a:rPr>
                        <a:t>Rank</a:t>
                      </a:r>
                      <a:endParaRPr sz="1800" b="0">
                        <a:solidFill>
                          <a:schemeClr val="dk1"/>
                        </a:solidFill>
                        <a:latin typeface="Poppins ExtraBold"/>
                        <a:ea typeface="Poppins ExtraBold"/>
                        <a:cs typeface="Poppins ExtraBold"/>
                        <a:sym typeface="Poppins ExtraBold"/>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b="0">
                          <a:solidFill>
                            <a:schemeClr val="dk1"/>
                          </a:solidFill>
                          <a:latin typeface="Poppins ExtraBold"/>
                          <a:ea typeface="Poppins ExtraBold"/>
                          <a:cs typeface="Poppins ExtraBold"/>
                          <a:sym typeface="Poppins ExtraBold"/>
                        </a:rPr>
                        <a:t>Artist</a:t>
                      </a:r>
                      <a:endParaRPr sz="1800" u="none" strike="noStrike" cap="none">
                        <a:latin typeface="Poppins ExtraBold"/>
                        <a:ea typeface="Poppins ExtraBold"/>
                        <a:cs typeface="Poppins ExtraBold"/>
                        <a:sym typeface="Poppins ExtraBold"/>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 sz="1800">
                          <a:solidFill>
                            <a:schemeClr val="dk1"/>
                          </a:solidFill>
                          <a:latin typeface="Poppins ExtraBold"/>
                          <a:ea typeface="Poppins ExtraBold"/>
                          <a:cs typeface="Poppins ExtraBold"/>
                          <a:sym typeface="Poppins ExtraBold"/>
                        </a:rPr>
                        <a:t>Title</a:t>
                      </a:r>
                      <a:endParaRPr sz="1800" b="1">
                        <a:solidFill>
                          <a:schemeClr val="dk1"/>
                        </a:solidFill>
                        <a:latin typeface="Poppins ExtraBold"/>
                        <a:ea typeface="Poppins ExtraBold"/>
                        <a:cs typeface="Poppins ExtraBold"/>
                        <a:sym typeface="Poppins ExtraBold"/>
                      </a:endParaRPr>
                    </a:p>
                  </a:txBody>
                  <a:tcPr marL="91450" marR="91450" marT="45725" marB="45725" anchor="ctr">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523375">
                <a:tc>
                  <a:txBody>
                    <a:bodyPr/>
                    <a:lstStyle/>
                    <a:p>
                      <a:pPr marL="0" marR="0" lvl="0" indent="0" algn="ctr" rtl="0">
                        <a:lnSpc>
                          <a:spcPct val="100000"/>
                        </a:lnSpc>
                        <a:spcBef>
                          <a:spcPts val="0"/>
                        </a:spcBef>
                        <a:spcAft>
                          <a:spcPts val="0"/>
                        </a:spcAft>
                        <a:buNone/>
                      </a:pPr>
                      <a:r>
                        <a:rPr lang="en" sz="1800">
                          <a:latin typeface="Poppins ExtraBold"/>
                          <a:ea typeface="Poppins ExtraBold"/>
                          <a:cs typeface="Poppins ExtraBold"/>
                          <a:sym typeface="Poppins ExtraBold"/>
                        </a:rPr>
                        <a:t>1</a:t>
                      </a:r>
                      <a:endParaRPr sz="1800">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dirty="0">
                          <a:latin typeface="Anaheim Medium"/>
                          <a:ea typeface="Anaheim Medium"/>
                          <a:cs typeface="Anaheim Medium"/>
                          <a:sym typeface="Anaheim Medium"/>
                        </a:rPr>
                        <a:t>Jason Aldean</a:t>
                      </a:r>
                      <a:endParaRPr sz="1800" u="none" strike="noStrike" cap="none" dirty="0">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lvl="0" indent="0" algn="ctr" rtl="0">
                        <a:lnSpc>
                          <a:spcPct val="90000"/>
                        </a:lnSpc>
                        <a:spcBef>
                          <a:spcPts val="750"/>
                        </a:spcBef>
                        <a:spcAft>
                          <a:spcPts val="0"/>
                        </a:spcAft>
                        <a:buNone/>
                      </a:pPr>
                      <a:r>
                        <a:rPr lang="en" sz="1500">
                          <a:latin typeface="Anaheim Medium"/>
                          <a:ea typeface="Anaheim Medium"/>
                          <a:cs typeface="Anaheim Medium"/>
                          <a:sym typeface="Anaheim Medium"/>
                        </a:rPr>
                        <a:t>Laughed Until We Cried </a:t>
                      </a:r>
                      <a:endParaRPr sz="1500">
                        <a:solidFill>
                          <a:schemeClr val="dk1"/>
                        </a:solidFill>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1"/>
                  </a:ext>
                </a:extLst>
              </a:tr>
              <a:tr h="523375">
                <a:tc>
                  <a:txBody>
                    <a:bodyPr/>
                    <a:lstStyle/>
                    <a:p>
                      <a:pPr marL="0" lvl="0" indent="0" algn="ctr" rtl="0">
                        <a:spcBef>
                          <a:spcPts val="0"/>
                        </a:spcBef>
                        <a:spcAft>
                          <a:spcPts val="0"/>
                        </a:spcAft>
                        <a:buNone/>
                      </a:pPr>
                      <a:r>
                        <a:rPr lang="en" sz="1800">
                          <a:latin typeface="Poppins ExtraBold"/>
                          <a:ea typeface="Poppins ExtraBold"/>
                          <a:cs typeface="Poppins ExtraBold"/>
                          <a:sym typeface="Poppins ExtraBold"/>
                        </a:rPr>
                        <a:t>2</a:t>
                      </a:r>
                      <a:endParaRPr sz="1800">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a:latin typeface="Anaheim Medium"/>
                          <a:ea typeface="Anaheim Medium"/>
                          <a:cs typeface="Anaheim Medium"/>
                          <a:sym typeface="Anaheim Medium"/>
                        </a:rPr>
                        <a:t>Ella Mai</a:t>
                      </a:r>
                      <a:endParaRPr sz="18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 sz="1500">
                          <a:latin typeface="Anaheim Medium"/>
                          <a:ea typeface="Anaheim Medium"/>
                          <a:cs typeface="Anaheim Medium"/>
                          <a:sym typeface="Anaheim Medium"/>
                        </a:rPr>
                        <a:t>She Don't (Feat. Ty Dolla $ign)</a:t>
                      </a:r>
                      <a:endParaRPr sz="1500">
                        <a:solidFill>
                          <a:schemeClr val="dk1"/>
                        </a:solidFill>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2"/>
                  </a:ext>
                </a:extLst>
              </a:tr>
              <a:tr h="523375">
                <a:tc>
                  <a:txBody>
                    <a:bodyPr/>
                    <a:lstStyle/>
                    <a:p>
                      <a:pPr marL="0" lvl="0" indent="0" algn="ctr" rtl="0">
                        <a:spcBef>
                          <a:spcPts val="0"/>
                        </a:spcBef>
                        <a:spcAft>
                          <a:spcPts val="0"/>
                        </a:spcAft>
                        <a:buNone/>
                      </a:pPr>
                      <a:r>
                        <a:rPr lang="en" sz="1800">
                          <a:latin typeface="Poppins ExtraBold"/>
                          <a:ea typeface="Poppins ExtraBold"/>
                          <a:cs typeface="Poppins ExtraBold"/>
                          <a:sym typeface="Poppins ExtraBold"/>
                        </a:rPr>
                        <a:t>3</a:t>
                      </a:r>
                      <a:endParaRPr sz="1800">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a:latin typeface="Anaheim Medium"/>
                          <a:ea typeface="Anaheim Medium"/>
                          <a:cs typeface="Anaheim Medium"/>
                          <a:sym typeface="Anaheim Medium"/>
                        </a:rPr>
                        <a:t>The Wombats</a:t>
                      </a:r>
                      <a:endParaRPr sz="18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 sz="1500">
                          <a:latin typeface="Anaheim Medium"/>
                          <a:ea typeface="Anaheim Medium"/>
                          <a:cs typeface="Anaheim Medium"/>
                          <a:sym typeface="Anaheim Medium"/>
                        </a:rPr>
                        <a:t>Give Me A Try</a:t>
                      </a:r>
                      <a:endParaRPr sz="1500">
                        <a:solidFill>
                          <a:schemeClr val="dk1"/>
                        </a:solidFill>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3"/>
                  </a:ext>
                </a:extLst>
              </a:tr>
              <a:tr h="523375">
                <a:tc>
                  <a:txBody>
                    <a:bodyPr/>
                    <a:lstStyle/>
                    <a:p>
                      <a:pPr marL="0" lvl="0" indent="0" algn="ctr" rtl="0">
                        <a:spcBef>
                          <a:spcPts val="0"/>
                        </a:spcBef>
                        <a:spcAft>
                          <a:spcPts val="0"/>
                        </a:spcAft>
                        <a:buNone/>
                      </a:pPr>
                      <a:r>
                        <a:rPr lang="en" sz="1800">
                          <a:latin typeface="Poppins ExtraBold"/>
                          <a:ea typeface="Poppins ExtraBold"/>
                          <a:cs typeface="Poppins ExtraBold"/>
                          <a:sym typeface="Poppins ExtraBold"/>
                        </a:rPr>
                        <a:t>4</a:t>
                      </a:r>
                      <a:endParaRPr sz="1800">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800">
                          <a:latin typeface="Anaheim Medium"/>
                          <a:ea typeface="Anaheim Medium"/>
                          <a:cs typeface="Anaheim Medium"/>
                          <a:sym typeface="Anaheim Medium"/>
                        </a:rPr>
                        <a:t>Cardi B</a:t>
                      </a:r>
                      <a:endParaRPr sz="18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 sz="1500">
                          <a:latin typeface="Anaheim Medium"/>
                          <a:ea typeface="Anaheim Medium"/>
                          <a:cs typeface="Anaheim Medium"/>
                          <a:sym typeface="Anaheim Medium"/>
                        </a:rPr>
                        <a:t>Thru Your Phone</a:t>
                      </a:r>
                      <a:endParaRPr sz="1500">
                        <a:solidFill>
                          <a:schemeClr val="dk1"/>
                        </a:solidFill>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4"/>
                  </a:ext>
                </a:extLst>
              </a:tr>
              <a:tr h="523375">
                <a:tc>
                  <a:txBody>
                    <a:bodyPr/>
                    <a:lstStyle/>
                    <a:p>
                      <a:pPr marL="0" lvl="0" indent="0" algn="ctr" rtl="0">
                        <a:spcBef>
                          <a:spcPts val="0"/>
                        </a:spcBef>
                        <a:spcAft>
                          <a:spcPts val="0"/>
                        </a:spcAft>
                        <a:buNone/>
                      </a:pPr>
                      <a:r>
                        <a:rPr lang="en" sz="1800">
                          <a:latin typeface="Poppins ExtraBold"/>
                          <a:ea typeface="Poppins ExtraBold"/>
                          <a:cs typeface="Poppins ExtraBold"/>
                          <a:sym typeface="Poppins ExtraBold"/>
                        </a:rPr>
                        <a:t>5</a:t>
                      </a:r>
                      <a:endParaRPr sz="1800">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800">
                          <a:latin typeface="Anaheim Medium"/>
                          <a:ea typeface="Anaheim Medium"/>
                          <a:cs typeface="Anaheim Medium"/>
                          <a:sym typeface="Anaheim Medium"/>
                        </a:rPr>
                        <a:t>Slightly Stoopid</a:t>
                      </a:r>
                      <a:endParaRPr sz="1800">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 sz="1500" dirty="0" err="1">
                          <a:latin typeface="Anaheim Medium"/>
                          <a:ea typeface="Anaheim Medium"/>
                          <a:cs typeface="Anaheim Medium"/>
                          <a:sym typeface="Anaheim Medium"/>
                        </a:rPr>
                        <a:t>Thinkin</a:t>
                      </a:r>
                      <a:r>
                        <a:rPr lang="en" sz="1500" dirty="0">
                          <a:latin typeface="Anaheim Medium"/>
                          <a:ea typeface="Anaheim Medium"/>
                          <a:cs typeface="Anaheim Medium"/>
                          <a:sym typeface="Anaheim Medium"/>
                        </a:rPr>
                        <a:t> Bout Cops</a:t>
                      </a:r>
                      <a:endParaRPr sz="1500" dirty="0">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5"/>
                  </a:ext>
                </a:extLst>
              </a:tr>
            </a:tbl>
          </a:graphicData>
        </a:graphic>
      </p:graphicFrame>
      <p:grpSp>
        <p:nvGrpSpPr>
          <p:cNvPr id="2" name="Group 1">
            <a:extLst>
              <a:ext uri="{FF2B5EF4-FFF2-40B4-BE49-F238E27FC236}">
                <a16:creationId xmlns:a16="http://schemas.microsoft.com/office/drawing/2014/main" id="{8217E2F4-C161-DC68-C38F-9FB16D67DA87}"/>
              </a:ext>
            </a:extLst>
          </p:cNvPr>
          <p:cNvGrpSpPr/>
          <p:nvPr/>
        </p:nvGrpSpPr>
        <p:grpSpPr>
          <a:xfrm>
            <a:off x="1184381" y="4565635"/>
            <a:ext cx="6775238" cy="419115"/>
            <a:chOff x="1565455" y="4565635"/>
            <a:chExt cx="6775238" cy="419115"/>
          </a:xfrm>
        </p:grpSpPr>
        <p:sp>
          <p:nvSpPr>
            <p:cNvPr id="3" name="Google Shape;3019;p19">
              <a:extLst>
                <a:ext uri="{FF2B5EF4-FFF2-40B4-BE49-F238E27FC236}">
                  <a16:creationId xmlns:a16="http://schemas.microsoft.com/office/drawing/2014/main" id="{E8760EEF-446B-E599-FAD6-CC20A7982E4C}"/>
                </a:ext>
              </a:extLst>
            </p:cNvPr>
            <p:cNvSpPr/>
            <p:nvPr/>
          </p:nvSpPr>
          <p:spPr>
            <a:xfrm>
              <a:off x="1565455" y="4568650"/>
              <a:ext cx="1481328" cy="416100"/>
            </a:xfrm>
            <a:prstGeom prst="homePlate">
              <a:avLst>
                <a:gd name="adj" fmla="val 50000"/>
              </a:avLst>
            </a:prstGeom>
            <a:solidFill>
              <a:schemeClr val="tx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Methodology</a:t>
              </a:r>
              <a:endParaRPr dirty="0">
                <a:latin typeface="Anaheim"/>
                <a:ea typeface="Anaheim"/>
                <a:cs typeface="Anaheim"/>
                <a:sym typeface="Anaheim"/>
              </a:endParaRPr>
            </a:p>
          </p:txBody>
        </p:sp>
        <p:sp>
          <p:nvSpPr>
            <p:cNvPr id="4" name="Google Shape;3020;p19">
              <a:extLst>
                <a:ext uri="{FF2B5EF4-FFF2-40B4-BE49-F238E27FC236}">
                  <a16:creationId xmlns:a16="http://schemas.microsoft.com/office/drawing/2014/main" id="{1B6AF81C-AC38-6987-8963-F8BA3B59DE75}"/>
                </a:ext>
              </a:extLst>
            </p:cNvPr>
            <p:cNvSpPr/>
            <p:nvPr/>
          </p:nvSpPr>
          <p:spPr>
            <a:xfrm>
              <a:off x="4215858" y="4568649"/>
              <a:ext cx="1477478" cy="416100"/>
            </a:xfrm>
            <a:prstGeom prst="chevron">
              <a:avLst>
                <a:gd name="adj" fmla="val 50000"/>
              </a:avLst>
            </a:prstGeom>
            <a:solidFill>
              <a:srgbClr val="E1B4A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dirty="0">
                  <a:latin typeface="Anaheim"/>
                  <a:ea typeface="Anaheim"/>
                  <a:cs typeface="Anaheim"/>
                  <a:sym typeface="Anaheim"/>
                </a:rPr>
                <a:t>Walkthrough</a:t>
              </a:r>
              <a:endParaRPr b="1" dirty="0">
                <a:latin typeface="Anaheim"/>
                <a:ea typeface="Anaheim"/>
                <a:cs typeface="Anaheim"/>
                <a:sym typeface="Anaheim"/>
              </a:endParaRPr>
            </a:p>
          </p:txBody>
        </p:sp>
        <p:sp>
          <p:nvSpPr>
            <p:cNvPr id="5" name="Google Shape;3021;p19">
              <a:extLst>
                <a:ext uri="{FF2B5EF4-FFF2-40B4-BE49-F238E27FC236}">
                  <a16:creationId xmlns:a16="http://schemas.microsoft.com/office/drawing/2014/main" id="{5A2E47CA-ECFB-FF8A-7407-5BA05E07FED8}"/>
                </a:ext>
              </a:extLst>
            </p:cNvPr>
            <p:cNvSpPr/>
            <p:nvPr/>
          </p:nvSpPr>
          <p:spPr>
            <a:xfrm>
              <a:off x="6859365" y="4565635"/>
              <a:ext cx="148132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Conclusion</a:t>
              </a:r>
              <a:endParaRPr dirty="0">
                <a:latin typeface="Anaheim"/>
                <a:ea typeface="Anaheim"/>
                <a:cs typeface="Anaheim"/>
                <a:sym typeface="Anaheim"/>
              </a:endParaRPr>
            </a:p>
          </p:txBody>
        </p:sp>
        <p:sp>
          <p:nvSpPr>
            <p:cNvPr id="6" name="Google Shape;3020;p19">
              <a:extLst>
                <a:ext uri="{FF2B5EF4-FFF2-40B4-BE49-F238E27FC236}">
                  <a16:creationId xmlns:a16="http://schemas.microsoft.com/office/drawing/2014/main" id="{60BE2EC8-A3B0-1C5B-7B16-3EB51D71D768}"/>
                </a:ext>
              </a:extLst>
            </p:cNvPr>
            <p:cNvSpPr/>
            <p:nvPr/>
          </p:nvSpPr>
          <p:spPr>
            <a:xfrm>
              <a:off x="2892075" y="4568650"/>
              <a:ext cx="148132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Team Dynamic</a:t>
              </a:r>
              <a:endParaRPr dirty="0">
                <a:latin typeface="Anaheim"/>
                <a:ea typeface="Anaheim"/>
                <a:cs typeface="Anaheim"/>
                <a:sym typeface="Anaheim"/>
              </a:endParaRPr>
            </a:p>
          </p:txBody>
        </p:sp>
        <p:sp>
          <p:nvSpPr>
            <p:cNvPr id="7" name="Google Shape;3020;p19">
              <a:extLst>
                <a:ext uri="{FF2B5EF4-FFF2-40B4-BE49-F238E27FC236}">
                  <a16:creationId xmlns:a16="http://schemas.microsoft.com/office/drawing/2014/main" id="{3929E868-D7C4-D8E2-36B1-994BA77B0710}"/>
                </a:ext>
              </a:extLst>
            </p:cNvPr>
            <p:cNvSpPr/>
            <p:nvPr/>
          </p:nvSpPr>
          <p:spPr>
            <a:xfrm>
              <a:off x="5534655" y="4568648"/>
              <a:ext cx="147747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Reflection</a:t>
              </a:r>
              <a:endParaRPr dirty="0">
                <a:latin typeface="Anaheim"/>
                <a:ea typeface="Anaheim"/>
                <a:cs typeface="Anaheim"/>
                <a:sym typeface="Anaheim"/>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36"/>
        <p:cNvGrpSpPr/>
        <p:nvPr/>
      </p:nvGrpSpPr>
      <p:grpSpPr>
        <a:xfrm>
          <a:off x="0" y="0"/>
          <a:ext cx="0" cy="0"/>
          <a:chOff x="0" y="0"/>
          <a:chExt cx="0" cy="0"/>
        </a:xfrm>
      </p:grpSpPr>
      <p:sp>
        <p:nvSpPr>
          <p:cNvPr id="3437" name="Google Shape;3437;p24"/>
          <p:cNvSpPr txBox="1">
            <a:spLocks noGrp="1"/>
          </p:cNvSpPr>
          <p:nvPr>
            <p:ph type="title"/>
          </p:nvPr>
        </p:nvSpPr>
        <p:spPr>
          <a:xfrm>
            <a:off x="522925" y="278375"/>
            <a:ext cx="7897200" cy="6393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 dirty="0"/>
              <a:t>Walkthrough - Recommendations</a:t>
            </a:r>
            <a:endParaRPr dirty="0"/>
          </a:p>
        </p:txBody>
      </p:sp>
      <p:graphicFrame>
        <p:nvGraphicFramePr>
          <p:cNvPr id="3438" name="Google Shape;3438;p24"/>
          <p:cNvGraphicFramePr/>
          <p:nvPr/>
        </p:nvGraphicFramePr>
        <p:xfrm>
          <a:off x="393922" y="1057147"/>
          <a:ext cx="8356150" cy="3019655"/>
        </p:xfrm>
        <a:graphic>
          <a:graphicData uri="http://schemas.openxmlformats.org/drawingml/2006/table">
            <a:tbl>
              <a:tblPr firstRow="1" bandRow="1">
                <a:noFill/>
                <a:tableStyleId>{919F22C7-4A8A-4A3F-95C8-0602544A5ABA}</a:tableStyleId>
              </a:tblPr>
              <a:tblGrid>
                <a:gridCol w="1838350">
                  <a:extLst>
                    <a:ext uri="{9D8B030D-6E8A-4147-A177-3AD203B41FA5}">
                      <a16:colId xmlns:a16="http://schemas.microsoft.com/office/drawing/2014/main" val="20000"/>
                    </a:ext>
                  </a:extLst>
                </a:gridCol>
                <a:gridCol w="1642200">
                  <a:extLst>
                    <a:ext uri="{9D8B030D-6E8A-4147-A177-3AD203B41FA5}">
                      <a16:colId xmlns:a16="http://schemas.microsoft.com/office/drawing/2014/main" val="20001"/>
                    </a:ext>
                  </a:extLst>
                </a:gridCol>
                <a:gridCol w="4875600">
                  <a:extLst>
                    <a:ext uri="{9D8B030D-6E8A-4147-A177-3AD203B41FA5}">
                      <a16:colId xmlns:a16="http://schemas.microsoft.com/office/drawing/2014/main" val="20002"/>
                    </a:ext>
                  </a:extLst>
                </a:gridCol>
              </a:tblGrid>
              <a:tr h="550025">
                <a:tc>
                  <a:txBody>
                    <a:bodyPr/>
                    <a:lstStyle/>
                    <a:p>
                      <a:pPr marL="0" marR="0" lvl="0" indent="0" algn="ctr" rtl="0">
                        <a:lnSpc>
                          <a:spcPct val="100000"/>
                        </a:lnSpc>
                        <a:spcBef>
                          <a:spcPts val="0"/>
                        </a:spcBef>
                        <a:spcAft>
                          <a:spcPts val="0"/>
                        </a:spcAft>
                        <a:buClr>
                          <a:srgbClr val="000000"/>
                        </a:buClr>
                        <a:buSzPts val="1800"/>
                        <a:buFont typeface="Arial"/>
                        <a:buNone/>
                      </a:pPr>
                      <a:r>
                        <a:rPr lang="en" sz="1800" b="0" dirty="0">
                          <a:solidFill>
                            <a:schemeClr val="dk1"/>
                          </a:solidFill>
                          <a:latin typeface="Poppins ExtraBold"/>
                          <a:ea typeface="Poppins ExtraBold"/>
                          <a:cs typeface="Poppins ExtraBold"/>
                          <a:sym typeface="Poppins ExtraBold"/>
                        </a:rPr>
                        <a:t>Metric</a:t>
                      </a:r>
                      <a:endParaRPr sz="1800" u="none" strike="noStrike" cap="none" dirty="0">
                        <a:latin typeface="Poppins ExtraBold"/>
                        <a:ea typeface="Poppins ExtraBold"/>
                        <a:cs typeface="Poppins ExtraBold"/>
                        <a:sym typeface="Poppins ExtraBold"/>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b="0">
                          <a:solidFill>
                            <a:schemeClr val="dk1"/>
                          </a:solidFill>
                          <a:latin typeface="Poppins ExtraBold"/>
                          <a:ea typeface="Poppins ExtraBold"/>
                          <a:cs typeface="Poppins ExtraBold"/>
                          <a:sym typeface="Poppins ExtraBold"/>
                        </a:rPr>
                        <a:t>Magnitude</a:t>
                      </a:r>
                      <a:endParaRPr sz="1800" u="none" strike="noStrike" cap="none">
                        <a:solidFill>
                          <a:schemeClr val="dk1"/>
                        </a:solidFill>
                        <a:latin typeface="Poppins ExtraBold"/>
                        <a:ea typeface="Poppins ExtraBold"/>
                        <a:cs typeface="Poppins ExtraBold"/>
                        <a:sym typeface="Poppins ExtraBold"/>
                      </a:endParaRPr>
                    </a:p>
                  </a:txBody>
                  <a:tcPr marL="91450" marR="91450" marT="45725" marB="45725" anchor="ctr">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b="0">
                          <a:solidFill>
                            <a:schemeClr val="dk1"/>
                          </a:solidFill>
                          <a:latin typeface="Poppins ExtraBold"/>
                          <a:ea typeface="Poppins ExtraBold"/>
                          <a:cs typeface="Poppins ExtraBold"/>
                          <a:sym typeface="Poppins ExtraBold"/>
                        </a:rPr>
                        <a:t>Recommendation</a:t>
                      </a:r>
                      <a:endParaRPr sz="1800" u="none" strike="noStrike" cap="none">
                        <a:solidFill>
                          <a:schemeClr val="dk1"/>
                        </a:solidFill>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30475">
                <a:tc>
                  <a:txBody>
                    <a:bodyPr/>
                    <a:lstStyle/>
                    <a:p>
                      <a:pPr marL="0" marR="0" lvl="0" indent="0" algn="ctr" rtl="0">
                        <a:lnSpc>
                          <a:spcPct val="100000"/>
                        </a:lnSpc>
                        <a:spcBef>
                          <a:spcPts val="0"/>
                        </a:spcBef>
                        <a:spcAft>
                          <a:spcPts val="0"/>
                        </a:spcAft>
                        <a:buClr>
                          <a:srgbClr val="000000"/>
                        </a:buClr>
                        <a:buSzPts val="1800"/>
                        <a:buFont typeface="Arial"/>
                        <a:buNone/>
                      </a:pPr>
                      <a:r>
                        <a:rPr lang="en" sz="1800">
                          <a:latin typeface="Poppins ExtraBold"/>
                          <a:ea typeface="Poppins ExtraBold"/>
                          <a:cs typeface="Poppins ExtraBold"/>
                          <a:sym typeface="Poppins ExtraBold"/>
                        </a:rPr>
                        <a:t>Danceability</a:t>
                      </a:r>
                      <a:endParaRPr sz="1800" u="none" strike="noStrike" cap="none">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b="1">
                          <a:latin typeface="Anaheim"/>
                          <a:ea typeface="Anaheim"/>
                          <a:cs typeface="Anaheim"/>
                          <a:sym typeface="Anaheim"/>
                        </a:rPr>
                        <a:t>6.4</a:t>
                      </a:r>
                      <a:endParaRPr sz="1500" b="1" u="none" strike="noStrike" cap="none">
                        <a:latin typeface="Anaheim"/>
                        <a:ea typeface="Anaheim"/>
                        <a:cs typeface="Anaheim"/>
                        <a:sym typeface="Anahei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a:latin typeface="Anaheim Medium"/>
                          <a:ea typeface="Anaheim Medium"/>
                          <a:cs typeface="Anaheim Medium"/>
                          <a:sym typeface="Anaheim Medium"/>
                        </a:rPr>
                        <a:t>Your track should have moderately high danceability. Incorporate clear rhythms, moderate tempos, and catchy, repetitive hooks. Pop, indie, or soft electronic genres may work well.</a:t>
                      </a:r>
                      <a:endParaRPr sz="12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58975">
                <a:tc>
                  <a:txBody>
                    <a:bodyPr/>
                    <a:lstStyle/>
                    <a:p>
                      <a:pPr marL="0" marR="0" lvl="0" indent="0" algn="ctr" rtl="0">
                        <a:lnSpc>
                          <a:spcPct val="100000"/>
                        </a:lnSpc>
                        <a:spcBef>
                          <a:spcPts val="0"/>
                        </a:spcBef>
                        <a:spcAft>
                          <a:spcPts val="0"/>
                        </a:spcAft>
                        <a:buClr>
                          <a:srgbClr val="000000"/>
                        </a:buClr>
                        <a:buSzPts val="1800"/>
                        <a:buFont typeface="Arial"/>
                        <a:buNone/>
                      </a:pPr>
                      <a:r>
                        <a:rPr lang="en" sz="1800">
                          <a:latin typeface="Poppins ExtraBold"/>
                          <a:ea typeface="Poppins ExtraBold"/>
                          <a:cs typeface="Poppins ExtraBold"/>
                          <a:sym typeface="Poppins ExtraBold"/>
                        </a:rPr>
                        <a:t>Loudness</a:t>
                      </a:r>
                      <a:endParaRPr sz="1800" u="none" strike="noStrike" cap="none">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b="1">
                          <a:latin typeface="Anaheim"/>
                          <a:ea typeface="Anaheim"/>
                          <a:cs typeface="Anaheim"/>
                          <a:sym typeface="Anaheim"/>
                        </a:rPr>
                        <a:t>7.8</a:t>
                      </a:r>
                      <a:endParaRPr sz="1500" b="1" u="none" strike="noStrike" cap="none">
                        <a:latin typeface="Anaheim"/>
                        <a:ea typeface="Anaheim"/>
                        <a:cs typeface="Anaheim"/>
                        <a:sym typeface="Anahei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a:latin typeface="Anaheim Medium"/>
                          <a:ea typeface="Anaheim Medium"/>
                          <a:cs typeface="Anaheim Medium"/>
                          <a:sym typeface="Anaheim Medium"/>
                        </a:rPr>
                        <a:t>Your track should have high loudness. Push for maximum impact with strong dynamics and loud instrumentation</a:t>
                      </a:r>
                      <a:endParaRPr sz="12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30475">
                <a:tc>
                  <a:txBody>
                    <a:bodyPr/>
                    <a:lstStyle/>
                    <a:p>
                      <a:pPr marL="0" marR="0" lvl="0" indent="0" algn="ctr" rtl="0">
                        <a:lnSpc>
                          <a:spcPct val="100000"/>
                        </a:lnSpc>
                        <a:spcBef>
                          <a:spcPts val="0"/>
                        </a:spcBef>
                        <a:spcAft>
                          <a:spcPts val="0"/>
                        </a:spcAft>
                        <a:buClr>
                          <a:srgbClr val="000000"/>
                        </a:buClr>
                        <a:buSzPts val="1800"/>
                        <a:buFont typeface="Arial"/>
                        <a:buNone/>
                      </a:pPr>
                      <a:r>
                        <a:rPr lang="en" sz="1800">
                          <a:latin typeface="Poppins ExtraBold"/>
                          <a:ea typeface="Poppins ExtraBold"/>
                          <a:cs typeface="Poppins ExtraBold"/>
                          <a:sym typeface="Poppins ExtraBold"/>
                        </a:rPr>
                        <a:t>Acousticness</a:t>
                      </a:r>
                      <a:endParaRPr sz="1800" u="none" strike="noStrike" cap="none">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b="1">
                          <a:latin typeface="Anaheim"/>
                          <a:ea typeface="Anaheim"/>
                          <a:cs typeface="Anaheim"/>
                          <a:sym typeface="Anaheim"/>
                        </a:rPr>
                        <a:t>2.0</a:t>
                      </a:r>
                      <a:endParaRPr sz="1500" b="1" u="none" strike="noStrike" cap="none">
                        <a:latin typeface="Anaheim"/>
                        <a:ea typeface="Anaheim"/>
                        <a:cs typeface="Anaheim"/>
                        <a:sym typeface="Anahei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a:latin typeface="Anaheim Medium"/>
                          <a:ea typeface="Anaheim Medium"/>
                          <a:cs typeface="Anaheim Medium"/>
                          <a:sym typeface="Anaheim Medium"/>
                        </a:rPr>
                        <a:t>Your track should have low acousticness. Emphasize electronic elements over acoustic ones, though some organic sounds may be present.</a:t>
                      </a:r>
                      <a:endParaRPr sz="12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0475">
                <a:tc>
                  <a:txBody>
                    <a:bodyPr/>
                    <a:lstStyle/>
                    <a:p>
                      <a:pPr marL="0" marR="0" lvl="0" indent="0" algn="ctr" rtl="0">
                        <a:lnSpc>
                          <a:spcPct val="100000"/>
                        </a:lnSpc>
                        <a:spcBef>
                          <a:spcPts val="0"/>
                        </a:spcBef>
                        <a:spcAft>
                          <a:spcPts val="0"/>
                        </a:spcAft>
                        <a:buNone/>
                      </a:pPr>
                      <a:r>
                        <a:rPr lang="en" sz="1800">
                          <a:latin typeface="Poppins ExtraBold"/>
                          <a:ea typeface="Poppins ExtraBold"/>
                          <a:cs typeface="Poppins ExtraBold"/>
                          <a:sym typeface="Poppins ExtraBold"/>
                        </a:rPr>
                        <a:t>Energy</a:t>
                      </a:r>
                      <a:endParaRPr sz="1800" u="none" strike="noStrike" cap="none">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500" b="1">
                          <a:latin typeface="Anaheim"/>
                          <a:ea typeface="Anaheim"/>
                          <a:cs typeface="Anaheim"/>
                          <a:sym typeface="Anaheim"/>
                        </a:rPr>
                        <a:t>6.5</a:t>
                      </a:r>
                      <a:endParaRPr sz="1500" b="1" u="none" strike="noStrike" cap="none">
                        <a:latin typeface="Anaheim"/>
                        <a:ea typeface="Anaheim"/>
                        <a:cs typeface="Anaheim"/>
                        <a:sym typeface="Anahei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dirty="0">
                          <a:latin typeface="Anaheim Medium"/>
                          <a:ea typeface="Anaheim Medium"/>
                          <a:cs typeface="Anaheim Medium"/>
                          <a:sym typeface="Anaheim Medium"/>
                        </a:rPr>
                        <a:t>Your track should have moderately high energy. Use vibrant tempos, energetic beats, and dynamic arrangements. Pop, indie rock, and upbeat R&amp;B are good fits here.</a:t>
                      </a:r>
                      <a:endParaRPr sz="1200" u="none" strike="noStrike" cap="none" dirty="0">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2" name="Group 1">
            <a:extLst>
              <a:ext uri="{FF2B5EF4-FFF2-40B4-BE49-F238E27FC236}">
                <a16:creationId xmlns:a16="http://schemas.microsoft.com/office/drawing/2014/main" id="{0B622A10-AB22-AE26-86F8-CAF7FF540EA3}"/>
              </a:ext>
            </a:extLst>
          </p:cNvPr>
          <p:cNvGrpSpPr/>
          <p:nvPr/>
        </p:nvGrpSpPr>
        <p:grpSpPr>
          <a:xfrm>
            <a:off x="1184381" y="4565635"/>
            <a:ext cx="6775238" cy="419115"/>
            <a:chOff x="1565455" y="4565635"/>
            <a:chExt cx="6775238" cy="419115"/>
          </a:xfrm>
        </p:grpSpPr>
        <p:sp>
          <p:nvSpPr>
            <p:cNvPr id="3" name="Google Shape;3019;p19">
              <a:extLst>
                <a:ext uri="{FF2B5EF4-FFF2-40B4-BE49-F238E27FC236}">
                  <a16:creationId xmlns:a16="http://schemas.microsoft.com/office/drawing/2014/main" id="{AA1E7B2D-221C-B49F-5CD2-D417C767DD68}"/>
                </a:ext>
              </a:extLst>
            </p:cNvPr>
            <p:cNvSpPr/>
            <p:nvPr/>
          </p:nvSpPr>
          <p:spPr>
            <a:xfrm>
              <a:off x="1565455" y="4568650"/>
              <a:ext cx="1481328" cy="416100"/>
            </a:xfrm>
            <a:prstGeom prst="homePlate">
              <a:avLst>
                <a:gd name="adj" fmla="val 50000"/>
              </a:avLst>
            </a:prstGeom>
            <a:solidFill>
              <a:schemeClr val="tx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Methodology</a:t>
              </a:r>
              <a:endParaRPr dirty="0">
                <a:latin typeface="Anaheim"/>
                <a:ea typeface="Anaheim"/>
                <a:cs typeface="Anaheim"/>
                <a:sym typeface="Anaheim"/>
              </a:endParaRPr>
            </a:p>
          </p:txBody>
        </p:sp>
        <p:sp>
          <p:nvSpPr>
            <p:cNvPr id="4" name="Google Shape;3020;p19">
              <a:extLst>
                <a:ext uri="{FF2B5EF4-FFF2-40B4-BE49-F238E27FC236}">
                  <a16:creationId xmlns:a16="http://schemas.microsoft.com/office/drawing/2014/main" id="{B4CC7D05-F810-5CB4-160C-18E4BB460667}"/>
                </a:ext>
              </a:extLst>
            </p:cNvPr>
            <p:cNvSpPr/>
            <p:nvPr/>
          </p:nvSpPr>
          <p:spPr>
            <a:xfrm>
              <a:off x="4215858" y="4568649"/>
              <a:ext cx="1477478" cy="416100"/>
            </a:xfrm>
            <a:prstGeom prst="chevron">
              <a:avLst>
                <a:gd name="adj" fmla="val 50000"/>
              </a:avLst>
            </a:prstGeom>
            <a:solidFill>
              <a:srgbClr val="E1B4A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dirty="0">
                  <a:latin typeface="Anaheim"/>
                  <a:ea typeface="Anaheim"/>
                  <a:cs typeface="Anaheim"/>
                  <a:sym typeface="Anaheim"/>
                </a:rPr>
                <a:t>Walkthrough</a:t>
              </a:r>
              <a:endParaRPr sz="1200" b="1" dirty="0">
                <a:latin typeface="Anaheim"/>
                <a:ea typeface="Anaheim"/>
                <a:cs typeface="Anaheim"/>
                <a:sym typeface="Anaheim"/>
              </a:endParaRPr>
            </a:p>
          </p:txBody>
        </p:sp>
        <p:sp>
          <p:nvSpPr>
            <p:cNvPr id="5" name="Google Shape;3021;p19">
              <a:extLst>
                <a:ext uri="{FF2B5EF4-FFF2-40B4-BE49-F238E27FC236}">
                  <a16:creationId xmlns:a16="http://schemas.microsoft.com/office/drawing/2014/main" id="{C83AEAA0-6CA3-35FE-8CD8-620845DC4AFD}"/>
                </a:ext>
              </a:extLst>
            </p:cNvPr>
            <p:cNvSpPr/>
            <p:nvPr/>
          </p:nvSpPr>
          <p:spPr>
            <a:xfrm>
              <a:off x="6859365" y="4565635"/>
              <a:ext cx="148132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Conclusion</a:t>
              </a:r>
              <a:endParaRPr dirty="0">
                <a:latin typeface="Anaheim"/>
                <a:ea typeface="Anaheim"/>
                <a:cs typeface="Anaheim"/>
                <a:sym typeface="Anaheim"/>
              </a:endParaRPr>
            </a:p>
          </p:txBody>
        </p:sp>
        <p:sp>
          <p:nvSpPr>
            <p:cNvPr id="6" name="Google Shape;3020;p19">
              <a:extLst>
                <a:ext uri="{FF2B5EF4-FFF2-40B4-BE49-F238E27FC236}">
                  <a16:creationId xmlns:a16="http://schemas.microsoft.com/office/drawing/2014/main" id="{3568AABB-F168-39D1-5D73-AF5F5413E85E}"/>
                </a:ext>
              </a:extLst>
            </p:cNvPr>
            <p:cNvSpPr/>
            <p:nvPr/>
          </p:nvSpPr>
          <p:spPr>
            <a:xfrm>
              <a:off x="2892075" y="4568650"/>
              <a:ext cx="148132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Team Dynamic</a:t>
              </a:r>
              <a:endParaRPr dirty="0">
                <a:latin typeface="Anaheim"/>
                <a:ea typeface="Anaheim"/>
                <a:cs typeface="Anaheim"/>
                <a:sym typeface="Anaheim"/>
              </a:endParaRPr>
            </a:p>
          </p:txBody>
        </p:sp>
        <p:sp>
          <p:nvSpPr>
            <p:cNvPr id="7" name="Google Shape;3020;p19">
              <a:extLst>
                <a:ext uri="{FF2B5EF4-FFF2-40B4-BE49-F238E27FC236}">
                  <a16:creationId xmlns:a16="http://schemas.microsoft.com/office/drawing/2014/main" id="{F869D1FF-9754-8DA8-F20D-4C4C18DA9AAA}"/>
                </a:ext>
              </a:extLst>
            </p:cNvPr>
            <p:cNvSpPr/>
            <p:nvPr/>
          </p:nvSpPr>
          <p:spPr>
            <a:xfrm>
              <a:off x="5534655" y="4568648"/>
              <a:ext cx="147747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Reflection</a:t>
              </a:r>
              <a:endParaRPr dirty="0">
                <a:latin typeface="Anaheim"/>
                <a:ea typeface="Anaheim"/>
                <a:cs typeface="Anaheim"/>
                <a:sym typeface="Anaheim"/>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44">
          <a:extLst>
            <a:ext uri="{FF2B5EF4-FFF2-40B4-BE49-F238E27FC236}">
              <a16:creationId xmlns:a16="http://schemas.microsoft.com/office/drawing/2014/main" id="{DE5716B5-DE2A-8C57-9F9E-42EEA7B9025D}"/>
            </a:ext>
          </a:extLst>
        </p:cNvPr>
        <p:cNvGrpSpPr/>
        <p:nvPr/>
      </p:nvGrpSpPr>
      <p:grpSpPr>
        <a:xfrm>
          <a:off x="0" y="0"/>
          <a:ext cx="0" cy="0"/>
          <a:chOff x="0" y="0"/>
          <a:chExt cx="0" cy="0"/>
        </a:xfrm>
      </p:grpSpPr>
      <p:sp>
        <p:nvSpPr>
          <p:cNvPr id="3165" name="Google Shape;3165;p20">
            <a:extLst>
              <a:ext uri="{FF2B5EF4-FFF2-40B4-BE49-F238E27FC236}">
                <a16:creationId xmlns:a16="http://schemas.microsoft.com/office/drawing/2014/main" id="{094E08E7-8A8C-68E3-4B32-51455AD057ED}"/>
              </a:ext>
            </a:extLst>
          </p:cNvPr>
          <p:cNvSpPr txBox="1">
            <a:spLocks noGrp="1"/>
          </p:cNvSpPr>
          <p:nvPr>
            <p:ph type="title"/>
          </p:nvPr>
        </p:nvSpPr>
        <p:spPr>
          <a:xfrm>
            <a:off x="522925" y="278374"/>
            <a:ext cx="7696200" cy="6393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 dirty="0"/>
              <a:t>Reflection</a:t>
            </a:r>
            <a:endParaRPr dirty="0"/>
          </a:p>
        </p:txBody>
      </p:sp>
      <p:graphicFrame>
        <p:nvGraphicFramePr>
          <p:cNvPr id="5" name="Google Shape;3438;p24">
            <a:extLst>
              <a:ext uri="{FF2B5EF4-FFF2-40B4-BE49-F238E27FC236}">
                <a16:creationId xmlns:a16="http://schemas.microsoft.com/office/drawing/2014/main" id="{28865A0B-3641-8D68-D0B9-CC44D344C28A}"/>
              </a:ext>
            </a:extLst>
          </p:cNvPr>
          <p:cNvGraphicFramePr/>
          <p:nvPr>
            <p:extLst>
              <p:ext uri="{D42A27DB-BD31-4B8C-83A1-F6EECF244321}">
                <p14:modId xmlns:p14="http://schemas.microsoft.com/office/powerpoint/2010/main" val="1581896151"/>
              </p:ext>
            </p:extLst>
          </p:nvPr>
        </p:nvGraphicFramePr>
        <p:xfrm>
          <a:off x="413934" y="1089460"/>
          <a:ext cx="8316132" cy="2460015"/>
        </p:xfrm>
        <a:graphic>
          <a:graphicData uri="http://schemas.openxmlformats.org/drawingml/2006/table">
            <a:tbl>
              <a:tblPr firstRow="1" bandRow="1">
                <a:noFill/>
                <a:tableStyleId>{919F22C7-4A8A-4A3F-95C8-0602544A5ABA}</a:tableStyleId>
              </a:tblPr>
              <a:tblGrid>
                <a:gridCol w="2772044">
                  <a:extLst>
                    <a:ext uri="{9D8B030D-6E8A-4147-A177-3AD203B41FA5}">
                      <a16:colId xmlns:a16="http://schemas.microsoft.com/office/drawing/2014/main" val="2036131830"/>
                    </a:ext>
                  </a:extLst>
                </a:gridCol>
                <a:gridCol w="2772044">
                  <a:extLst>
                    <a:ext uri="{9D8B030D-6E8A-4147-A177-3AD203B41FA5}">
                      <a16:colId xmlns:a16="http://schemas.microsoft.com/office/drawing/2014/main" val="20001"/>
                    </a:ext>
                  </a:extLst>
                </a:gridCol>
                <a:gridCol w="2772044">
                  <a:extLst>
                    <a:ext uri="{9D8B030D-6E8A-4147-A177-3AD203B41FA5}">
                      <a16:colId xmlns:a16="http://schemas.microsoft.com/office/drawing/2014/main" val="20002"/>
                    </a:ext>
                  </a:extLst>
                </a:gridCol>
              </a:tblGrid>
              <a:tr h="550025">
                <a:tc>
                  <a:txBody>
                    <a:bodyPr/>
                    <a:lstStyle/>
                    <a:p>
                      <a:pPr marL="0" marR="0" lvl="0" indent="0" algn="ctr" rtl="0">
                        <a:lnSpc>
                          <a:spcPct val="100000"/>
                        </a:lnSpc>
                        <a:spcBef>
                          <a:spcPts val="0"/>
                        </a:spcBef>
                        <a:spcAft>
                          <a:spcPts val="0"/>
                        </a:spcAft>
                        <a:buClr>
                          <a:srgbClr val="000000"/>
                        </a:buClr>
                        <a:buSzPts val="1800"/>
                        <a:buFont typeface="Arial"/>
                        <a:buNone/>
                      </a:pPr>
                      <a:r>
                        <a:rPr lang="en-US" sz="1800" u="sng" strike="noStrike" cap="none" dirty="0">
                          <a:solidFill>
                            <a:schemeClr val="dk1"/>
                          </a:solidFill>
                          <a:latin typeface="Poppins ExtraBold"/>
                          <a:ea typeface="Poppins ExtraBold"/>
                          <a:cs typeface="Poppins ExtraBold"/>
                          <a:sym typeface="Poppins ExtraBold"/>
                        </a:rPr>
                        <a:t>Challenges</a:t>
                      </a:r>
                      <a:endParaRPr sz="1800" u="sng" strike="noStrike" cap="none" dirty="0">
                        <a:solidFill>
                          <a:schemeClr val="dk1"/>
                        </a:solidFill>
                        <a:latin typeface="Poppins ExtraBold"/>
                        <a:ea typeface="Poppins ExtraBold"/>
                        <a:cs typeface="Poppins ExtraBold"/>
                        <a:sym typeface="Poppins ExtraBold"/>
                      </a:endParaRPr>
                    </a:p>
                  </a:txBody>
                  <a:tcPr marL="91450" marR="91450" marT="45725" marB="45725" anchor="ctr">
                    <a:lnL w="9525" cap="flat" cmpd="sng">
                      <a:noFill/>
                      <a:prstDash val="solid"/>
                      <a:round/>
                      <a:headEnd type="none" w="sm" len="sm"/>
                      <a:tailEnd type="none" w="sm" len="sm"/>
                    </a:lnL>
                    <a:lnR w="9525" cap="flat" cmpd="sng" algn="ctr">
                      <a:noFill/>
                      <a:prstDash val="solid"/>
                      <a:round/>
                      <a:headEnd type="none" w="sm" len="sm"/>
                      <a:tailEnd type="none" w="sm" len="sm"/>
                    </a:lnR>
                    <a:lnT w="12700" cap="flat" cmpd="sng">
                      <a:noFill/>
                      <a:prstDash val="solid"/>
                      <a:round/>
                      <a:headEnd type="none" w="sm" len="sm"/>
                      <a:tailEnd type="none" w="sm" len="sm"/>
                    </a:lnT>
                    <a:lnB w="12700" cap="flat" cmpd="sng" algn="ctr">
                      <a:noFill/>
                      <a:prstDash val="solid"/>
                      <a:round/>
                      <a:headEnd type="none" w="sm" len="sm"/>
                      <a:tailEnd type="none" w="sm" len="sm"/>
                    </a:lnB>
                    <a:lnTlToBr w="12700" cmpd="sng">
                      <a:noFill/>
                      <a:prstDash val="solid"/>
                    </a:lnTlToBr>
                    <a:lnBlToTr w="12700" cmpd="sng">
                      <a:noFill/>
                      <a:prstDash val="solid"/>
                    </a:lnBlToTr>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b="0" u="sng" dirty="0">
                          <a:solidFill>
                            <a:schemeClr val="dk1"/>
                          </a:solidFill>
                          <a:latin typeface="Poppins ExtraBold"/>
                          <a:ea typeface="Poppins ExtraBold"/>
                          <a:cs typeface="Poppins ExtraBold"/>
                          <a:sym typeface="Poppins ExtraBold"/>
                        </a:rPr>
                        <a:t>Learnings</a:t>
                      </a:r>
                      <a:endParaRPr sz="1800" u="sng" strike="noStrike" cap="none" dirty="0">
                        <a:solidFill>
                          <a:schemeClr val="dk1"/>
                        </a:solidFill>
                        <a:latin typeface="Poppins ExtraBold"/>
                        <a:ea typeface="Poppins ExtraBold"/>
                        <a:cs typeface="Poppins ExtraBold"/>
                        <a:sym typeface="Poppins ExtraBold"/>
                      </a:endParaRPr>
                    </a:p>
                  </a:txBody>
                  <a:tcPr marL="91450" marR="91450" marT="45725" marB="45725" anchor="ctr">
                    <a:lnL w="9525"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b="0" u="sng" dirty="0">
                          <a:solidFill>
                            <a:schemeClr val="dk1"/>
                          </a:solidFill>
                          <a:latin typeface="Poppins ExtraBold"/>
                          <a:ea typeface="Poppins ExtraBold"/>
                          <a:cs typeface="Poppins ExtraBold"/>
                          <a:sym typeface="Poppins ExtraBold"/>
                        </a:rPr>
                        <a:t>Do Anything Differently?</a:t>
                      </a:r>
                      <a:endParaRPr sz="1800" u="sng" strike="noStrike" cap="none" dirty="0">
                        <a:solidFill>
                          <a:schemeClr val="dk1"/>
                        </a:solidFill>
                        <a:latin typeface="Poppins ExtraBold"/>
                        <a:ea typeface="Poppins ExtraBold"/>
                        <a:cs typeface="Poppins ExtraBold"/>
                        <a:sym typeface="Poppins ExtraBold"/>
                      </a:endParaRPr>
                    </a:p>
                  </a:txBody>
                  <a:tcPr marL="91450" marR="91450" marT="45725" marB="45725"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30475">
                <a:tc>
                  <a:txBody>
                    <a:bodyPr/>
                    <a:lstStyle/>
                    <a:p>
                      <a:pPr marL="285750" marR="0" lvl="0" indent="-285750" algn="ctr" rtl="0">
                        <a:lnSpc>
                          <a:spcPct val="100000"/>
                        </a:lnSpc>
                        <a:spcBef>
                          <a:spcPts val="0"/>
                        </a:spcBef>
                        <a:spcAft>
                          <a:spcPts val="0"/>
                        </a:spcAft>
                        <a:buClr>
                          <a:srgbClr val="000000"/>
                        </a:buClr>
                        <a:buSzPts val="1200"/>
                        <a:buFont typeface="Arial" panose="020B0604020202020204" pitchFamily="34" charset="0"/>
                        <a:buChar char="•"/>
                      </a:pPr>
                      <a:r>
                        <a:rPr lang="en-US" sz="1500" b="0" u="none" strike="noStrike" cap="none" dirty="0">
                          <a:latin typeface="Anaheim"/>
                          <a:ea typeface="Anaheim"/>
                          <a:cs typeface="Anaheim"/>
                          <a:sym typeface="Anaheim"/>
                        </a:rPr>
                        <a:t>Determining ideal machine learning model</a:t>
                      </a:r>
                      <a:endParaRPr sz="1500" b="0" u="none" strike="noStrike" cap="none" dirty="0">
                        <a:latin typeface="Anaheim"/>
                        <a:ea typeface="Anaheim"/>
                        <a:cs typeface="Anaheim"/>
                        <a:sym typeface="Anaheim"/>
                      </a:endParaRPr>
                    </a:p>
                  </a:txBody>
                  <a:tcPr marL="91450" marR="91450" marT="45725" marB="45725" anchor="ctr">
                    <a:lnL w="12700" cap="flat" cmpd="sng">
                      <a:noFill/>
                      <a:prstDash val="solid"/>
                      <a:round/>
                      <a:headEnd type="none" w="sm" len="sm"/>
                      <a:tailEnd type="none" w="sm" len="sm"/>
                    </a:lnL>
                    <a:lnR w="12700" cap="flat" cmpd="sng" algn="ctr">
                      <a:noFill/>
                      <a:prstDash val="solid"/>
                      <a:round/>
                      <a:headEnd type="none" w="sm" len="sm"/>
                      <a:tailEnd type="none" w="sm" len="sm"/>
                    </a:lnR>
                    <a:lnT w="12700" cap="flat" cmpd="sng" algn="ctr">
                      <a:noFill/>
                      <a:prstDash val="solid"/>
                      <a:round/>
                      <a:headEnd type="none" w="sm" len="sm"/>
                      <a:tailEnd type="none" w="sm" len="sm"/>
                    </a:lnT>
                    <a:lnB w="12700" cap="flat" cmpd="sng" algn="ctr">
                      <a:noFill/>
                      <a:prstDash val="solid"/>
                      <a:round/>
                      <a:headEnd type="none" w="sm" len="sm"/>
                      <a:tailEnd type="none" w="sm" len="sm"/>
                    </a:lnB>
                    <a:lnTlToBr w="12700" cmpd="sng">
                      <a:noFill/>
                      <a:prstDash val="solid"/>
                    </a:lnTlToBr>
                    <a:lnBlToTr w="12700" cmpd="sng">
                      <a:noFill/>
                      <a:prstDash val="solid"/>
                    </a:lnBlToTr>
                    <a:noFill/>
                  </a:tcPr>
                </a:tc>
                <a:tc>
                  <a:txBody>
                    <a:bodyPr/>
                    <a:lstStyle/>
                    <a:p>
                      <a:pPr marL="285750" marR="0" lvl="0" indent="-285750" algn="ctr" rtl="0">
                        <a:lnSpc>
                          <a:spcPct val="100000"/>
                        </a:lnSpc>
                        <a:spcBef>
                          <a:spcPts val="0"/>
                        </a:spcBef>
                        <a:spcAft>
                          <a:spcPts val="0"/>
                        </a:spcAft>
                        <a:buClr>
                          <a:srgbClr val="000000"/>
                        </a:buClr>
                        <a:buSzPts val="1200"/>
                        <a:buFont typeface="Arial" panose="020B0604020202020204" pitchFamily="34" charset="0"/>
                        <a:buChar char="•"/>
                      </a:pPr>
                      <a:r>
                        <a:rPr lang="en-US" sz="1500" b="0" u="none" strike="noStrike" cap="none" dirty="0">
                          <a:latin typeface="Anaheim"/>
                          <a:ea typeface="Anaheim"/>
                          <a:cs typeface="Anaheim"/>
                          <a:sym typeface="Anaheim"/>
                        </a:rPr>
                        <a:t>Importance of thorough evaluation of results</a:t>
                      </a:r>
                      <a:endParaRPr sz="1500" b="0" u="none" strike="noStrike" cap="none" dirty="0">
                        <a:latin typeface="Anaheim"/>
                        <a:ea typeface="Anaheim"/>
                        <a:cs typeface="Anaheim"/>
                        <a:sym typeface="Anaheim"/>
                      </a:endParaRPr>
                    </a:p>
                  </a:txBody>
                  <a:tcPr marL="91450" marR="91450" marT="45725" marB="45725"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marL="171450" marR="0" lvl="0" indent="-171450" algn="ctr" rtl="0">
                        <a:lnSpc>
                          <a:spcPct val="100000"/>
                        </a:lnSpc>
                        <a:spcBef>
                          <a:spcPts val="0"/>
                        </a:spcBef>
                        <a:spcAft>
                          <a:spcPts val="0"/>
                        </a:spcAft>
                        <a:buClr>
                          <a:srgbClr val="000000"/>
                        </a:buClr>
                        <a:buSzPts val="1200"/>
                        <a:buFont typeface="Arial" panose="020B0604020202020204" pitchFamily="34" charset="0"/>
                        <a:buChar char="•"/>
                      </a:pPr>
                      <a:r>
                        <a:rPr lang="en-US" sz="1500" u="none" strike="noStrike" cap="none" dirty="0">
                          <a:latin typeface="Anaheim Medium"/>
                          <a:ea typeface="Anaheim Medium"/>
                          <a:cs typeface="Anaheim Medium"/>
                          <a:sym typeface="Anaheim Medium"/>
                        </a:rPr>
                        <a:t>Incorporate music genre</a:t>
                      </a:r>
                      <a:endParaRPr sz="1500" u="none" strike="noStrike" cap="none" dirty="0">
                        <a:latin typeface="Anaheim Medium"/>
                        <a:ea typeface="Anaheim Medium"/>
                        <a:cs typeface="Anaheim Medium"/>
                        <a:sym typeface="Anaheim Medium"/>
                      </a:endParaRPr>
                    </a:p>
                  </a:txBody>
                  <a:tcPr marL="91450" marR="91450" marT="45725" marB="45725"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58975">
                <a:tc>
                  <a:txBody>
                    <a:bodyPr/>
                    <a:lstStyle/>
                    <a:p>
                      <a:pPr marL="285750" marR="0" lvl="0" indent="-285750" algn="ctr" rtl="0">
                        <a:lnSpc>
                          <a:spcPct val="100000"/>
                        </a:lnSpc>
                        <a:spcBef>
                          <a:spcPts val="0"/>
                        </a:spcBef>
                        <a:spcAft>
                          <a:spcPts val="0"/>
                        </a:spcAft>
                        <a:buClr>
                          <a:srgbClr val="000000"/>
                        </a:buClr>
                        <a:buSzPts val="1200"/>
                        <a:buFont typeface="Arial" panose="020B0604020202020204" pitchFamily="34" charset="0"/>
                        <a:buChar char="•"/>
                      </a:pPr>
                      <a:r>
                        <a:rPr lang="en-US" sz="1500" b="0" u="none" strike="noStrike" cap="none" dirty="0">
                          <a:latin typeface="Anaheim"/>
                          <a:ea typeface="Anaheim"/>
                          <a:cs typeface="Anaheim"/>
                          <a:sym typeface="Anaheim"/>
                        </a:rPr>
                        <a:t>Determining cutoffs for ratings</a:t>
                      </a:r>
                      <a:endParaRPr sz="1500" b="0" u="none" strike="noStrike" cap="none" dirty="0">
                        <a:latin typeface="Anaheim"/>
                        <a:ea typeface="Anaheim"/>
                        <a:cs typeface="Anaheim"/>
                        <a:sym typeface="Anaheim"/>
                      </a:endParaRPr>
                    </a:p>
                  </a:txBody>
                  <a:tcPr marL="91450" marR="91450" marT="45725" marB="45725" anchor="ctr">
                    <a:lnL w="12700" cap="flat" cmpd="sng">
                      <a:noFill/>
                      <a:prstDash val="solid"/>
                      <a:round/>
                      <a:headEnd type="none" w="sm" len="sm"/>
                      <a:tailEnd type="none" w="sm" len="sm"/>
                    </a:lnL>
                    <a:lnR w="12700" cap="flat" cmpd="sng" algn="ctr">
                      <a:noFill/>
                      <a:prstDash val="solid"/>
                      <a:round/>
                      <a:headEnd type="none" w="sm" len="sm"/>
                      <a:tailEnd type="none" w="sm" len="sm"/>
                    </a:lnR>
                    <a:lnT w="12700" cap="flat" cmpd="sng" algn="ctr">
                      <a:noFill/>
                      <a:prstDash val="solid"/>
                      <a:round/>
                      <a:headEnd type="none" w="sm" len="sm"/>
                      <a:tailEnd type="none" w="sm" len="sm"/>
                    </a:lnT>
                    <a:lnB w="12700" cap="flat" cmpd="sng" algn="ctr">
                      <a:noFill/>
                      <a:prstDash val="solid"/>
                      <a:round/>
                      <a:headEnd type="none" w="sm" len="sm"/>
                      <a:tailEnd type="none" w="sm" len="sm"/>
                    </a:lnB>
                    <a:lnTlToBr w="12700" cmpd="sng">
                      <a:noFill/>
                      <a:prstDash val="solid"/>
                    </a:lnTlToBr>
                    <a:lnBlToTr w="12700" cmpd="sng">
                      <a:noFill/>
                      <a:prstDash val="solid"/>
                    </a:lnBlToTr>
                    <a:noFill/>
                  </a:tcPr>
                </a:tc>
                <a:tc>
                  <a:txBody>
                    <a:bodyPr/>
                    <a:lstStyle/>
                    <a:p>
                      <a:pPr marL="285750" marR="0" lvl="0" indent="-285750" algn="ctr" rtl="0">
                        <a:lnSpc>
                          <a:spcPct val="100000"/>
                        </a:lnSpc>
                        <a:spcBef>
                          <a:spcPts val="0"/>
                        </a:spcBef>
                        <a:spcAft>
                          <a:spcPts val="0"/>
                        </a:spcAft>
                        <a:buClr>
                          <a:srgbClr val="000000"/>
                        </a:buClr>
                        <a:buSzPts val="1200"/>
                        <a:buFont typeface="Arial" panose="020B0604020202020204" pitchFamily="34" charset="0"/>
                        <a:buChar char="•"/>
                      </a:pPr>
                      <a:r>
                        <a:rPr lang="en-US" sz="1500" b="0" u="none" strike="noStrike" cap="none" dirty="0">
                          <a:latin typeface="Anaheim"/>
                          <a:ea typeface="Anaheim"/>
                          <a:cs typeface="Anaheim"/>
                          <a:sym typeface="Anaheim"/>
                        </a:rPr>
                        <a:t>Better understanding of model choice</a:t>
                      </a:r>
                      <a:endParaRPr sz="1500" b="0" u="none" strike="noStrike" cap="none" dirty="0">
                        <a:latin typeface="Anaheim"/>
                        <a:ea typeface="Anaheim"/>
                        <a:cs typeface="Anaheim"/>
                        <a:sym typeface="Anaheim"/>
                      </a:endParaRPr>
                    </a:p>
                  </a:txBody>
                  <a:tcPr marL="91450" marR="91450" marT="45725" marB="45725"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marL="171450" marR="0" lvl="0" indent="-171450" algn="ctr" rtl="0">
                        <a:lnSpc>
                          <a:spcPct val="100000"/>
                        </a:lnSpc>
                        <a:spcBef>
                          <a:spcPts val="0"/>
                        </a:spcBef>
                        <a:spcAft>
                          <a:spcPts val="0"/>
                        </a:spcAft>
                        <a:buClr>
                          <a:srgbClr val="000000"/>
                        </a:buClr>
                        <a:buSzPts val="1200"/>
                        <a:buFont typeface="Arial" panose="020B0604020202020204" pitchFamily="34" charset="0"/>
                        <a:buChar char="•"/>
                      </a:pPr>
                      <a:r>
                        <a:rPr lang="en-US" sz="1500" u="none" strike="noStrike" cap="none" dirty="0">
                          <a:latin typeface="Anaheim Medium"/>
                          <a:ea typeface="Anaheim Medium"/>
                          <a:cs typeface="Anaheim Medium"/>
                          <a:sym typeface="Anaheim Medium"/>
                        </a:rPr>
                        <a:t>Use a larger dataset of songs</a:t>
                      </a:r>
                      <a:endParaRPr sz="1500" u="none" strike="noStrike" cap="none" dirty="0">
                        <a:latin typeface="Anaheim Medium"/>
                        <a:ea typeface="Anaheim Medium"/>
                        <a:cs typeface="Anaheim Medium"/>
                        <a:sym typeface="Anaheim Medium"/>
                      </a:endParaRPr>
                    </a:p>
                  </a:txBody>
                  <a:tcPr marL="91450" marR="91450" marT="45725" marB="45725"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30475">
                <a:tc>
                  <a:txBody>
                    <a:bodyPr/>
                    <a:lstStyle/>
                    <a:p>
                      <a:pPr marL="285750" marR="0" lvl="0" indent="-285750" algn="ctr" rtl="0">
                        <a:lnSpc>
                          <a:spcPct val="100000"/>
                        </a:lnSpc>
                        <a:spcBef>
                          <a:spcPts val="0"/>
                        </a:spcBef>
                        <a:spcAft>
                          <a:spcPts val="0"/>
                        </a:spcAft>
                        <a:buClr>
                          <a:srgbClr val="000000"/>
                        </a:buClr>
                        <a:buSzPts val="1200"/>
                        <a:buFont typeface="Arial" panose="020B0604020202020204" pitchFamily="34" charset="0"/>
                        <a:buChar char="•"/>
                      </a:pPr>
                      <a:r>
                        <a:rPr lang="en-US" sz="1500" b="0" u="none" strike="noStrike" cap="none" dirty="0">
                          <a:latin typeface="Anaheim"/>
                          <a:ea typeface="Anaheim"/>
                          <a:cs typeface="Anaheim"/>
                          <a:sym typeface="Anaheim"/>
                        </a:rPr>
                        <a:t>Preparing data for analysis</a:t>
                      </a:r>
                      <a:endParaRPr sz="1500" b="0" u="none" strike="noStrike" cap="none" dirty="0">
                        <a:latin typeface="Anaheim"/>
                        <a:ea typeface="Anaheim"/>
                        <a:cs typeface="Anaheim"/>
                        <a:sym typeface="Anaheim"/>
                      </a:endParaRPr>
                    </a:p>
                  </a:txBody>
                  <a:tcPr marL="91450" marR="91450" marT="45725" marB="45725" anchor="ctr">
                    <a:lnL w="12700" cap="flat" cmpd="sng">
                      <a:noFill/>
                      <a:prstDash val="solid"/>
                      <a:round/>
                      <a:headEnd type="none" w="sm" len="sm"/>
                      <a:tailEnd type="none" w="sm" len="sm"/>
                    </a:lnL>
                    <a:lnR w="12700" cap="flat" cmpd="sng" algn="ctr">
                      <a:noFill/>
                      <a:prstDash val="solid"/>
                      <a:round/>
                      <a:headEnd type="none" w="sm" len="sm"/>
                      <a:tailEnd type="none" w="sm" len="sm"/>
                    </a:lnR>
                    <a:lnT w="12700" cap="flat" cmpd="sng" algn="ctr">
                      <a:noFill/>
                      <a:prstDash val="solid"/>
                      <a:round/>
                      <a:headEnd type="none" w="sm" len="sm"/>
                      <a:tailEnd type="none" w="sm" len="sm"/>
                    </a:lnT>
                    <a:lnB w="12700" cap="flat" cmpd="sng" algn="ctr">
                      <a:noFill/>
                      <a:prstDash val="solid"/>
                      <a:round/>
                      <a:headEnd type="none" w="sm" len="sm"/>
                      <a:tailEnd type="none" w="sm" len="sm"/>
                    </a:lnB>
                    <a:lnTlToBr w="12700" cmpd="sng">
                      <a:noFill/>
                      <a:prstDash val="solid"/>
                    </a:lnTlToBr>
                    <a:lnBlToTr w="12700" cmpd="sng">
                      <a:noFill/>
                      <a:prstDash val="solid"/>
                    </a:lnBlToTr>
                    <a:noFill/>
                  </a:tcPr>
                </a:tc>
                <a:tc>
                  <a:txBody>
                    <a:bodyPr/>
                    <a:lstStyle/>
                    <a:p>
                      <a:pPr marL="285750" marR="0" lvl="0" indent="-285750" algn="ctr" rtl="0">
                        <a:lnSpc>
                          <a:spcPct val="100000"/>
                        </a:lnSpc>
                        <a:spcBef>
                          <a:spcPts val="0"/>
                        </a:spcBef>
                        <a:spcAft>
                          <a:spcPts val="0"/>
                        </a:spcAft>
                        <a:buClr>
                          <a:srgbClr val="000000"/>
                        </a:buClr>
                        <a:buSzPts val="1200"/>
                        <a:buFont typeface="Arial" panose="020B0604020202020204" pitchFamily="34" charset="0"/>
                        <a:buChar char="•"/>
                      </a:pPr>
                      <a:r>
                        <a:rPr lang="en-US" sz="1500" b="0" u="none" strike="noStrike" cap="none" dirty="0">
                          <a:latin typeface="Anaheim"/>
                          <a:ea typeface="Anaheim"/>
                          <a:cs typeface="Anaheim"/>
                          <a:sym typeface="Anaheim"/>
                        </a:rPr>
                        <a:t>Learned the importance of focused data selection</a:t>
                      </a:r>
                      <a:endParaRPr sz="1500" b="0" u="none" strike="noStrike" cap="none" dirty="0">
                        <a:latin typeface="Anaheim"/>
                        <a:ea typeface="Anaheim"/>
                        <a:cs typeface="Anaheim"/>
                        <a:sym typeface="Anaheim"/>
                      </a:endParaRPr>
                    </a:p>
                  </a:txBody>
                  <a:tcPr marL="91450" marR="91450" marT="45725" marB="45725"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marL="0" marR="0" lvl="0" indent="0" algn="ctr" rtl="0">
                        <a:lnSpc>
                          <a:spcPct val="100000"/>
                        </a:lnSpc>
                        <a:spcBef>
                          <a:spcPts val="0"/>
                        </a:spcBef>
                        <a:spcAft>
                          <a:spcPts val="0"/>
                        </a:spcAft>
                        <a:buClr>
                          <a:srgbClr val="000000"/>
                        </a:buClr>
                        <a:buSzPts val="1200"/>
                        <a:buFont typeface="Arial"/>
                        <a:buNone/>
                      </a:pPr>
                      <a:endParaRPr sz="1200" u="none" strike="noStrike" cap="none" dirty="0">
                        <a:latin typeface="Anaheim Medium"/>
                        <a:ea typeface="Anaheim Medium"/>
                        <a:cs typeface="Anaheim Medium"/>
                        <a:sym typeface="Anaheim Medium"/>
                      </a:endParaRPr>
                    </a:p>
                  </a:txBody>
                  <a:tcPr marL="91450" marR="91450" marT="45725" marB="45725"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grpSp>
        <p:nvGrpSpPr>
          <p:cNvPr id="6" name="Group 5">
            <a:extLst>
              <a:ext uri="{FF2B5EF4-FFF2-40B4-BE49-F238E27FC236}">
                <a16:creationId xmlns:a16="http://schemas.microsoft.com/office/drawing/2014/main" id="{9D4EEE75-700E-973E-EE9C-2D3880561ADA}"/>
              </a:ext>
            </a:extLst>
          </p:cNvPr>
          <p:cNvGrpSpPr/>
          <p:nvPr/>
        </p:nvGrpSpPr>
        <p:grpSpPr>
          <a:xfrm>
            <a:off x="1184381" y="4565635"/>
            <a:ext cx="6775238" cy="419115"/>
            <a:chOff x="1565455" y="4565635"/>
            <a:chExt cx="6775238" cy="419115"/>
          </a:xfrm>
        </p:grpSpPr>
        <p:sp>
          <p:nvSpPr>
            <p:cNvPr id="7" name="Google Shape;3019;p19">
              <a:extLst>
                <a:ext uri="{FF2B5EF4-FFF2-40B4-BE49-F238E27FC236}">
                  <a16:creationId xmlns:a16="http://schemas.microsoft.com/office/drawing/2014/main" id="{8B2F7E60-6D07-80A0-B5DA-52BEE74108D2}"/>
                </a:ext>
              </a:extLst>
            </p:cNvPr>
            <p:cNvSpPr/>
            <p:nvPr/>
          </p:nvSpPr>
          <p:spPr>
            <a:xfrm>
              <a:off x="1565455" y="4568650"/>
              <a:ext cx="1481328" cy="416100"/>
            </a:xfrm>
            <a:prstGeom prst="homePlate">
              <a:avLst>
                <a:gd name="adj" fmla="val 50000"/>
              </a:avLst>
            </a:prstGeom>
            <a:solidFill>
              <a:schemeClr val="tx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Methodology</a:t>
              </a:r>
              <a:endParaRPr dirty="0">
                <a:latin typeface="Anaheim"/>
                <a:ea typeface="Anaheim"/>
                <a:cs typeface="Anaheim"/>
                <a:sym typeface="Anaheim"/>
              </a:endParaRPr>
            </a:p>
          </p:txBody>
        </p:sp>
        <p:sp>
          <p:nvSpPr>
            <p:cNvPr id="8" name="Google Shape;3020;p19">
              <a:extLst>
                <a:ext uri="{FF2B5EF4-FFF2-40B4-BE49-F238E27FC236}">
                  <a16:creationId xmlns:a16="http://schemas.microsoft.com/office/drawing/2014/main" id="{68E21CD3-A595-0928-5E25-D805E4891E5D}"/>
                </a:ext>
              </a:extLst>
            </p:cNvPr>
            <p:cNvSpPr/>
            <p:nvPr/>
          </p:nvSpPr>
          <p:spPr>
            <a:xfrm>
              <a:off x="4215858" y="4568649"/>
              <a:ext cx="147747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Walkthrough</a:t>
              </a:r>
              <a:endParaRPr dirty="0">
                <a:latin typeface="Anaheim"/>
                <a:ea typeface="Anaheim"/>
                <a:cs typeface="Anaheim"/>
                <a:sym typeface="Anaheim"/>
              </a:endParaRPr>
            </a:p>
          </p:txBody>
        </p:sp>
        <p:sp>
          <p:nvSpPr>
            <p:cNvPr id="9" name="Google Shape;3021;p19">
              <a:extLst>
                <a:ext uri="{FF2B5EF4-FFF2-40B4-BE49-F238E27FC236}">
                  <a16:creationId xmlns:a16="http://schemas.microsoft.com/office/drawing/2014/main" id="{871490FF-E5FE-5DB9-DCEB-1BBD56A9080F}"/>
                </a:ext>
              </a:extLst>
            </p:cNvPr>
            <p:cNvSpPr/>
            <p:nvPr/>
          </p:nvSpPr>
          <p:spPr>
            <a:xfrm>
              <a:off x="6859365" y="4565635"/>
              <a:ext cx="148132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Conclusion</a:t>
              </a:r>
              <a:endParaRPr dirty="0">
                <a:latin typeface="Anaheim"/>
                <a:ea typeface="Anaheim"/>
                <a:cs typeface="Anaheim"/>
                <a:sym typeface="Anaheim"/>
              </a:endParaRPr>
            </a:p>
          </p:txBody>
        </p:sp>
        <p:sp>
          <p:nvSpPr>
            <p:cNvPr id="10" name="Google Shape;3020;p19">
              <a:extLst>
                <a:ext uri="{FF2B5EF4-FFF2-40B4-BE49-F238E27FC236}">
                  <a16:creationId xmlns:a16="http://schemas.microsoft.com/office/drawing/2014/main" id="{252496E5-DCDC-EE40-D247-CD1C4F0EF645}"/>
                </a:ext>
              </a:extLst>
            </p:cNvPr>
            <p:cNvSpPr/>
            <p:nvPr/>
          </p:nvSpPr>
          <p:spPr>
            <a:xfrm>
              <a:off x="2892075" y="4568650"/>
              <a:ext cx="148132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Team Dynamic</a:t>
              </a:r>
              <a:endParaRPr dirty="0">
                <a:latin typeface="Anaheim"/>
                <a:ea typeface="Anaheim"/>
                <a:cs typeface="Anaheim"/>
                <a:sym typeface="Anaheim"/>
              </a:endParaRPr>
            </a:p>
          </p:txBody>
        </p:sp>
        <p:sp>
          <p:nvSpPr>
            <p:cNvPr id="11" name="Google Shape;3020;p19">
              <a:extLst>
                <a:ext uri="{FF2B5EF4-FFF2-40B4-BE49-F238E27FC236}">
                  <a16:creationId xmlns:a16="http://schemas.microsoft.com/office/drawing/2014/main" id="{EB6C3FC5-BA03-CC8E-FB1F-E8300A89D743}"/>
                </a:ext>
              </a:extLst>
            </p:cNvPr>
            <p:cNvSpPr/>
            <p:nvPr/>
          </p:nvSpPr>
          <p:spPr>
            <a:xfrm>
              <a:off x="5534655" y="4568648"/>
              <a:ext cx="1477478" cy="416100"/>
            </a:xfrm>
            <a:prstGeom prst="chevron">
              <a:avLst>
                <a:gd name="adj" fmla="val 50000"/>
              </a:avLst>
            </a:prstGeom>
            <a:solidFill>
              <a:srgbClr val="E1B4A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Anaheim"/>
                  <a:ea typeface="Anaheim"/>
                  <a:cs typeface="Anaheim"/>
                  <a:sym typeface="Anaheim"/>
                </a:rPr>
                <a:t>Reflection</a:t>
              </a:r>
              <a:endParaRPr b="1" dirty="0">
                <a:latin typeface="Anaheim"/>
                <a:ea typeface="Anaheim"/>
                <a:cs typeface="Anaheim"/>
                <a:sym typeface="Anaheim"/>
              </a:endParaRPr>
            </a:p>
          </p:txBody>
        </p:sp>
      </p:grpSp>
    </p:spTree>
    <p:extLst>
      <p:ext uri="{BB962C8B-B14F-4D97-AF65-F5344CB8AC3E}">
        <p14:creationId xmlns:p14="http://schemas.microsoft.com/office/powerpoint/2010/main" val="2892836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45"/>
        <p:cNvGrpSpPr/>
        <p:nvPr/>
      </p:nvGrpSpPr>
      <p:grpSpPr>
        <a:xfrm>
          <a:off x="0" y="0"/>
          <a:ext cx="0" cy="0"/>
          <a:chOff x="0" y="0"/>
          <a:chExt cx="0" cy="0"/>
        </a:xfrm>
      </p:grpSpPr>
      <p:sp>
        <p:nvSpPr>
          <p:cNvPr id="3446" name="Google Shape;3446;p25"/>
          <p:cNvSpPr txBox="1">
            <a:spLocks noGrp="1"/>
          </p:cNvSpPr>
          <p:nvPr>
            <p:ph type="title"/>
          </p:nvPr>
        </p:nvSpPr>
        <p:spPr>
          <a:xfrm>
            <a:off x="522900" y="278375"/>
            <a:ext cx="7897200" cy="6393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
              <a:t>Conclusion</a:t>
            </a:r>
            <a:endParaRPr/>
          </a:p>
        </p:txBody>
      </p:sp>
      <p:sp>
        <p:nvSpPr>
          <p:cNvPr id="3450" name="Google Shape;3450;p25"/>
          <p:cNvSpPr txBox="1">
            <a:spLocks noGrp="1"/>
          </p:cNvSpPr>
          <p:nvPr>
            <p:ph type="body" idx="4294967295"/>
          </p:nvPr>
        </p:nvSpPr>
        <p:spPr>
          <a:xfrm>
            <a:off x="1430263" y="2686300"/>
            <a:ext cx="2520300" cy="5928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750"/>
              </a:spcBef>
              <a:spcAft>
                <a:spcPts val="0"/>
              </a:spcAft>
              <a:buSzPts val="2500"/>
              <a:buNone/>
            </a:pPr>
            <a:r>
              <a:rPr lang="en" sz="2500" b="1" dirty="0"/>
              <a:t>Overview</a:t>
            </a:r>
            <a:endParaRPr sz="2500" b="1" dirty="0"/>
          </a:p>
        </p:txBody>
      </p:sp>
      <p:sp>
        <p:nvSpPr>
          <p:cNvPr id="3451" name="Google Shape;3451;p25"/>
          <p:cNvSpPr txBox="1">
            <a:spLocks noGrp="1"/>
          </p:cNvSpPr>
          <p:nvPr>
            <p:ph type="body" idx="4294967295"/>
          </p:nvPr>
        </p:nvSpPr>
        <p:spPr>
          <a:xfrm>
            <a:off x="5346049" y="2683300"/>
            <a:ext cx="2103000" cy="5928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750"/>
              </a:spcBef>
              <a:spcAft>
                <a:spcPts val="0"/>
              </a:spcAft>
              <a:buSzPts val="2500"/>
              <a:buNone/>
            </a:pPr>
            <a:r>
              <a:rPr lang="en" sz="2500" b="1" dirty="0"/>
              <a:t>Next Steps</a:t>
            </a:r>
            <a:endParaRPr sz="2500" b="1" dirty="0"/>
          </a:p>
        </p:txBody>
      </p:sp>
      <p:grpSp>
        <p:nvGrpSpPr>
          <p:cNvPr id="2" name="Group 1">
            <a:extLst>
              <a:ext uri="{FF2B5EF4-FFF2-40B4-BE49-F238E27FC236}">
                <a16:creationId xmlns:a16="http://schemas.microsoft.com/office/drawing/2014/main" id="{CCFEDCF0-65E1-2550-B3A8-3B47825075D4}"/>
              </a:ext>
            </a:extLst>
          </p:cNvPr>
          <p:cNvGrpSpPr/>
          <p:nvPr/>
        </p:nvGrpSpPr>
        <p:grpSpPr>
          <a:xfrm>
            <a:off x="2304782" y="1553699"/>
            <a:ext cx="868686" cy="919802"/>
            <a:chOff x="2474068" y="1541694"/>
            <a:chExt cx="868686" cy="919802"/>
          </a:xfrm>
        </p:grpSpPr>
        <p:sp>
          <p:nvSpPr>
            <p:cNvPr id="3452" name="Google Shape;3452;p25"/>
            <p:cNvSpPr/>
            <p:nvPr/>
          </p:nvSpPr>
          <p:spPr>
            <a:xfrm>
              <a:off x="2474068" y="1541694"/>
              <a:ext cx="868686" cy="919802"/>
            </a:xfrm>
            <a:prstGeom prst="round1Rect">
              <a:avLst>
                <a:gd name="adj" fmla="val 31721"/>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3454" name="Google Shape;3454;p25"/>
            <p:cNvGrpSpPr/>
            <p:nvPr/>
          </p:nvGrpSpPr>
          <p:grpSpPr>
            <a:xfrm>
              <a:off x="2634069" y="1699855"/>
              <a:ext cx="548645" cy="603491"/>
              <a:chOff x="3567553" y="1499912"/>
              <a:chExt cx="320022" cy="359778"/>
            </a:xfrm>
          </p:grpSpPr>
          <p:sp>
            <p:nvSpPr>
              <p:cNvPr id="3455" name="Google Shape;3455;p25"/>
              <p:cNvSpPr/>
              <p:nvPr/>
            </p:nvSpPr>
            <p:spPr>
              <a:xfrm>
                <a:off x="3567553" y="1502933"/>
                <a:ext cx="263218" cy="356757"/>
              </a:xfrm>
              <a:custGeom>
                <a:avLst/>
                <a:gdLst/>
                <a:ahLst/>
                <a:cxnLst/>
                <a:rect l="l" t="t" r="r" b="b"/>
                <a:pathLst>
                  <a:path w="8276" h="11217" extrusionOk="0">
                    <a:moveTo>
                      <a:pt x="1738" y="0"/>
                    </a:moveTo>
                    <a:cubicBezTo>
                      <a:pt x="1718" y="0"/>
                      <a:pt x="1698" y="4"/>
                      <a:pt x="1679" y="12"/>
                    </a:cubicBezTo>
                    <a:cubicBezTo>
                      <a:pt x="1227" y="179"/>
                      <a:pt x="905" y="632"/>
                      <a:pt x="905" y="1120"/>
                    </a:cubicBezTo>
                    <a:lnTo>
                      <a:pt x="905" y="8275"/>
                    </a:lnTo>
                    <a:lnTo>
                      <a:pt x="167" y="8275"/>
                    </a:lnTo>
                    <a:cubicBezTo>
                      <a:pt x="72" y="8275"/>
                      <a:pt x="1" y="8359"/>
                      <a:pt x="1" y="8442"/>
                    </a:cubicBezTo>
                    <a:lnTo>
                      <a:pt x="1" y="10145"/>
                    </a:lnTo>
                    <a:cubicBezTo>
                      <a:pt x="1" y="10716"/>
                      <a:pt x="477" y="11216"/>
                      <a:pt x="1072" y="11216"/>
                    </a:cubicBezTo>
                    <a:lnTo>
                      <a:pt x="7156" y="11216"/>
                    </a:lnTo>
                    <a:cubicBezTo>
                      <a:pt x="7775" y="11216"/>
                      <a:pt x="8275" y="10716"/>
                      <a:pt x="8275" y="10097"/>
                    </a:cubicBezTo>
                    <a:lnTo>
                      <a:pt x="8275" y="4930"/>
                    </a:lnTo>
                    <a:cubicBezTo>
                      <a:pt x="8252" y="4835"/>
                      <a:pt x="8168" y="4751"/>
                      <a:pt x="8073" y="4751"/>
                    </a:cubicBezTo>
                    <a:cubicBezTo>
                      <a:pt x="7978" y="4751"/>
                      <a:pt x="7906" y="4835"/>
                      <a:pt x="7906" y="4918"/>
                    </a:cubicBezTo>
                    <a:lnTo>
                      <a:pt x="7906" y="10085"/>
                    </a:lnTo>
                    <a:cubicBezTo>
                      <a:pt x="7906" y="10514"/>
                      <a:pt x="7561" y="10859"/>
                      <a:pt x="7132" y="10859"/>
                    </a:cubicBezTo>
                    <a:lnTo>
                      <a:pt x="7061" y="10859"/>
                    </a:lnTo>
                    <a:cubicBezTo>
                      <a:pt x="6680" y="10811"/>
                      <a:pt x="6406" y="10502"/>
                      <a:pt x="6406" y="10133"/>
                    </a:cubicBezTo>
                    <a:lnTo>
                      <a:pt x="6406" y="9609"/>
                    </a:lnTo>
                    <a:cubicBezTo>
                      <a:pt x="6406" y="9514"/>
                      <a:pt x="6323" y="9442"/>
                      <a:pt x="6239" y="9442"/>
                    </a:cubicBezTo>
                    <a:cubicBezTo>
                      <a:pt x="6144" y="9442"/>
                      <a:pt x="6073" y="9514"/>
                      <a:pt x="6073" y="9609"/>
                    </a:cubicBezTo>
                    <a:lnTo>
                      <a:pt x="6073" y="10133"/>
                    </a:lnTo>
                    <a:cubicBezTo>
                      <a:pt x="6073" y="10407"/>
                      <a:pt x="6180" y="10680"/>
                      <a:pt x="6370" y="10871"/>
                    </a:cubicBezTo>
                    <a:cubicBezTo>
                      <a:pt x="3459" y="10871"/>
                      <a:pt x="2120" y="10874"/>
                      <a:pt x="1492" y="10874"/>
                    </a:cubicBezTo>
                    <a:cubicBezTo>
                      <a:pt x="864" y="10874"/>
                      <a:pt x="947" y="10871"/>
                      <a:pt x="882" y="10859"/>
                    </a:cubicBezTo>
                    <a:cubicBezTo>
                      <a:pt x="548" y="10788"/>
                      <a:pt x="298" y="10490"/>
                      <a:pt x="298" y="10145"/>
                    </a:cubicBezTo>
                    <a:lnTo>
                      <a:pt x="298" y="8609"/>
                    </a:lnTo>
                    <a:lnTo>
                      <a:pt x="6073" y="8609"/>
                    </a:lnTo>
                    <a:lnTo>
                      <a:pt x="6073" y="8954"/>
                    </a:lnTo>
                    <a:cubicBezTo>
                      <a:pt x="6073" y="9037"/>
                      <a:pt x="6144" y="9121"/>
                      <a:pt x="6239" y="9121"/>
                    </a:cubicBezTo>
                    <a:cubicBezTo>
                      <a:pt x="6323" y="9121"/>
                      <a:pt x="6406" y="9037"/>
                      <a:pt x="6406" y="8954"/>
                    </a:cubicBezTo>
                    <a:lnTo>
                      <a:pt x="6406" y="8442"/>
                    </a:lnTo>
                    <a:cubicBezTo>
                      <a:pt x="6406" y="8359"/>
                      <a:pt x="6323" y="8275"/>
                      <a:pt x="6239" y="8275"/>
                    </a:cubicBezTo>
                    <a:lnTo>
                      <a:pt x="1227" y="8275"/>
                    </a:lnTo>
                    <a:lnTo>
                      <a:pt x="1227" y="1120"/>
                    </a:lnTo>
                    <a:cubicBezTo>
                      <a:pt x="1227" y="763"/>
                      <a:pt x="1441" y="441"/>
                      <a:pt x="1786" y="322"/>
                    </a:cubicBezTo>
                    <a:cubicBezTo>
                      <a:pt x="1882" y="286"/>
                      <a:pt x="1917" y="179"/>
                      <a:pt x="1894" y="108"/>
                    </a:cubicBezTo>
                    <a:cubicBezTo>
                      <a:pt x="1866" y="44"/>
                      <a:pt x="1803" y="0"/>
                      <a:pt x="1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6" name="Google Shape;3456;p25"/>
              <p:cNvSpPr/>
              <p:nvPr/>
            </p:nvSpPr>
            <p:spPr>
              <a:xfrm>
                <a:off x="3638001" y="1499912"/>
                <a:ext cx="249574" cy="142773"/>
              </a:xfrm>
              <a:custGeom>
                <a:avLst/>
                <a:gdLst/>
                <a:ahLst/>
                <a:cxnLst/>
                <a:rect l="l" t="t" r="r" b="b"/>
                <a:pathLst>
                  <a:path w="7847" h="4489" extrusionOk="0">
                    <a:moveTo>
                      <a:pt x="6787" y="322"/>
                    </a:moveTo>
                    <a:cubicBezTo>
                      <a:pt x="7191" y="322"/>
                      <a:pt x="7537" y="655"/>
                      <a:pt x="7537" y="1072"/>
                    </a:cubicBezTo>
                    <a:lnTo>
                      <a:pt x="7525" y="2608"/>
                    </a:lnTo>
                    <a:lnTo>
                      <a:pt x="6037" y="2608"/>
                    </a:lnTo>
                    <a:lnTo>
                      <a:pt x="6037" y="1417"/>
                    </a:lnTo>
                    <a:lnTo>
                      <a:pt x="6037" y="1072"/>
                    </a:lnTo>
                    <a:cubicBezTo>
                      <a:pt x="6037" y="643"/>
                      <a:pt x="6370" y="322"/>
                      <a:pt x="6775" y="322"/>
                    </a:cubicBezTo>
                    <a:close/>
                    <a:moveTo>
                      <a:pt x="167" y="0"/>
                    </a:moveTo>
                    <a:cubicBezTo>
                      <a:pt x="83" y="0"/>
                      <a:pt x="0" y="72"/>
                      <a:pt x="0" y="167"/>
                    </a:cubicBezTo>
                    <a:cubicBezTo>
                      <a:pt x="0" y="250"/>
                      <a:pt x="83" y="322"/>
                      <a:pt x="167" y="322"/>
                    </a:cubicBezTo>
                    <a:lnTo>
                      <a:pt x="5989" y="322"/>
                    </a:lnTo>
                    <a:cubicBezTo>
                      <a:pt x="5894" y="417"/>
                      <a:pt x="5810" y="548"/>
                      <a:pt x="5763" y="667"/>
                    </a:cubicBezTo>
                    <a:cubicBezTo>
                      <a:pt x="5715" y="798"/>
                      <a:pt x="5691" y="917"/>
                      <a:pt x="5691" y="1060"/>
                    </a:cubicBezTo>
                    <a:lnTo>
                      <a:pt x="5691" y="1393"/>
                    </a:lnTo>
                    <a:lnTo>
                      <a:pt x="5691" y="4334"/>
                    </a:lnTo>
                    <a:cubicBezTo>
                      <a:pt x="5691" y="4418"/>
                      <a:pt x="5763" y="4489"/>
                      <a:pt x="5858" y="4489"/>
                    </a:cubicBezTo>
                    <a:cubicBezTo>
                      <a:pt x="5941" y="4489"/>
                      <a:pt x="6013" y="4418"/>
                      <a:pt x="6013" y="4334"/>
                    </a:cubicBezTo>
                    <a:lnTo>
                      <a:pt x="6013" y="2929"/>
                    </a:lnTo>
                    <a:lnTo>
                      <a:pt x="7668" y="2929"/>
                    </a:lnTo>
                    <a:cubicBezTo>
                      <a:pt x="7763" y="2929"/>
                      <a:pt x="7834" y="2858"/>
                      <a:pt x="7834" y="2763"/>
                    </a:cubicBezTo>
                    <a:lnTo>
                      <a:pt x="7834" y="1072"/>
                    </a:lnTo>
                    <a:cubicBezTo>
                      <a:pt x="7846" y="488"/>
                      <a:pt x="7370" y="0"/>
                      <a:pt x="677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7" name="Google Shape;3457;p25"/>
              <p:cNvSpPr/>
              <p:nvPr/>
            </p:nvSpPr>
            <p:spPr>
              <a:xfrm>
                <a:off x="3641786" y="1594563"/>
                <a:ext cx="141659" cy="10273"/>
              </a:xfrm>
              <a:custGeom>
                <a:avLst/>
                <a:gdLst/>
                <a:ahLst/>
                <a:cxnLst/>
                <a:rect l="l" t="t" r="r" b="b"/>
                <a:pathLst>
                  <a:path w="4454" h="323" extrusionOk="0">
                    <a:moveTo>
                      <a:pt x="167" y="1"/>
                    </a:moveTo>
                    <a:cubicBezTo>
                      <a:pt x="72" y="1"/>
                      <a:pt x="0" y="72"/>
                      <a:pt x="0" y="168"/>
                    </a:cubicBezTo>
                    <a:cubicBezTo>
                      <a:pt x="0" y="251"/>
                      <a:pt x="72" y="322"/>
                      <a:pt x="167" y="322"/>
                    </a:cubicBezTo>
                    <a:lnTo>
                      <a:pt x="4286" y="322"/>
                    </a:lnTo>
                    <a:cubicBezTo>
                      <a:pt x="4382" y="322"/>
                      <a:pt x="4453" y="251"/>
                      <a:pt x="4453" y="168"/>
                    </a:cubicBezTo>
                    <a:cubicBezTo>
                      <a:pt x="4453" y="72"/>
                      <a:pt x="4382" y="1"/>
                      <a:pt x="428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8" name="Google Shape;3458;p25"/>
              <p:cNvSpPr/>
              <p:nvPr/>
            </p:nvSpPr>
            <p:spPr>
              <a:xfrm>
                <a:off x="3641786" y="1638136"/>
                <a:ext cx="141659" cy="10241"/>
              </a:xfrm>
              <a:custGeom>
                <a:avLst/>
                <a:gdLst/>
                <a:ahLst/>
                <a:cxnLst/>
                <a:rect l="l" t="t" r="r" b="b"/>
                <a:pathLst>
                  <a:path w="4454" h="322" extrusionOk="0">
                    <a:moveTo>
                      <a:pt x="167" y="0"/>
                    </a:moveTo>
                    <a:cubicBezTo>
                      <a:pt x="72" y="0"/>
                      <a:pt x="0" y="72"/>
                      <a:pt x="0" y="167"/>
                    </a:cubicBezTo>
                    <a:cubicBezTo>
                      <a:pt x="0" y="250"/>
                      <a:pt x="72" y="322"/>
                      <a:pt x="167" y="322"/>
                    </a:cubicBezTo>
                    <a:lnTo>
                      <a:pt x="4286" y="322"/>
                    </a:lnTo>
                    <a:cubicBezTo>
                      <a:pt x="4382" y="322"/>
                      <a:pt x="4453" y="250"/>
                      <a:pt x="4453" y="167"/>
                    </a:cubicBezTo>
                    <a:cubicBezTo>
                      <a:pt x="4453" y="72"/>
                      <a:pt x="4382" y="0"/>
                      <a:pt x="428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9" name="Google Shape;3459;p25"/>
              <p:cNvSpPr/>
              <p:nvPr/>
            </p:nvSpPr>
            <p:spPr>
              <a:xfrm>
                <a:off x="3641786" y="1682059"/>
                <a:ext cx="141659" cy="10623"/>
              </a:xfrm>
              <a:custGeom>
                <a:avLst/>
                <a:gdLst/>
                <a:ahLst/>
                <a:cxnLst/>
                <a:rect l="l" t="t" r="r" b="b"/>
                <a:pathLst>
                  <a:path w="4454" h="334" extrusionOk="0">
                    <a:moveTo>
                      <a:pt x="167" y="0"/>
                    </a:moveTo>
                    <a:cubicBezTo>
                      <a:pt x="72" y="0"/>
                      <a:pt x="0" y="72"/>
                      <a:pt x="0" y="167"/>
                    </a:cubicBezTo>
                    <a:cubicBezTo>
                      <a:pt x="0" y="250"/>
                      <a:pt x="72" y="334"/>
                      <a:pt x="167" y="334"/>
                    </a:cubicBezTo>
                    <a:lnTo>
                      <a:pt x="4286" y="334"/>
                    </a:lnTo>
                    <a:cubicBezTo>
                      <a:pt x="4382" y="334"/>
                      <a:pt x="4453" y="250"/>
                      <a:pt x="4453" y="167"/>
                    </a:cubicBezTo>
                    <a:cubicBezTo>
                      <a:pt x="4453" y="72"/>
                      <a:pt x="4382" y="0"/>
                      <a:pt x="428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0" name="Google Shape;3460;p25"/>
              <p:cNvSpPr/>
              <p:nvPr/>
            </p:nvSpPr>
            <p:spPr>
              <a:xfrm>
                <a:off x="3641786" y="1725600"/>
                <a:ext cx="141659" cy="10623"/>
              </a:xfrm>
              <a:custGeom>
                <a:avLst/>
                <a:gdLst/>
                <a:ahLst/>
                <a:cxnLst/>
                <a:rect l="l" t="t" r="r" b="b"/>
                <a:pathLst>
                  <a:path w="4454" h="334" extrusionOk="0">
                    <a:moveTo>
                      <a:pt x="167" y="0"/>
                    </a:moveTo>
                    <a:cubicBezTo>
                      <a:pt x="72" y="0"/>
                      <a:pt x="0" y="72"/>
                      <a:pt x="0" y="167"/>
                    </a:cubicBezTo>
                    <a:cubicBezTo>
                      <a:pt x="0" y="250"/>
                      <a:pt x="72" y="334"/>
                      <a:pt x="167" y="334"/>
                    </a:cubicBezTo>
                    <a:lnTo>
                      <a:pt x="4286" y="334"/>
                    </a:lnTo>
                    <a:cubicBezTo>
                      <a:pt x="4382" y="334"/>
                      <a:pt x="4453" y="250"/>
                      <a:pt x="4453" y="167"/>
                    </a:cubicBezTo>
                    <a:cubicBezTo>
                      <a:pt x="4453" y="72"/>
                      <a:pt x="4382" y="0"/>
                      <a:pt x="428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3" name="Group 2">
            <a:extLst>
              <a:ext uri="{FF2B5EF4-FFF2-40B4-BE49-F238E27FC236}">
                <a16:creationId xmlns:a16="http://schemas.microsoft.com/office/drawing/2014/main" id="{2BA54812-6743-7EA0-58BF-BC11A24141FA}"/>
              </a:ext>
            </a:extLst>
          </p:cNvPr>
          <p:cNvGrpSpPr/>
          <p:nvPr/>
        </p:nvGrpSpPr>
        <p:grpSpPr>
          <a:xfrm>
            <a:off x="5970532" y="1561426"/>
            <a:ext cx="868686" cy="923562"/>
            <a:chOff x="6129503" y="1539821"/>
            <a:chExt cx="868686" cy="923562"/>
          </a:xfrm>
        </p:grpSpPr>
        <p:sp>
          <p:nvSpPr>
            <p:cNvPr id="3453" name="Google Shape;3453;p25"/>
            <p:cNvSpPr/>
            <p:nvPr/>
          </p:nvSpPr>
          <p:spPr>
            <a:xfrm>
              <a:off x="6129503" y="1539821"/>
              <a:ext cx="868686" cy="923562"/>
            </a:xfrm>
            <a:prstGeom prst="round1Rect">
              <a:avLst>
                <a:gd name="adj" fmla="val 31721"/>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nvGrpSpPr>
            <p:cNvPr id="3461" name="Google Shape;3461;p25"/>
            <p:cNvGrpSpPr/>
            <p:nvPr/>
          </p:nvGrpSpPr>
          <p:grpSpPr>
            <a:xfrm>
              <a:off x="6284956" y="1750604"/>
              <a:ext cx="557773" cy="501991"/>
              <a:chOff x="1327676" y="2910480"/>
              <a:chExt cx="347934" cy="310024"/>
            </a:xfrm>
          </p:grpSpPr>
          <p:sp>
            <p:nvSpPr>
              <p:cNvPr id="3462" name="Google Shape;3462;p25"/>
              <p:cNvSpPr/>
              <p:nvPr/>
            </p:nvSpPr>
            <p:spPr>
              <a:xfrm>
                <a:off x="1367081" y="3067370"/>
                <a:ext cx="43257" cy="15565"/>
              </a:xfrm>
              <a:custGeom>
                <a:avLst/>
                <a:gdLst/>
                <a:ahLst/>
                <a:cxnLst/>
                <a:rect l="l" t="t" r="r" b="b"/>
                <a:pathLst>
                  <a:path w="1359" h="489" extrusionOk="0">
                    <a:moveTo>
                      <a:pt x="167" y="0"/>
                    </a:moveTo>
                    <a:cubicBezTo>
                      <a:pt x="72" y="0"/>
                      <a:pt x="1" y="72"/>
                      <a:pt x="1" y="167"/>
                    </a:cubicBezTo>
                    <a:cubicBezTo>
                      <a:pt x="1" y="250"/>
                      <a:pt x="72" y="322"/>
                      <a:pt x="167" y="322"/>
                    </a:cubicBezTo>
                    <a:cubicBezTo>
                      <a:pt x="346" y="322"/>
                      <a:pt x="870" y="358"/>
                      <a:pt x="1120" y="477"/>
                    </a:cubicBezTo>
                    <a:cubicBezTo>
                      <a:pt x="1144" y="488"/>
                      <a:pt x="1168" y="488"/>
                      <a:pt x="1191" y="488"/>
                    </a:cubicBezTo>
                    <a:cubicBezTo>
                      <a:pt x="1251" y="488"/>
                      <a:pt x="1310" y="465"/>
                      <a:pt x="1346" y="405"/>
                    </a:cubicBezTo>
                    <a:cubicBezTo>
                      <a:pt x="1358" y="322"/>
                      <a:pt x="1334" y="238"/>
                      <a:pt x="1251" y="191"/>
                    </a:cubicBezTo>
                    <a:cubicBezTo>
                      <a:pt x="882" y="12"/>
                      <a:pt x="191" y="0"/>
                      <a:pt x="16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3" name="Google Shape;3463;p25"/>
              <p:cNvSpPr/>
              <p:nvPr/>
            </p:nvSpPr>
            <p:spPr>
              <a:xfrm>
                <a:off x="1350402" y="3170436"/>
                <a:ext cx="10663" cy="48541"/>
              </a:xfrm>
              <a:custGeom>
                <a:avLst/>
                <a:gdLst/>
                <a:ahLst/>
                <a:cxnLst/>
                <a:rect l="l" t="t" r="r" b="b"/>
                <a:pathLst>
                  <a:path w="335" h="1525" extrusionOk="0">
                    <a:moveTo>
                      <a:pt x="168" y="1"/>
                    </a:moveTo>
                    <a:cubicBezTo>
                      <a:pt x="84" y="1"/>
                      <a:pt x="1" y="84"/>
                      <a:pt x="1" y="168"/>
                    </a:cubicBezTo>
                    <a:lnTo>
                      <a:pt x="1" y="1358"/>
                    </a:lnTo>
                    <a:cubicBezTo>
                      <a:pt x="1" y="1453"/>
                      <a:pt x="84" y="1525"/>
                      <a:pt x="168" y="1525"/>
                    </a:cubicBezTo>
                    <a:cubicBezTo>
                      <a:pt x="263" y="1525"/>
                      <a:pt x="334" y="1453"/>
                      <a:pt x="334" y="1358"/>
                    </a:cubicBezTo>
                    <a:lnTo>
                      <a:pt x="334" y="168"/>
                    </a:lnTo>
                    <a:cubicBezTo>
                      <a:pt x="334" y="84"/>
                      <a:pt x="263" y="1"/>
                      <a:pt x="16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4" name="Google Shape;3464;p25"/>
              <p:cNvSpPr/>
              <p:nvPr/>
            </p:nvSpPr>
            <p:spPr>
              <a:xfrm>
                <a:off x="1327676" y="3040187"/>
                <a:ext cx="201643" cy="180317"/>
              </a:xfrm>
              <a:custGeom>
                <a:avLst/>
                <a:gdLst/>
                <a:ahLst/>
                <a:cxnLst/>
                <a:rect l="l" t="t" r="r" b="b"/>
                <a:pathLst>
                  <a:path w="6335" h="5665" extrusionOk="0">
                    <a:moveTo>
                      <a:pt x="5894" y="628"/>
                    </a:moveTo>
                    <a:lnTo>
                      <a:pt x="5954" y="866"/>
                    </a:lnTo>
                    <a:cubicBezTo>
                      <a:pt x="5977" y="926"/>
                      <a:pt x="5966" y="997"/>
                      <a:pt x="5918" y="1045"/>
                    </a:cubicBezTo>
                    <a:lnTo>
                      <a:pt x="5823" y="1140"/>
                    </a:lnTo>
                    <a:lnTo>
                      <a:pt x="5596" y="914"/>
                    </a:lnTo>
                    <a:lnTo>
                      <a:pt x="5894" y="628"/>
                    </a:lnTo>
                    <a:close/>
                    <a:moveTo>
                      <a:pt x="2941" y="307"/>
                    </a:moveTo>
                    <a:lnTo>
                      <a:pt x="2941" y="961"/>
                    </a:lnTo>
                    <a:cubicBezTo>
                      <a:pt x="2941" y="1057"/>
                      <a:pt x="2906" y="1164"/>
                      <a:pt x="2870" y="1271"/>
                    </a:cubicBezTo>
                    <a:lnTo>
                      <a:pt x="2787" y="1438"/>
                    </a:lnTo>
                    <a:cubicBezTo>
                      <a:pt x="2775" y="1450"/>
                      <a:pt x="2775" y="1473"/>
                      <a:pt x="2775" y="1509"/>
                    </a:cubicBezTo>
                    <a:lnTo>
                      <a:pt x="2775" y="1854"/>
                    </a:lnTo>
                    <a:cubicBezTo>
                      <a:pt x="2775" y="2104"/>
                      <a:pt x="2667" y="2331"/>
                      <a:pt x="2513" y="2485"/>
                    </a:cubicBezTo>
                    <a:cubicBezTo>
                      <a:pt x="2363" y="2635"/>
                      <a:pt x="2165" y="2727"/>
                      <a:pt x="1954" y="2727"/>
                    </a:cubicBezTo>
                    <a:cubicBezTo>
                      <a:pt x="1930" y="2727"/>
                      <a:pt x="1906" y="2726"/>
                      <a:pt x="1882" y="2724"/>
                    </a:cubicBezTo>
                    <a:cubicBezTo>
                      <a:pt x="1417" y="2712"/>
                      <a:pt x="1048" y="2307"/>
                      <a:pt x="1048" y="1819"/>
                    </a:cubicBezTo>
                    <a:lnTo>
                      <a:pt x="1048" y="1521"/>
                    </a:lnTo>
                    <a:cubicBezTo>
                      <a:pt x="1048" y="1497"/>
                      <a:pt x="1048" y="1473"/>
                      <a:pt x="1036" y="1450"/>
                    </a:cubicBezTo>
                    <a:lnTo>
                      <a:pt x="929" y="1259"/>
                    </a:lnTo>
                    <a:cubicBezTo>
                      <a:pt x="905" y="1176"/>
                      <a:pt x="870" y="1104"/>
                      <a:pt x="870" y="1021"/>
                    </a:cubicBezTo>
                    <a:lnTo>
                      <a:pt x="870" y="997"/>
                    </a:lnTo>
                    <a:cubicBezTo>
                      <a:pt x="870" y="616"/>
                      <a:pt x="1179" y="307"/>
                      <a:pt x="1572" y="307"/>
                    </a:cubicBezTo>
                    <a:close/>
                    <a:moveTo>
                      <a:pt x="2275" y="2986"/>
                    </a:moveTo>
                    <a:cubicBezTo>
                      <a:pt x="2286" y="3045"/>
                      <a:pt x="2298" y="3081"/>
                      <a:pt x="2310" y="3117"/>
                    </a:cubicBezTo>
                    <a:lnTo>
                      <a:pt x="2167" y="3259"/>
                    </a:lnTo>
                    <a:cubicBezTo>
                      <a:pt x="2102" y="3325"/>
                      <a:pt x="2013" y="3358"/>
                      <a:pt x="1923" y="3358"/>
                    </a:cubicBezTo>
                    <a:cubicBezTo>
                      <a:pt x="1834" y="3358"/>
                      <a:pt x="1745" y="3325"/>
                      <a:pt x="1679" y="3259"/>
                    </a:cubicBezTo>
                    <a:lnTo>
                      <a:pt x="1536" y="3128"/>
                    </a:lnTo>
                    <a:cubicBezTo>
                      <a:pt x="1560" y="3081"/>
                      <a:pt x="1572" y="3045"/>
                      <a:pt x="1572" y="2986"/>
                    </a:cubicBezTo>
                    <a:cubicBezTo>
                      <a:pt x="1679" y="3009"/>
                      <a:pt x="1775" y="3045"/>
                      <a:pt x="1882" y="3045"/>
                    </a:cubicBezTo>
                    <a:lnTo>
                      <a:pt x="1917" y="3045"/>
                    </a:lnTo>
                    <a:cubicBezTo>
                      <a:pt x="2036" y="3045"/>
                      <a:pt x="2167" y="3021"/>
                      <a:pt x="2275" y="2986"/>
                    </a:cubicBezTo>
                    <a:close/>
                    <a:moveTo>
                      <a:pt x="6162" y="0"/>
                    </a:moveTo>
                    <a:cubicBezTo>
                      <a:pt x="6120" y="0"/>
                      <a:pt x="6079" y="15"/>
                      <a:pt x="6049" y="45"/>
                    </a:cubicBezTo>
                    <a:lnTo>
                      <a:pt x="2906" y="3021"/>
                    </a:lnTo>
                    <a:cubicBezTo>
                      <a:pt x="2882" y="3057"/>
                      <a:pt x="2834" y="3069"/>
                      <a:pt x="2787" y="3069"/>
                    </a:cubicBezTo>
                    <a:lnTo>
                      <a:pt x="2763" y="3069"/>
                    </a:lnTo>
                    <a:cubicBezTo>
                      <a:pt x="2656" y="3069"/>
                      <a:pt x="2584" y="2997"/>
                      <a:pt x="2584" y="2890"/>
                    </a:cubicBezTo>
                    <a:lnTo>
                      <a:pt x="2584" y="2843"/>
                    </a:lnTo>
                    <a:cubicBezTo>
                      <a:pt x="2644" y="2819"/>
                      <a:pt x="2679" y="2771"/>
                      <a:pt x="2727" y="2724"/>
                    </a:cubicBezTo>
                    <a:cubicBezTo>
                      <a:pt x="2965" y="2497"/>
                      <a:pt x="3084" y="2200"/>
                      <a:pt x="3084" y="1878"/>
                    </a:cubicBezTo>
                    <a:lnTo>
                      <a:pt x="3084" y="1581"/>
                    </a:lnTo>
                    <a:lnTo>
                      <a:pt x="3144" y="1450"/>
                    </a:lnTo>
                    <a:cubicBezTo>
                      <a:pt x="3215" y="1307"/>
                      <a:pt x="3251" y="1152"/>
                      <a:pt x="3251" y="997"/>
                    </a:cubicBezTo>
                    <a:lnTo>
                      <a:pt x="3251" y="176"/>
                    </a:lnTo>
                    <a:cubicBezTo>
                      <a:pt x="3251" y="92"/>
                      <a:pt x="3179" y="21"/>
                      <a:pt x="3084" y="21"/>
                    </a:cubicBezTo>
                    <a:lnTo>
                      <a:pt x="1548" y="21"/>
                    </a:lnTo>
                    <a:cubicBezTo>
                      <a:pt x="1001" y="21"/>
                      <a:pt x="536" y="461"/>
                      <a:pt x="536" y="1033"/>
                    </a:cubicBezTo>
                    <a:lnTo>
                      <a:pt x="536" y="1045"/>
                    </a:lnTo>
                    <a:cubicBezTo>
                      <a:pt x="536" y="1176"/>
                      <a:pt x="572" y="1295"/>
                      <a:pt x="632" y="1414"/>
                    </a:cubicBezTo>
                    <a:lnTo>
                      <a:pt x="703" y="1581"/>
                    </a:lnTo>
                    <a:lnTo>
                      <a:pt x="703" y="1831"/>
                    </a:lnTo>
                    <a:cubicBezTo>
                      <a:pt x="703" y="2247"/>
                      <a:pt x="917" y="2616"/>
                      <a:pt x="1215" y="2843"/>
                    </a:cubicBezTo>
                    <a:lnTo>
                      <a:pt x="1215" y="2997"/>
                    </a:lnTo>
                    <a:cubicBezTo>
                      <a:pt x="1215" y="3069"/>
                      <a:pt x="1155" y="3140"/>
                      <a:pt x="1072" y="3176"/>
                    </a:cubicBezTo>
                    <a:lnTo>
                      <a:pt x="501" y="3343"/>
                    </a:lnTo>
                    <a:cubicBezTo>
                      <a:pt x="215" y="3414"/>
                      <a:pt x="0" y="3676"/>
                      <a:pt x="0" y="3974"/>
                    </a:cubicBezTo>
                    <a:lnTo>
                      <a:pt x="0" y="5462"/>
                    </a:lnTo>
                    <a:cubicBezTo>
                      <a:pt x="0" y="5557"/>
                      <a:pt x="84" y="5629"/>
                      <a:pt x="167" y="5629"/>
                    </a:cubicBezTo>
                    <a:cubicBezTo>
                      <a:pt x="262" y="5629"/>
                      <a:pt x="334" y="5557"/>
                      <a:pt x="334" y="5462"/>
                    </a:cubicBezTo>
                    <a:lnTo>
                      <a:pt x="334" y="3974"/>
                    </a:lnTo>
                    <a:cubicBezTo>
                      <a:pt x="334" y="3831"/>
                      <a:pt x="441" y="3676"/>
                      <a:pt x="584" y="3640"/>
                    </a:cubicBezTo>
                    <a:lnTo>
                      <a:pt x="1167" y="3474"/>
                    </a:lnTo>
                    <a:cubicBezTo>
                      <a:pt x="1215" y="3450"/>
                      <a:pt x="1251" y="3438"/>
                      <a:pt x="1298" y="3414"/>
                    </a:cubicBezTo>
                    <a:lnTo>
                      <a:pt x="1405" y="3521"/>
                    </a:lnTo>
                    <a:cubicBezTo>
                      <a:pt x="1536" y="3652"/>
                      <a:pt x="1703" y="3712"/>
                      <a:pt x="1882" y="3712"/>
                    </a:cubicBezTo>
                    <a:cubicBezTo>
                      <a:pt x="2060" y="3712"/>
                      <a:pt x="2227" y="3652"/>
                      <a:pt x="2358" y="3521"/>
                    </a:cubicBezTo>
                    <a:lnTo>
                      <a:pt x="2501" y="3367"/>
                    </a:lnTo>
                    <a:cubicBezTo>
                      <a:pt x="2584" y="3402"/>
                      <a:pt x="2656" y="3426"/>
                      <a:pt x="2727" y="3426"/>
                    </a:cubicBezTo>
                    <a:lnTo>
                      <a:pt x="2763" y="3426"/>
                    </a:lnTo>
                    <a:cubicBezTo>
                      <a:pt x="2894" y="3426"/>
                      <a:pt x="3013" y="3378"/>
                      <a:pt x="3096" y="3295"/>
                    </a:cubicBezTo>
                    <a:lnTo>
                      <a:pt x="5334" y="1176"/>
                    </a:lnTo>
                    <a:lnTo>
                      <a:pt x="5561" y="1402"/>
                    </a:lnTo>
                    <a:lnTo>
                      <a:pt x="2965" y="3986"/>
                    </a:lnTo>
                    <a:cubicBezTo>
                      <a:pt x="2798" y="4152"/>
                      <a:pt x="2715" y="4367"/>
                      <a:pt x="2715" y="4581"/>
                    </a:cubicBezTo>
                    <a:lnTo>
                      <a:pt x="2715" y="5498"/>
                    </a:lnTo>
                    <a:cubicBezTo>
                      <a:pt x="2715" y="5581"/>
                      <a:pt x="2787" y="5664"/>
                      <a:pt x="2882" y="5664"/>
                    </a:cubicBezTo>
                    <a:cubicBezTo>
                      <a:pt x="2965" y="5664"/>
                      <a:pt x="3037" y="5581"/>
                      <a:pt x="3037" y="5498"/>
                    </a:cubicBezTo>
                    <a:lnTo>
                      <a:pt x="3037" y="4581"/>
                    </a:lnTo>
                    <a:cubicBezTo>
                      <a:pt x="3037" y="4450"/>
                      <a:pt x="3096" y="4319"/>
                      <a:pt x="3191" y="4212"/>
                    </a:cubicBezTo>
                    <a:lnTo>
                      <a:pt x="6096" y="1307"/>
                    </a:lnTo>
                    <a:cubicBezTo>
                      <a:pt x="6216" y="1200"/>
                      <a:pt x="6275" y="997"/>
                      <a:pt x="6227" y="831"/>
                    </a:cubicBezTo>
                    <a:lnTo>
                      <a:pt x="6168" y="378"/>
                    </a:lnTo>
                    <a:lnTo>
                      <a:pt x="6275" y="271"/>
                    </a:lnTo>
                    <a:cubicBezTo>
                      <a:pt x="6335" y="211"/>
                      <a:pt x="6335" y="104"/>
                      <a:pt x="6275" y="45"/>
                    </a:cubicBezTo>
                    <a:cubicBezTo>
                      <a:pt x="6245" y="15"/>
                      <a:pt x="6204" y="0"/>
                      <a:pt x="616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5" name="Google Shape;3465;p25"/>
              <p:cNvSpPr/>
              <p:nvPr/>
            </p:nvSpPr>
            <p:spPr>
              <a:xfrm>
                <a:off x="1470179" y="2910480"/>
                <a:ext cx="205431" cy="173601"/>
              </a:xfrm>
              <a:custGeom>
                <a:avLst/>
                <a:gdLst/>
                <a:ahLst/>
                <a:cxnLst/>
                <a:rect l="l" t="t" r="r" b="b"/>
                <a:pathLst>
                  <a:path w="6454" h="5454" extrusionOk="0">
                    <a:moveTo>
                      <a:pt x="500" y="0"/>
                    </a:moveTo>
                    <a:cubicBezTo>
                      <a:pt x="215" y="0"/>
                      <a:pt x="0" y="226"/>
                      <a:pt x="0" y="512"/>
                    </a:cubicBezTo>
                    <a:lnTo>
                      <a:pt x="0" y="4822"/>
                    </a:lnTo>
                    <a:cubicBezTo>
                      <a:pt x="0" y="4917"/>
                      <a:pt x="72" y="4989"/>
                      <a:pt x="155" y="4989"/>
                    </a:cubicBezTo>
                    <a:cubicBezTo>
                      <a:pt x="250" y="4989"/>
                      <a:pt x="322" y="4917"/>
                      <a:pt x="322" y="4822"/>
                    </a:cubicBezTo>
                    <a:lnTo>
                      <a:pt x="322" y="512"/>
                    </a:lnTo>
                    <a:cubicBezTo>
                      <a:pt x="322" y="405"/>
                      <a:pt x="393" y="322"/>
                      <a:pt x="500" y="322"/>
                    </a:cubicBezTo>
                    <a:lnTo>
                      <a:pt x="5953" y="322"/>
                    </a:lnTo>
                    <a:cubicBezTo>
                      <a:pt x="6049" y="322"/>
                      <a:pt x="6132" y="405"/>
                      <a:pt x="6132" y="512"/>
                    </a:cubicBezTo>
                    <a:lnTo>
                      <a:pt x="6132" y="4941"/>
                    </a:lnTo>
                    <a:cubicBezTo>
                      <a:pt x="6132" y="5048"/>
                      <a:pt x="6049" y="5120"/>
                      <a:pt x="5953" y="5120"/>
                    </a:cubicBezTo>
                    <a:lnTo>
                      <a:pt x="2298" y="5120"/>
                    </a:lnTo>
                    <a:cubicBezTo>
                      <a:pt x="2215" y="5120"/>
                      <a:pt x="2131" y="5191"/>
                      <a:pt x="2131" y="5287"/>
                    </a:cubicBezTo>
                    <a:cubicBezTo>
                      <a:pt x="2131" y="5370"/>
                      <a:pt x="2215" y="5453"/>
                      <a:pt x="2298" y="5453"/>
                    </a:cubicBezTo>
                    <a:lnTo>
                      <a:pt x="5953" y="5453"/>
                    </a:lnTo>
                    <a:cubicBezTo>
                      <a:pt x="6227" y="5453"/>
                      <a:pt x="6453" y="5227"/>
                      <a:pt x="6453" y="4941"/>
                    </a:cubicBezTo>
                    <a:lnTo>
                      <a:pt x="6453" y="512"/>
                    </a:lnTo>
                    <a:cubicBezTo>
                      <a:pt x="6453" y="226"/>
                      <a:pt x="6215" y="0"/>
                      <a:pt x="595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6" name="Google Shape;3466;p25"/>
              <p:cNvSpPr/>
              <p:nvPr/>
            </p:nvSpPr>
            <p:spPr>
              <a:xfrm>
                <a:off x="1497075" y="2942692"/>
                <a:ext cx="152370" cy="96668"/>
              </a:xfrm>
              <a:custGeom>
                <a:avLst/>
                <a:gdLst/>
                <a:ahLst/>
                <a:cxnLst/>
                <a:rect l="l" t="t" r="r" b="b"/>
                <a:pathLst>
                  <a:path w="4787" h="3037" extrusionOk="0">
                    <a:moveTo>
                      <a:pt x="3751" y="0"/>
                    </a:moveTo>
                    <a:cubicBezTo>
                      <a:pt x="3656" y="0"/>
                      <a:pt x="3584" y="72"/>
                      <a:pt x="3584" y="167"/>
                    </a:cubicBezTo>
                    <a:cubicBezTo>
                      <a:pt x="3584" y="250"/>
                      <a:pt x="3656" y="334"/>
                      <a:pt x="3751" y="334"/>
                    </a:cubicBezTo>
                    <a:lnTo>
                      <a:pt x="4215" y="334"/>
                    </a:lnTo>
                    <a:lnTo>
                      <a:pt x="2465" y="2072"/>
                    </a:lnTo>
                    <a:lnTo>
                      <a:pt x="1727" y="1322"/>
                    </a:lnTo>
                    <a:cubicBezTo>
                      <a:pt x="1697" y="1292"/>
                      <a:pt x="1656" y="1277"/>
                      <a:pt x="1614" y="1277"/>
                    </a:cubicBezTo>
                    <a:cubicBezTo>
                      <a:pt x="1572" y="1277"/>
                      <a:pt x="1531" y="1292"/>
                      <a:pt x="1501" y="1322"/>
                    </a:cubicBezTo>
                    <a:lnTo>
                      <a:pt x="60" y="2774"/>
                    </a:lnTo>
                    <a:cubicBezTo>
                      <a:pt x="1" y="2834"/>
                      <a:pt x="1" y="2929"/>
                      <a:pt x="60" y="2989"/>
                    </a:cubicBezTo>
                    <a:cubicBezTo>
                      <a:pt x="84" y="3024"/>
                      <a:pt x="132" y="3036"/>
                      <a:pt x="179" y="3036"/>
                    </a:cubicBezTo>
                    <a:cubicBezTo>
                      <a:pt x="227" y="3036"/>
                      <a:pt x="251" y="3024"/>
                      <a:pt x="298" y="2989"/>
                    </a:cubicBezTo>
                    <a:lnTo>
                      <a:pt x="1632" y="1655"/>
                    </a:lnTo>
                    <a:lnTo>
                      <a:pt x="2382" y="2393"/>
                    </a:lnTo>
                    <a:cubicBezTo>
                      <a:pt x="2412" y="2423"/>
                      <a:pt x="2453" y="2438"/>
                      <a:pt x="2495" y="2438"/>
                    </a:cubicBezTo>
                    <a:cubicBezTo>
                      <a:pt x="2537" y="2438"/>
                      <a:pt x="2578" y="2423"/>
                      <a:pt x="2608" y="2393"/>
                    </a:cubicBezTo>
                    <a:lnTo>
                      <a:pt x="4465" y="536"/>
                    </a:lnTo>
                    <a:lnTo>
                      <a:pt x="4465" y="1000"/>
                    </a:lnTo>
                    <a:cubicBezTo>
                      <a:pt x="4465" y="1084"/>
                      <a:pt x="4537" y="1167"/>
                      <a:pt x="4632" y="1167"/>
                    </a:cubicBezTo>
                    <a:cubicBezTo>
                      <a:pt x="4715" y="1167"/>
                      <a:pt x="4787" y="1084"/>
                      <a:pt x="4787" y="1000"/>
                    </a:cubicBezTo>
                    <a:lnTo>
                      <a:pt x="4787" y="155"/>
                    </a:lnTo>
                    <a:cubicBezTo>
                      <a:pt x="4751" y="72"/>
                      <a:pt x="4692" y="0"/>
                      <a:pt x="459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4" name="Group 3">
            <a:extLst>
              <a:ext uri="{FF2B5EF4-FFF2-40B4-BE49-F238E27FC236}">
                <a16:creationId xmlns:a16="http://schemas.microsoft.com/office/drawing/2014/main" id="{7A191BDD-E5B9-5492-9575-29CDD5A553DD}"/>
              </a:ext>
            </a:extLst>
          </p:cNvPr>
          <p:cNvGrpSpPr/>
          <p:nvPr/>
        </p:nvGrpSpPr>
        <p:grpSpPr>
          <a:xfrm>
            <a:off x="1184381" y="4565635"/>
            <a:ext cx="6775238" cy="419115"/>
            <a:chOff x="1565455" y="4565635"/>
            <a:chExt cx="6775238" cy="419115"/>
          </a:xfrm>
        </p:grpSpPr>
        <p:sp>
          <p:nvSpPr>
            <p:cNvPr id="5" name="Google Shape;3019;p19">
              <a:extLst>
                <a:ext uri="{FF2B5EF4-FFF2-40B4-BE49-F238E27FC236}">
                  <a16:creationId xmlns:a16="http://schemas.microsoft.com/office/drawing/2014/main" id="{1EC2B621-17F5-CB3A-CEB2-7CB0E09B3907}"/>
                </a:ext>
              </a:extLst>
            </p:cNvPr>
            <p:cNvSpPr/>
            <p:nvPr/>
          </p:nvSpPr>
          <p:spPr>
            <a:xfrm>
              <a:off x="1565455" y="4568650"/>
              <a:ext cx="1481328" cy="416100"/>
            </a:xfrm>
            <a:prstGeom prst="homePlate">
              <a:avLst>
                <a:gd name="adj" fmla="val 50000"/>
              </a:avLst>
            </a:prstGeom>
            <a:solidFill>
              <a:schemeClr val="tx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Methodology</a:t>
              </a:r>
              <a:endParaRPr dirty="0">
                <a:latin typeface="Anaheim"/>
                <a:ea typeface="Anaheim"/>
                <a:cs typeface="Anaheim"/>
                <a:sym typeface="Anaheim"/>
              </a:endParaRPr>
            </a:p>
          </p:txBody>
        </p:sp>
        <p:sp>
          <p:nvSpPr>
            <p:cNvPr id="6" name="Google Shape;3020;p19">
              <a:extLst>
                <a:ext uri="{FF2B5EF4-FFF2-40B4-BE49-F238E27FC236}">
                  <a16:creationId xmlns:a16="http://schemas.microsoft.com/office/drawing/2014/main" id="{A948B4D1-4155-E68F-BED3-C1FBDE7A8231}"/>
                </a:ext>
              </a:extLst>
            </p:cNvPr>
            <p:cNvSpPr/>
            <p:nvPr/>
          </p:nvSpPr>
          <p:spPr>
            <a:xfrm>
              <a:off x="4215858" y="4568649"/>
              <a:ext cx="147747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Walkthrough</a:t>
              </a:r>
              <a:endParaRPr dirty="0">
                <a:latin typeface="Anaheim"/>
                <a:ea typeface="Anaheim"/>
                <a:cs typeface="Anaheim"/>
                <a:sym typeface="Anaheim"/>
              </a:endParaRPr>
            </a:p>
          </p:txBody>
        </p:sp>
        <p:sp>
          <p:nvSpPr>
            <p:cNvPr id="7" name="Google Shape;3021;p19">
              <a:extLst>
                <a:ext uri="{FF2B5EF4-FFF2-40B4-BE49-F238E27FC236}">
                  <a16:creationId xmlns:a16="http://schemas.microsoft.com/office/drawing/2014/main" id="{0C8C1DF4-BCE1-0F0A-41BF-E28F341B4A24}"/>
                </a:ext>
              </a:extLst>
            </p:cNvPr>
            <p:cNvSpPr/>
            <p:nvPr/>
          </p:nvSpPr>
          <p:spPr>
            <a:xfrm>
              <a:off x="6859365" y="4565635"/>
              <a:ext cx="1481328" cy="416100"/>
            </a:xfrm>
            <a:prstGeom prst="chevron">
              <a:avLst>
                <a:gd name="adj" fmla="val 50000"/>
              </a:avLst>
            </a:prstGeom>
            <a:solidFill>
              <a:srgbClr val="E1B4A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Anaheim"/>
                  <a:ea typeface="Anaheim"/>
                  <a:cs typeface="Anaheim"/>
                  <a:sym typeface="Anaheim"/>
                </a:rPr>
                <a:t>Conclusion</a:t>
              </a:r>
              <a:endParaRPr b="1" dirty="0">
                <a:latin typeface="Anaheim"/>
                <a:ea typeface="Anaheim"/>
                <a:cs typeface="Anaheim"/>
                <a:sym typeface="Anaheim"/>
              </a:endParaRPr>
            </a:p>
          </p:txBody>
        </p:sp>
        <p:sp>
          <p:nvSpPr>
            <p:cNvPr id="8" name="Google Shape;3020;p19">
              <a:extLst>
                <a:ext uri="{FF2B5EF4-FFF2-40B4-BE49-F238E27FC236}">
                  <a16:creationId xmlns:a16="http://schemas.microsoft.com/office/drawing/2014/main" id="{3293AB7E-6FD1-7B9C-A220-AED6574D2DD0}"/>
                </a:ext>
              </a:extLst>
            </p:cNvPr>
            <p:cNvSpPr/>
            <p:nvPr/>
          </p:nvSpPr>
          <p:spPr>
            <a:xfrm>
              <a:off x="2892075" y="4568650"/>
              <a:ext cx="148132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Team Dynamic</a:t>
              </a:r>
              <a:endParaRPr dirty="0">
                <a:latin typeface="Anaheim"/>
                <a:ea typeface="Anaheim"/>
                <a:cs typeface="Anaheim"/>
                <a:sym typeface="Anaheim"/>
              </a:endParaRPr>
            </a:p>
          </p:txBody>
        </p:sp>
        <p:sp>
          <p:nvSpPr>
            <p:cNvPr id="9" name="Google Shape;3020;p19">
              <a:extLst>
                <a:ext uri="{FF2B5EF4-FFF2-40B4-BE49-F238E27FC236}">
                  <a16:creationId xmlns:a16="http://schemas.microsoft.com/office/drawing/2014/main" id="{9FE23545-AEE3-8AAD-BE29-92648B8F32D9}"/>
                </a:ext>
              </a:extLst>
            </p:cNvPr>
            <p:cNvSpPr/>
            <p:nvPr/>
          </p:nvSpPr>
          <p:spPr>
            <a:xfrm>
              <a:off x="5534655" y="4568648"/>
              <a:ext cx="1477478" cy="416100"/>
            </a:xfrm>
            <a:prstGeom prst="chevr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Anaheim"/>
                  <a:ea typeface="Anaheim"/>
                  <a:cs typeface="Anaheim"/>
                  <a:sym typeface="Anaheim"/>
                </a:rPr>
                <a:t>Reflection</a:t>
              </a:r>
              <a:endParaRPr dirty="0">
                <a:latin typeface="Anaheim"/>
                <a:ea typeface="Anaheim"/>
                <a:cs typeface="Anaheim"/>
                <a:sym typeface="Anaheim"/>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70"/>
        <p:cNvGrpSpPr/>
        <p:nvPr/>
      </p:nvGrpSpPr>
      <p:grpSpPr>
        <a:xfrm>
          <a:off x="0" y="0"/>
          <a:ext cx="0" cy="0"/>
          <a:chOff x="0" y="0"/>
          <a:chExt cx="0" cy="0"/>
        </a:xfrm>
      </p:grpSpPr>
      <p:sp>
        <p:nvSpPr>
          <p:cNvPr id="3471" name="Google Shape;3471;p26"/>
          <p:cNvSpPr txBox="1">
            <a:spLocks noGrp="1"/>
          </p:cNvSpPr>
          <p:nvPr>
            <p:ph type="title"/>
          </p:nvPr>
        </p:nvSpPr>
        <p:spPr>
          <a:xfrm>
            <a:off x="2593475" y="2172295"/>
            <a:ext cx="6883200" cy="7989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5000"/>
              <a:buNone/>
            </a:pPr>
            <a:r>
              <a:rPr lang="en"/>
              <a:t>Questions?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75"/>
        <p:cNvGrpSpPr/>
        <p:nvPr/>
      </p:nvGrpSpPr>
      <p:grpSpPr>
        <a:xfrm>
          <a:off x="0" y="0"/>
          <a:ext cx="0" cy="0"/>
          <a:chOff x="0" y="0"/>
          <a:chExt cx="0" cy="0"/>
        </a:xfrm>
      </p:grpSpPr>
      <p:sp>
        <p:nvSpPr>
          <p:cNvPr id="3476" name="Google Shape;3476;p27"/>
          <p:cNvSpPr txBox="1">
            <a:spLocks noGrp="1"/>
          </p:cNvSpPr>
          <p:nvPr>
            <p:ph type="title"/>
          </p:nvPr>
        </p:nvSpPr>
        <p:spPr>
          <a:xfrm>
            <a:off x="723901" y="1362353"/>
            <a:ext cx="3998100" cy="15504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3500"/>
              <a:buNone/>
            </a:pPr>
            <a:r>
              <a:rPr lang="en"/>
              <a:t>Appendix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80"/>
        <p:cNvGrpSpPr/>
        <p:nvPr/>
      </p:nvGrpSpPr>
      <p:grpSpPr>
        <a:xfrm>
          <a:off x="0" y="0"/>
          <a:ext cx="0" cy="0"/>
          <a:chOff x="0" y="0"/>
          <a:chExt cx="0" cy="0"/>
        </a:xfrm>
      </p:grpSpPr>
      <p:sp>
        <p:nvSpPr>
          <p:cNvPr id="3481" name="Google Shape;3481;p28"/>
          <p:cNvSpPr txBox="1">
            <a:spLocks noGrp="1"/>
          </p:cNvSpPr>
          <p:nvPr>
            <p:ph type="title"/>
          </p:nvPr>
        </p:nvSpPr>
        <p:spPr>
          <a:xfrm>
            <a:off x="522925" y="278375"/>
            <a:ext cx="7955100" cy="6393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
              <a:t>BERT- Top 5 Similar Songs</a:t>
            </a:r>
            <a:endParaRPr/>
          </a:p>
        </p:txBody>
      </p:sp>
      <p:graphicFrame>
        <p:nvGraphicFramePr>
          <p:cNvPr id="3482" name="Google Shape;3482;p28"/>
          <p:cNvGraphicFramePr/>
          <p:nvPr>
            <p:extLst>
              <p:ext uri="{D42A27DB-BD31-4B8C-83A1-F6EECF244321}">
                <p14:modId xmlns:p14="http://schemas.microsoft.com/office/powerpoint/2010/main" val="2285253946"/>
              </p:ext>
            </p:extLst>
          </p:nvPr>
        </p:nvGraphicFramePr>
        <p:xfrm>
          <a:off x="1268884" y="1051884"/>
          <a:ext cx="6204300" cy="3039750"/>
        </p:xfrm>
        <a:graphic>
          <a:graphicData uri="http://schemas.openxmlformats.org/drawingml/2006/table">
            <a:tbl>
              <a:tblPr firstRow="1" bandRow="1">
                <a:noFill/>
                <a:tableStyleId>{919F22C7-4A8A-4A3F-95C8-0602544A5ABA}</a:tableStyleId>
              </a:tblPr>
              <a:tblGrid>
                <a:gridCol w="838525">
                  <a:extLst>
                    <a:ext uri="{9D8B030D-6E8A-4147-A177-3AD203B41FA5}">
                      <a16:colId xmlns:a16="http://schemas.microsoft.com/office/drawing/2014/main" val="20000"/>
                    </a:ext>
                  </a:extLst>
                </a:gridCol>
                <a:gridCol w="2263625">
                  <a:extLst>
                    <a:ext uri="{9D8B030D-6E8A-4147-A177-3AD203B41FA5}">
                      <a16:colId xmlns:a16="http://schemas.microsoft.com/office/drawing/2014/main" val="20001"/>
                    </a:ext>
                  </a:extLst>
                </a:gridCol>
                <a:gridCol w="1551075">
                  <a:extLst>
                    <a:ext uri="{9D8B030D-6E8A-4147-A177-3AD203B41FA5}">
                      <a16:colId xmlns:a16="http://schemas.microsoft.com/office/drawing/2014/main" val="20002"/>
                    </a:ext>
                  </a:extLst>
                </a:gridCol>
                <a:gridCol w="1551075">
                  <a:extLst>
                    <a:ext uri="{9D8B030D-6E8A-4147-A177-3AD203B41FA5}">
                      <a16:colId xmlns:a16="http://schemas.microsoft.com/office/drawing/2014/main" val="20003"/>
                    </a:ext>
                  </a:extLst>
                </a:gridCol>
              </a:tblGrid>
              <a:tr h="422875">
                <a:tc>
                  <a:txBody>
                    <a:bodyPr/>
                    <a:lstStyle/>
                    <a:p>
                      <a:pPr marL="0" marR="0" lvl="0" indent="0" algn="ctr" rtl="0">
                        <a:lnSpc>
                          <a:spcPct val="100000"/>
                        </a:lnSpc>
                        <a:spcBef>
                          <a:spcPts val="0"/>
                        </a:spcBef>
                        <a:spcAft>
                          <a:spcPts val="0"/>
                        </a:spcAft>
                        <a:buNone/>
                      </a:pPr>
                      <a:r>
                        <a:rPr lang="en" sz="1800" b="0">
                          <a:solidFill>
                            <a:schemeClr val="dk1"/>
                          </a:solidFill>
                          <a:latin typeface="Poppins ExtraBold"/>
                          <a:ea typeface="Poppins ExtraBold"/>
                          <a:cs typeface="Poppins ExtraBold"/>
                          <a:sym typeface="Poppins ExtraBold"/>
                        </a:rPr>
                        <a:t>Rank</a:t>
                      </a:r>
                      <a:endParaRPr sz="1800" b="0">
                        <a:solidFill>
                          <a:schemeClr val="dk1"/>
                        </a:solidFill>
                        <a:latin typeface="Poppins ExtraBold"/>
                        <a:ea typeface="Poppins ExtraBold"/>
                        <a:cs typeface="Poppins ExtraBold"/>
                        <a:sym typeface="Poppins ExtraBold"/>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b="0">
                          <a:solidFill>
                            <a:schemeClr val="dk1"/>
                          </a:solidFill>
                          <a:latin typeface="Poppins ExtraBold"/>
                          <a:ea typeface="Poppins ExtraBold"/>
                          <a:cs typeface="Poppins ExtraBold"/>
                          <a:sym typeface="Poppins ExtraBold"/>
                        </a:rPr>
                        <a:t>Artist</a:t>
                      </a:r>
                      <a:endParaRPr sz="1800" u="none" strike="noStrike" cap="none">
                        <a:latin typeface="Poppins ExtraBold"/>
                        <a:ea typeface="Poppins ExtraBold"/>
                        <a:cs typeface="Poppins ExtraBold"/>
                        <a:sym typeface="Poppins ExtraBold"/>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 sz="1800">
                          <a:solidFill>
                            <a:schemeClr val="dk1"/>
                          </a:solidFill>
                          <a:latin typeface="Poppins ExtraBold"/>
                          <a:ea typeface="Poppins ExtraBold"/>
                          <a:cs typeface="Poppins ExtraBold"/>
                          <a:sym typeface="Poppins ExtraBold"/>
                        </a:rPr>
                        <a:t>Title</a:t>
                      </a:r>
                      <a:endParaRPr sz="1800" b="1">
                        <a:solidFill>
                          <a:schemeClr val="dk1"/>
                        </a:solidFill>
                        <a:latin typeface="Poppins ExtraBold"/>
                        <a:ea typeface="Poppins ExtraBold"/>
                        <a:cs typeface="Poppins ExtraBold"/>
                        <a:sym typeface="Poppins ExtraBold"/>
                      </a:endParaRPr>
                    </a:p>
                  </a:txBody>
                  <a:tcPr marL="91450" marR="91450" marT="45725" marB="45725" anchor="ctr">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523375">
                <a:tc>
                  <a:txBody>
                    <a:bodyPr/>
                    <a:lstStyle/>
                    <a:p>
                      <a:pPr marL="0" marR="0" lvl="0" indent="0" algn="ctr" rtl="0">
                        <a:lnSpc>
                          <a:spcPct val="100000"/>
                        </a:lnSpc>
                        <a:spcBef>
                          <a:spcPts val="0"/>
                        </a:spcBef>
                        <a:spcAft>
                          <a:spcPts val="0"/>
                        </a:spcAft>
                        <a:buNone/>
                      </a:pPr>
                      <a:r>
                        <a:rPr lang="en" sz="1800">
                          <a:latin typeface="Poppins ExtraBold"/>
                          <a:ea typeface="Poppins ExtraBold"/>
                          <a:cs typeface="Poppins ExtraBold"/>
                          <a:sym typeface="Poppins ExtraBold"/>
                        </a:rPr>
                        <a:t>1</a:t>
                      </a:r>
                      <a:endParaRPr sz="1800">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a:latin typeface="Anaheim Medium"/>
                          <a:ea typeface="Anaheim Medium"/>
                          <a:cs typeface="Anaheim Medium"/>
                          <a:sym typeface="Anaheim Medium"/>
                        </a:rPr>
                        <a:t>Randy Travis</a:t>
                      </a:r>
                      <a:endParaRPr sz="18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lvl="0" indent="0" algn="ctr" rtl="0">
                        <a:lnSpc>
                          <a:spcPct val="90000"/>
                        </a:lnSpc>
                        <a:spcBef>
                          <a:spcPts val="750"/>
                        </a:spcBef>
                        <a:spcAft>
                          <a:spcPts val="0"/>
                        </a:spcAft>
                        <a:buNone/>
                      </a:pPr>
                      <a:r>
                        <a:rPr lang="en" sz="1500">
                          <a:latin typeface="Anaheim Medium"/>
                          <a:ea typeface="Anaheim Medium"/>
                          <a:cs typeface="Anaheim Medium"/>
                          <a:sym typeface="Anaheim Medium"/>
                        </a:rPr>
                        <a:t>Softly And Tenderly </a:t>
                      </a:r>
                      <a:endParaRPr sz="1500">
                        <a:solidFill>
                          <a:schemeClr val="dk1"/>
                        </a:solidFill>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1"/>
                  </a:ext>
                </a:extLst>
              </a:tr>
              <a:tr h="523375">
                <a:tc>
                  <a:txBody>
                    <a:bodyPr/>
                    <a:lstStyle/>
                    <a:p>
                      <a:pPr marL="0" lvl="0" indent="0" algn="ctr" rtl="0">
                        <a:spcBef>
                          <a:spcPts val="0"/>
                        </a:spcBef>
                        <a:spcAft>
                          <a:spcPts val="0"/>
                        </a:spcAft>
                        <a:buNone/>
                      </a:pPr>
                      <a:r>
                        <a:rPr lang="en" sz="1800">
                          <a:latin typeface="Poppins ExtraBold"/>
                          <a:ea typeface="Poppins ExtraBold"/>
                          <a:cs typeface="Poppins ExtraBold"/>
                          <a:sym typeface="Poppins ExtraBold"/>
                        </a:rPr>
                        <a:t>2</a:t>
                      </a:r>
                      <a:endParaRPr sz="1800">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a:latin typeface="Anaheim Medium"/>
                          <a:ea typeface="Anaheim Medium"/>
                          <a:cs typeface="Anaheim Medium"/>
                          <a:sym typeface="Anaheim Medium"/>
                        </a:rPr>
                        <a:t>Webb Pierce</a:t>
                      </a:r>
                      <a:endParaRPr sz="18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 sz="1500">
                          <a:latin typeface="Anaheim Medium"/>
                          <a:ea typeface="Anaheim Medium"/>
                          <a:cs typeface="Anaheim Medium"/>
                          <a:sym typeface="Anaheim Medium"/>
                        </a:rPr>
                        <a:t>In The Jailhouse Now</a:t>
                      </a:r>
                      <a:endParaRPr sz="1500">
                        <a:solidFill>
                          <a:schemeClr val="dk1"/>
                        </a:solidFill>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2"/>
                  </a:ext>
                </a:extLst>
              </a:tr>
              <a:tr h="523375">
                <a:tc>
                  <a:txBody>
                    <a:bodyPr/>
                    <a:lstStyle/>
                    <a:p>
                      <a:pPr marL="0" lvl="0" indent="0" algn="ctr" rtl="0">
                        <a:spcBef>
                          <a:spcPts val="0"/>
                        </a:spcBef>
                        <a:spcAft>
                          <a:spcPts val="0"/>
                        </a:spcAft>
                        <a:buNone/>
                      </a:pPr>
                      <a:r>
                        <a:rPr lang="en" sz="1800">
                          <a:latin typeface="Poppins ExtraBold"/>
                          <a:ea typeface="Poppins ExtraBold"/>
                          <a:cs typeface="Poppins ExtraBold"/>
                          <a:sym typeface="Poppins ExtraBold"/>
                        </a:rPr>
                        <a:t>3</a:t>
                      </a:r>
                      <a:endParaRPr sz="1800">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a:latin typeface="Anaheim Medium"/>
                          <a:ea typeface="Anaheim Medium"/>
                          <a:cs typeface="Anaheim Medium"/>
                          <a:sym typeface="Anaheim Medium"/>
                        </a:rPr>
                        <a:t>Young The Giant</a:t>
                      </a:r>
                      <a:endParaRPr sz="18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 sz="1500">
                          <a:latin typeface="Anaheim Medium"/>
                          <a:ea typeface="Anaheim Medium"/>
                          <a:cs typeface="Anaheim Medium"/>
                          <a:sym typeface="Anaheim Medium"/>
                        </a:rPr>
                        <a:t>Cough Syrup</a:t>
                      </a:r>
                      <a:endParaRPr sz="1500">
                        <a:solidFill>
                          <a:schemeClr val="dk1"/>
                        </a:solidFill>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3"/>
                  </a:ext>
                </a:extLst>
              </a:tr>
              <a:tr h="523375">
                <a:tc>
                  <a:txBody>
                    <a:bodyPr/>
                    <a:lstStyle/>
                    <a:p>
                      <a:pPr marL="0" lvl="0" indent="0" algn="ctr" rtl="0">
                        <a:spcBef>
                          <a:spcPts val="0"/>
                        </a:spcBef>
                        <a:spcAft>
                          <a:spcPts val="0"/>
                        </a:spcAft>
                        <a:buNone/>
                      </a:pPr>
                      <a:r>
                        <a:rPr lang="en" sz="1800">
                          <a:latin typeface="Poppins ExtraBold"/>
                          <a:ea typeface="Poppins ExtraBold"/>
                          <a:cs typeface="Poppins ExtraBold"/>
                          <a:sym typeface="Poppins ExtraBold"/>
                        </a:rPr>
                        <a:t>4</a:t>
                      </a:r>
                      <a:endParaRPr sz="1800">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800">
                          <a:latin typeface="Anaheim Medium"/>
                          <a:ea typeface="Anaheim Medium"/>
                          <a:cs typeface="Anaheim Medium"/>
                          <a:sym typeface="Anaheim Medium"/>
                        </a:rPr>
                        <a:t>Jacob Miller</a:t>
                      </a:r>
                      <a:endParaRPr sz="18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 sz="1500" dirty="0">
                          <a:latin typeface="Anaheim Medium"/>
                          <a:ea typeface="Anaheim Medium"/>
                          <a:cs typeface="Anaheim Medium"/>
                          <a:sym typeface="Anaheim Medium"/>
                        </a:rPr>
                        <a:t>I’m A </a:t>
                      </a:r>
                      <a:r>
                        <a:rPr lang="en" sz="1500" dirty="0" err="1">
                          <a:latin typeface="Anaheim Medium"/>
                          <a:ea typeface="Anaheim Medium"/>
                          <a:cs typeface="Anaheim Medium"/>
                          <a:sym typeface="Anaheim Medium"/>
                        </a:rPr>
                        <a:t>Rastaman</a:t>
                      </a:r>
                      <a:endParaRPr sz="1500" dirty="0">
                        <a:solidFill>
                          <a:schemeClr val="dk1"/>
                        </a:solidFill>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4"/>
                  </a:ext>
                </a:extLst>
              </a:tr>
              <a:tr h="523375">
                <a:tc>
                  <a:txBody>
                    <a:bodyPr/>
                    <a:lstStyle/>
                    <a:p>
                      <a:pPr marL="0" lvl="0" indent="0" algn="ctr" rtl="0">
                        <a:spcBef>
                          <a:spcPts val="0"/>
                        </a:spcBef>
                        <a:spcAft>
                          <a:spcPts val="0"/>
                        </a:spcAft>
                        <a:buNone/>
                      </a:pPr>
                      <a:r>
                        <a:rPr lang="en" sz="1800">
                          <a:latin typeface="Poppins ExtraBold"/>
                          <a:ea typeface="Poppins ExtraBold"/>
                          <a:cs typeface="Poppins ExtraBold"/>
                          <a:sym typeface="Poppins ExtraBold"/>
                        </a:rPr>
                        <a:t>5</a:t>
                      </a:r>
                      <a:endParaRPr sz="1800">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800">
                          <a:latin typeface="Anaheim Medium"/>
                          <a:ea typeface="Anaheim Medium"/>
                          <a:cs typeface="Anaheim Medium"/>
                          <a:sym typeface="Anaheim Medium"/>
                        </a:rPr>
                        <a:t>Ocean Alley</a:t>
                      </a:r>
                      <a:endParaRPr sz="1800">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 sz="1500" dirty="0">
                          <a:latin typeface="Anaheim Medium"/>
                          <a:ea typeface="Anaheim Medium"/>
                          <a:cs typeface="Anaheim Medium"/>
                          <a:sym typeface="Anaheim Medium"/>
                        </a:rPr>
                        <a:t>Glitter</a:t>
                      </a:r>
                      <a:endParaRPr sz="1500" dirty="0">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86"/>
        <p:cNvGrpSpPr/>
        <p:nvPr/>
      </p:nvGrpSpPr>
      <p:grpSpPr>
        <a:xfrm>
          <a:off x="0" y="0"/>
          <a:ext cx="0" cy="0"/>
          <a:chOff x="0" y="0"/>
          <a:chExt cx="0" cy="0"/>
        </a:xfrm>
      </p:grpSpPr>
      <p:sp>
        <p:nvSpPr>
          <p:cNvPr id="3487" name="Google Shape;3487;p29"/>
          <p:cNvSpPr txBox="1">
            <a:spLocks noGrp="1"/>
          </p:cNvSpPr>
          <p:nvPr>
            <p:ph type="title"/>
          </p:nvPr>
        </p:nvSpPr>
        <p:spPr>
          <a:xfrm>
            <a:off x="522925" y="278375"/>
            <a:ext cx="7897200" cy="6393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
              <a:t>BERT - Recommendations</a:t>
            </a:r>
            <a:endParaRPr/>
          </a:p>
        </p:txBody>
      </p:sp>
      <p:graphicFrame>
        <p:nvGraphicFramePr>
          <p:cNvPr id="3488" name="Google Shape;3488;p29"/>
          <p:cNvGraphicFramePr/>
          <p:nvPr/>
        </p:nvGraphicFramePr>
        <p:xfrm>
          <a:off x="393922" y="1057147"/>
          <a:ext cx="8356150" cy="3110385"/>
        </p:xfrm>
        <a:graphic>
          <a:graphicData uri="http://schemas.openxmlformats.org/drawingml/2006/table">
            <a:tbl>
              <a:tblPr firstRow="1" bandRow="1">
                <a:noFill/>
                <a:tableStyleId>{919F22C7-4A8A-4A3F-95C8-0602544A5ABA}</a:tableStyleId>
              </a:tblPr>
              <a:tblGrid>
                <a:gridCol w="1838350">
                  <a:extLst>
                    <a:ext uri="{9D8B030D-6E8A-4147-A177-3AD203B41FA5}">
                      <a16:colId xmlns:a16="http://schemas.microsoft.com/office/drawing/2014/main" val="20000"/>
                    </a:ext>
                  </a:extLst>
                </a:gridCol>
                <a:gridCol w="1642200">
                  <a:extLst>
                    <a:ext uri="{9D8B030D-6E8A-4147-A177-3AD203B41FA5}">
                      <a16:colId xmlns:a16="http://schemas.microsoft.com/office/drawing/2014/main" val="20001"/>
                    </a:ext>
                  </a:extLst>
                </a:gridCol>
                <a:gridCol w="4875600">
                  <a:extLst>
                    <a:ext uri="{9D8B030D-6E8A-4147-A177-3AD203B41FA5}">
                      <a16:colId xmlns:a16="http://schemas.microsoft.com/office/drawing/2014/main" val="20002"/>
                    </a:ext>
                  </a:extLst>
                </a:gridCol>
              </a:tblGrid>
              <a:tr h="550025">
                <a:tc>
                  <a:txBody>
                    <a:bodyPr/>
                    <a:lstStyle/>
                    <a:p>
                      <a:pPr marL="0" marR="0" lvl="0" indent="0" algn="ctr" rtl="0">
                        <a:lnSpc>
                          <a:spcPct val="100000"/>
                        </a:lnSpc>
                        <a:spcBef>
                          <a:spcPts val="0"/>
                        </a:spcBef>
                        <a:spcAft>
                          <a:spcPts val="0"/>
                        </a:spcAft>
                        <a:buClr>
                          <a:srgbClr val="000000"/>
                        </a:buClr>
                        <a:buSzPts val="1800"/>
                        <a:buFont typeface="Arial"/>
                        <a:buNone/>
                      </a:pPr>
                      <a:r>
                        <a:rPr lang="en" sz="1800" b="0">
                          <a:solidFill>
                            <a:schemeClr val="dk1"/>
                          </a:solidFill>
                          <a:latin typeface="Poppins ExtraBold"/>
                          <a:ea typeface="Poppins ExtraBold"/>
                          <a:cs typeface="Poppins ExtraBold"/>
                          <a:sym typeface="Poppins ExtraBold"/>
                        </a:rPr>
                        <a:t>Metric</a:t>
                      </a:r>
                      <a:endParaRPr sz="1800" u="none" strike="noStrike" cap="none">
                        <a:latin typeface="Poppins ExtraBold"/>
                        <a:ea typeface="Poppins ExtraBold"/>
                        <a:cs typeface="Poppins ExtraBold"/>
                        <a:sym typeface="Poppins ExtraBold"/>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b="0">
                          <a:solidFill>
                            <a:schemeClr val="dk1"/>
                          </a:solidFill>
                          <a:latin typeface="Poppins ExtraBold"/>
                          <a:ea typeface="Poppins ExtraBold"/>
                          <a:cs typeface="Poppins ExtraBold"/>
                          <a:sym typeface="Poppins ExtraBold"/>
                        </a:rPr>
                        <a:t>Magnitude</a:t>
                      </a:r>
                      <a:endParaRPr sz="1800" u="none" strike="noStrike" cap="none">
                        <a:solidFill>
                          <a:schemeClr val="dk1"/>
                        </a:solidFill>
                        <a:latin typeface="Poppins ExtraBold"/>
                        <a:ea typeface="Poppins ExtraBold"/>
                        <a:cs typeface="Poppins ExtraBold"/>
                        <a:sym typeface="Poppins ExtraBold"/>
                      </a:endParaRPr>
                    </a:p>
                  </a:txBody>
                  <a:tcPr marL="91450" marR="91450" marT="45725" marB="45725" anchor="ctr">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b="0">
                          <a:solidFill>
                            <a:schemeClr val="dk1"/>
                          </a:solidFill>
                          <a:latin typeface="Poppins ExtraBold"/>
                          <a:ea typeface="Poppins ExtraBold"/>
                          <a:cs typeface="Poppins ExtraBold"/>
                          <a:sym typeface="Poppins ExtraBold"/>
                        </a:rPr>
                        <a:t>Recommendation</a:t>
                      </a:r>
                      <a:endParaRPr sz="1800" u="none" strike="noStrike" cap="none">
                        <a:solidFill>
                          <a:schemeClr val="dk1"/>
                        </a:solidFill>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30475">
                <a:tc>
                  <a:txBody>
                    <a:bodyPr/>
                    <a:lstStyle/>
                    <a:p>
                      <a:pPr marL="0" marR="0" lvl="0" indent="0" algn="ctr" rtl="0">
                        <a:lnSpc>
                          <a:spcPct val="100000"/>
                        </a:lnSpc>
                        <a:spcBef>
                          <a:spcPts val="0"/>
                        </a:spcBef>
                        <a:spcAft>
                          <a:spcPts val="0"/>
                        </a:spcAft>
                        <a:buClr>
                          <a:srgbClr val="000000"/>
                        </a:buClr>
                        <a:buSzPts val="1800"/>
                        <a:buFont typeface="Arial"/>
                        <a:buNone/>
                      </a:pPr>
                      <a:r>
                        <a:rPr lang="en" sz="1800">
                          <a:latin typeface="Poppins ExtraBold"/>
                          <a:ea typeface="Poppins ExtraBold"/>
                          <a:cs typeface="Poppins ExtraBold"/>
                          <a:sym typeface="Poppins ExtraBold"/>
                        </a:rPr>
                        <a:t>Danceability</a:t>
                      </a:r>
                      <a:endParaRPr sz="1800" u="none" strike="noStrike" cap="none">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b="1">
                          <a:latin typeface="Anaheim"/>
                          <a:ea typeface="Anaheim"/>
                          <a:cs typeface="Anaheim"/>
                          <a:sym typeface="Anaheim"/>
                        </a:rPr>
                        <a:t>5.9</a:t>
                      </a:r>
                      <a:endParaRPr sz="1500" b="1" u="none" strike="noStrike" cap="none">
                        <a:latin typeface="Anaheim"/>
                        <a:ea typeface="Anaheim"/>
                        <a:cs typeface="Anaheim"/>
                        <a:sym typeface="Anahei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a:latin typeface="Anaheim Medium"/>
                          <a:ea typeface="Anaheim Medium"/>
                          <a:cs typeface="Anaheim Medium"/>
                          <a:sym typeface="Anaheim Medium"/>
                        </a:rPr>
                        <a:t>Your track should have moderately high danceability. Incorporate clear rhythms, moderate tempos, and catchy, repetitive hooks. Pop, indie, or soft electronic genres may work well.</a:t>
                      </a:r>
                      <a:endParaRPr sz="12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58975">
                <a:tc>
                  <a:txBody>
                    <a:bodyPr/>
                    <a:lstStyle/>
                    <a:p>
                      <a:pPr marL="0" marR="0" lvl="0" indent="0" algn="ctr" rtl="0">
                        <a:lnSpc>
                          <a:spcPct val="100000"/>
                        </a:lnSpc>
                        <a:spcBef>
                          <a:spcPts val="0"/>
                        </a:spcBef>
                        <a:spcAft>
                          <a:spcPts val="0"/>
                        </a:spcAft>
                        <a:buClr>
                          <a:srgbClr val="000000"/>
                        </a:buClr>
                        <a:buSzPts val="1800"/>
                        <a:buFont typeface="Arial"/>
                        <a:buNone/>
                      </a:pPr>
                      <a:r>
                        <a:rPr lang="en" sz="1800">
                          <a:latin typeface="Poppins ExtraBold"/>
                          <a:ea typeface="Poppins ExtraBold"/>
                          <a:cs typeface="Poppins ExtraBold"/>
                          <a:sym typeface="Poppins ExtraBold"/>
                        </a:rPr>
                        <a:t>Loudness</a:t>
                      </a:r>
                      <a:endParaRPr sz="1800" u="none" strike="noStrike" cap="none">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b="1">
                          <a:latin typeface="Anaheim"/>
                          <a:ea typeface="Anaheim"/>
                          <a:cs typeface="Anaheim"/>
                          <a:sym typeface="Anaheim"/>
                        </a:rPr>
                        <a:t>6.9</a:t>
                      </a:r>
                      <a:endParaRPr sz="1500" b="1" u="none" strike="noStrike" cap="none">
                        <a:latin typeface="Anaheim"/>
                        <a:ea typeface="Anaheim"/>
                        <a:cs typeface="Anaheim"/>
                        <a:sym typeface="Anahei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a:latin typeface="Anaheim Medium"/>
                          <a:ea typeface="Anaheim Medium"/>
                          <a:cs typeface="Anaheim Medium"/>
                          <a:sym typeface="Anaheim Medium"/>
                        </a:rPr>
                        <a:t>Your track should have high loudness. Push for maximum impact with strong dynamics and loud instrumentation. Genres like heavy rock, metal, and EDM benefit from bold volume and aggressive soundscapes.</a:t>
                      </a:r>
                      <a:endParaRPr sz="12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30475">
                <a:tc>
                  <a:txBody>
                    <a:bodyPr/>
                    <a:lstStyle/>
                    <a:p>
                      <a:pPr marL="0" marR="0" lvl="0" indent="0" algn="ctr" rtl="0">
                        <a:lnSpc>
                          <a:spcPct val="100000"/>
                        </a:lnSpc>
                        <a:spcBef>
                          <a:spcPts val="0"/>
                        </a:spcBef>
                        <a:spcAft>
                          <a:spcPts val="0"/>
                        </a:spcAft>
                        <a:buClr>
                          <a:srgbClr val="000000"/>
                        </a:buClr>
                        <a:buSzPts val="1800"/>
                        <a:buFont typeface="Arial"/>
                        <a:buNone/>
                      </a:pPr>
                      <a:r>
                        <a:rPr lang="en" sz="1800">
                          <a:latin typeface="Poppins ExtraBold"/>
                          <a:ea typeface="Poppins ExtraBold"/>
                          <a:cs typeface="Poppins ExtraBold"/>
                          <a:sym typeface="Poppins ExtraBold"/>
                        </a:rPr>
                        <a:t>Acousticness</a:t>
                      </a:r>
                      <a:endParaRPr sz="1800" u="none" strike="noStrike" cap="none">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b="1">
                          <a:latin typeface="Anaheim"/>
                          <a:ea typeface="Anaheim"/>
                          <a:cs typeface="Anaheim"/>
                          <a:sym typeface="Anaheim"/>
                        </a:rPr>
                        <a:t>4.1</a:t>
                      </a:r>
                      <a:endParaRPr sz="1500" b="1" u="none" strike="noStrike" cap="none">
                        <a:latin typeface="Anaheim"/>
                        <a:ea typeface="Anaheim"/>
                        <a:cs typeface="Anaheim"/>
                        <a:sym typeface="Anahei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a:latin typeface="Anaheim Medium"/>
                          <a:ea typeface="Anaheim Medium"/>
                          <a:cs typeface="Anaheim Medium"/>
                          <a:sym typeface="Anaheim Medium"/>
                        </a:rPr>
                        <a:t>Your track should have moderate acousticness. Combine acoustic and electronic elements, such as using live instruments with some post-processing. Indie or electro-acoustic genres might fit well.</a:t>
                      </a:r>
                      <a:endParaRPr sz="12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0475">
                <a:tc>
                  <a:txBody>
                    <a:bodyPr/>
                    <a:lstStyle/>
                    <a:p>
                      <a:pPr marL="0" marR="0" lvl="0" indent="0" algn="ctr" rtl="0">
                        <a:lnSpc>
                          <a:spcPct val="100000"/>
                        </a:lnSpc>
                        <a:spcBef>
                          <a:spcPts val="0"/>
                        </a:spcBef>
                        <a:spcAft>
                          <a:spcPts val="0"/>
                        </a:spcAft>
                        <a:buNone/>
                      </a:pPr>
                      <a:r>
                        <a:rPr lang="en" sz="1800">
                          <a:latin typeface="Poppins ExtraBold"/>
                          <a:ea typeface="Poppins ExtraBold"/>
                          <a:cs typeface="Poppins ExtraBold"/>
                          <a:sym typeface="Poppins ExtraBold"/>
                        </a:rPr>
                        <a:t>Energy</a:t>
                      </a:r>
                      <a:endParaRPr sz="1800" u="none" strike="noStrike" cap="none">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500" b="1">
                          <a:latin typeface="Anaheim"/>
                          <a:ea typeface="Anaheim"/>
                          <a:cs typeface="Anaheim"/>
                          <a:sym typeface="Anaheim"/>
                        </a:rPr>
                        <a:t>5.0</a:t>
                      </a:r>
                      <a:endParaRPr sz="1500" b="1" u="none" strike="noStrike" cap="none">
                        <a:latin typeface="Anaheim"/>
                        <a:ea typeface="Anaheim"/>
                        <a:cs typeface="Anaheim"/>
                        <a:sym typeface="Anahei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a:latin typeface="Anaheim Medium"/>
                          <a:ea typeface="Anaheim Medium"/>
                          <a:cs typeface="Anaheim Medium"/>
                          <a:sym typeface="Anaheim Medium"/>
                        </a:rPr>
                        <a:t>Your track should have moderate energy. Use moderate tempos with gradual build-ups. Soft rock, jazz, and indie music often fall into this category, with a mix of laid-back and dynamic moments.</a:t>
                      </a:r>
                      <a:endParaRPr sz="12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92"/>
        <p:cNvGrpSpPr/>
        <p:nvPr/>
      </p:nvGrpSpPr>
      <p:grpSpPr>
        <a:xfrm>
          <a:off x="0" y="0"/>
          <a:ext cx="0" cy="0"/>
          <a:chOff x="0" y="0"/>
          <a:chExt cx="0" cy="0"/>
        </a:xfrm>
      </p:grpSpPr>
      <p:sp>
        <p:nvSpPr>
          <p:cNvPr id="3493" name="Google Shape;3493;p30"/>
          <p:cNvSpPr txBox="1">
            <a:spLocks noGrp="1"/>
          </p:cNvSpPr>
          <p:nvPr>
            <p:ph type="title"/>
          </p:nvPr>
        </p:nvSpPr>
        <p:spPr>
          <a:xfrm>
            <a:off x="522925" y="278375"/>
            <a:ext cx="7955100" cy="6393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
              <a:t>TF–IDF Top 5 Similar Songs</a:t>
            </a:r>
            <a:endParaRPr/>
          </a:p>
        </p:txBody>
      </p:sp>
      <p:graphicFrame>
        <p:nvGraphicFramePr>
          <p:cNvPr id="3494" name="Google Shape;3494;p30"/>
          <p:cNvGraphicFramePr/>
          <p:nvPr>
            <p:extLst>
              <p:ext uri="{D42A27DB-BD31-4B8C-83A1-F6EECF244321}">
                <p14:modId xmlns:p14="http://schemas.microsoft.com/office/powerpoint/2010/main" val="414677777"/>
              </p:ext>
            </p:extLst>
          </p:nvPr>
        </p:nvGraphicFramePr>
        <p:xfrm>
          <a:off x="1268884" y="1051884"/>
          <a:ext cx="6204300" cy="3039750"/>
        </p:xfrm>
        <a:graphic>
          <a:graphicData uri="http://schemas.openxmlformats.org/drawingml/2006/table">
            <a:tbl>
              <a:tblPr firstRow="1" bandRow="1">
                <a:noFill/>
                <a:tableStyleId>{919F22C7-4A8A-4A3F-95C8-0602544A5ABA}</a:tableStyleId>
              </a:tblPr>
              <a:tblGrid>
                <a:gridCol w="838525">
                  <a:extLst>
                    <a:ext uri="{9D8B030D-6E8A-4147-A177-3AD203B41FA5}">
                      <a16:colId xmlns:a16="http://schemas.microsoft.com/office/drawing/2014/main" val="20000"/>
                    </a:ext>
                  </a:extLst>
                </a:gridCol>
                <a:gridCol w="2263625">
                  <a:extLst>
                    <a:ext uri="{9D8B030D-6E8A-4147-A177-3AD203B41FA5}">
                      <a16:colId xmlns:a16="http://schemas.microsoft.com/office/drawing/2014/main" val="20001"/>
                    </a:ext>
                  </a:extLst>
                </a:gridCol>
                <a:gridCol w="1551075">
                  <a:extLst>
                    <a:ext uri="{9D8B030D-6E8A-4147-A177-3AD203B41FA5}">
                      <a16:colId xmlns:a16="http://schemas.microsoft.com/office/drawing/2014/main" val="20002"/>
                    </a:ext>
                  </a:extLst>
                </a:gridCol>
                <a:gridCol w="1551075">
                  <a:extLst>
                    <a:ext uri="{9D8B030D-6E8A-4147-A177-3AD203B41FA5}">
                      <a16:colId xmlns:a16="http://schemas.microsoft.com/office/drawing/2014/main" val="20003"/>
                    </a:ext>
                  </a:extLst>
                </a:gridCol>
              </a:tblGrid>
              <a:tr h="422875">
                <a:tc>
                  <a:txBody>
                    <a:bodyPr/>
                    <a:lstStyle/>
                    <a:p>
                      <a:pPr marL="0" marR="0" lvl="0" indent="0" algn="ctr" rtl="0">
                        <a:lnSpc>
                          <a:spcPct val="100000"/>
                        </a:lnSpc>
                        <a:spcBef>
                          <a:spcPts val="0"/>
                        </a:spcBef>
                        <a:spcAft>
                          <a:spcPts val="0"/>
                        </a:spcAft>
                        <a:buNone/>
                      </a:pPr>
                      <a:r>
                        <a:rPr lang="en" sz="1800" b="0">
                          <a:solidFill>
                            <a:schemeClr val="dk1"/>
                          </a:solidFill>
                          <a:latin typeface="Poppins ExtraBold"/>
                          <a:ea typeface="Poppins ExtraBold"/>
                          <a:cs typeface="Poppins ExtraBold"/>
                          <a:sym typeface="Poppins ExtraBold"/>
                        </a:rPr>
                        <a:t>Rank</a:t>
                      </a:r>
                      <a:endParaRPr sz="1800" b="0">
                        <a:solidFill>
                          <a:schemeClr val="dk1"/>
                        </a:solidFill>
                        <a:latin typeface="Poppins ExtraBold"/>
                        <a:ea typeface="Poppins ExtraBold"/>
                        <a:cs typeface="Poppins ExtraBold"/>
                        <a:sym typeface="Poppins ExtraBold"/>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b="0">
                          <a:solidFill>
                            <a:schemeClr val="dk1"/>
                          </a:solidFill>
                          <a:latin typeface="Poppins ExtraBold"/>
                          <a:ea typeface="Poppins ExtraBold"/>
                          <a:cs typeface="Poppins ExtraBold"/>
                          <a:sym typeface="Poppins ExtraBold"/>
                        </a:rPr>
                        <a:t>Artist</a:t>
                      </a:r>
                      <a:endParaRPr sz="1800" u="none" strike="noStrike" cap="none">
                        <a:latin typeface="Poppins ExtraBold"/>
                        <a:ea typeface="Poppins ExtraBold"/>
                        <a:cs typeface="Poppins ExtraBold"/>
                        <a:sym typeface="Poppins ExtraBold"/>
                      </a:endParaRPr>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 sz="1800">
                          <a:solidFill>
                            <a:schemeClr val="dk1"/>
                          </a:solidFill>
                          <a:latin typeface="Poppins ExtraBold"/>
                          <a:ea typeface="Poppins ExtraBold"/>
                          <a:cs typeface="Poppins ExtraBold"/>
                          <a:sym typeface="Poppins ExtraBold"/>
                        </a:rPr>
                        <a:t>Title</a:t>
                      </a:r>
                      <a:endParaRPr sz="1800" b="1">
                        <a:solidFill>
                          <a:schemeClr val="dk1"/>
                        </a:solidFill>
                        <a:latin typeface="Poppins ExtraBold"/>
                        <a:ea typeface="Poppins ExtraBold"/>
                        <a:cs typeface="Poppins ExtraBold"/>
                        <a:sym typeface="Poppins ExtraBold"/>
                      </a:endParaRPr>
                    </a:p>
                  </a:txBody>
                  <a:tcPr marL="91450" marR="91450" marT="45725" marB="45725" anchor="ctr">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523375">
                <a:tc>
                  <a:txBody>
                    <a:bodyPr/>
                    <a:lstStyle/>
                    <a:p>
                      <a:pPr marL="0" marR="0" lvl="0" indent="0" algn="ctr" rtl="0">
                        <a:lnSpc>
                          <a:spcPct val="100000"/>
                        </a:lnSpc>
                        <a:spcBef>
                          <a:spcPts val="0"/>
                        </a:spcBef>
                        <a:spcAft>
                          <a:spcPts val="0"/>
                        </a:spcAft>
                        <a:buNone/>
                      </a:pPr>
                      <a:r>
                        <a:rPr lang="en" sz="1800">
                          <a:latin typeface="Poppins ExtraBold"/>
                          <a:ea typeface="Poppins ExtraBold"/>
                          <a:cs typeface="Poppins ExtraBold"/>
                          <a:sym typeface="Poppins ExtraBold"/>
                        </a:rPr>
                        <a:t>1</a:t>
                      </a:r>
                      <a:endParaRPr sz="1800">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a:latin typeface="Anaheim Medium"/>
                          <a:ea typeface="Anaheim Medium"/>
                          <a:cs typeface="Anaheim Medium"/>
                          <a:sym typeface="Anaheim Medium"/>
                        </a:rPr>
                        <a:t>Spoon</a:t>
                      </a:r>
                      <a:endParaRPr sz="18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lvl="0" indent="0" algn="ctr" rtl="0">
                        <a:lnSpc>
                          <a:spcPct val="90000"/>
                        </a:lnSpc>
                        <a:spcBef>
                          <a:spcPts val="750"/>
                        </a:spcBef>
                        <a:spcAft>
                          <a:spcPts val="0"/>
                        </a:spcAft>
                        <a:buNone/>
                      </a:pPr>
                      <a:r>
                        <a:rPr lang="en" sz="1500">
                          <a:latin typeface="Anaheim Medium"/>
                          <a:ea typeface="Anaheim Medium"/>
                          <a:cs typeface="Anaheim Medium"/>
                          <a:sym typeface="Anaheim Medium"/>
                        </a:rPr>
                        <a:t>Everything Hits At Once </a:t>
                      </a:r>
                      <a:endParaRPr sz="1500">
                        <a:solidFill>
                          <a:schemeClr val="dk1"/>
                        </a:solidFill>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1"/>
                  </a:ext>
                </a:extLst>
              </a:tr>
              <a:tr h="523375">
                <a:tc>
                  <a:txBody>
                    <a:bodyPr/>
                    <a:lstStyle/>
                    <a:p>
                      <a:pPr marL="0" lvl="0" indent="0" algn="ctr" rtl="0">
                        <a:spcBef>
                          <a:spcPts val="0"/>
                        </a:spcBef>
                        <a:spcAft>
                          <a:spcPts val="0"/>
                        </a:spcAft>
                        <a:buNone/>
                      </a:pPr>
                      <a:r>
                        <a:rPr lang="en" sz="1800">
                          <a:latin typeface="Poppins ExtraBold"/>
                          <a:ea typeface="Poppins ExtraBold"/>
                          <a:cs typeface="Poppins ExtraBold"/>
                          <a:sym typeface="Poppins ExtraBold"/>
                        </a:rPr>
                        <a:t>2</a:t>
                      </a:r>
                      <a:endParaRPr sz="1800">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a:latin typeface="Anaheim Medium"/>
                          <a:ea typeface="Anaheim Medium"/>
                          <a:cs typeface="Anaheim Medium"/>
                          <a:sym typeface="Anaheim Medium"/>
                        </a:rPr>
                        <a:t>Avril Lavigne</a:t>
                      </a:r>
                      <a:endParaRPr sz="18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 sz="1500">
                          <a:latin typeface="Anaheim Medium"/>
                          <a:ea typeface="Anaheim Medium"/>
                          <a:cs typeface="Anaheim Medium"/>
                          <a:sym typeface="Anaheim Medium"/>
                        </a:rPr>
                        <a:t>Slipped Away</a:t>
                      </a:r>
                      <a:endParaRPr sz="1500">
                        <a:solidFill>
                          <a:schemeClr val="dk1"/>
                        </a:solidFill>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2"/>
                  </a:ext>
                </a:extLst>
              </a:tr>
              <a:tr h="523375">
                <a:tc>
                  <a:txBody>
                    <a:bodyPr/>
                    <a:lstStyle/>
                    <a:p>
                      <a:pPr marL="0" lvl="0" indent="0" algn="ctr" rtl="0">
                        <a:spcBef>
                          <a:spcPts val="0"/>
                        </a:spcBef>
                        <a:spcAft>
                          <a:spcPts val="0"/>
                        </a:spcAft>
                        <a:buNone/>
                      </a:pPr>
                      <a:r>
                        <a:rPr lang="en" sz="1800">
                          <a:latin typeface="Poppins ExtraBold"/>
                          <a:ea typeface="Poppins ExtraBold"/>
                          <a:cs typeface="Poppins ExtraBold"/>
                          <a:sym typeface="Poppins ExtraBold"/>
                        </a:rPr>
                        <a:t>3</a:t>
                      </a:r>
                      <a:endParaRPr sz="1800">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a:latin typeface="Anaheim Medium"/>
                          <a:ea typeface="Anaheim Medium"/>
                          <a:cs typeface="Anaheim Medium"/>
                          <a:sym typeface="Anaheim Medium"/>
                        </a:rPr>
                        <a:t>Gary Clark Jr.</a:t>
                      </a:r>
                      <a:endParaRPr sz="18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 sz="1500">
                          <a:latin typeface="Anaheim Medium"/>
                          <a:ea typeface="Anaheim Medium"/>
                          <a:cs typeface="Anaheim Medium"/>
                          <a:sym typeface="Anaheim Medium"/>
                        </a:rPr>
                        <a:t>Gotta Get Into Something</a:t>
                      </a:r>
                      <a:endParaRPr sz="1500">
                        <a:solidFill>
                          <a:schemeClr val="dk1"/>
                        </a:solidFill>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3"/>
                  </a:ext>
                </a:extLst>
              </a:tr>
              <a:tr h="523375">
                <a:tc>
                  <a:txBody>
                    <a:bodyPr/>
                    <a:lstStyle/>
                    <a:p>
                      <a:pPr marL="0" lvl="0" indent="0" algn="ctr" rtl="0">
                        <a:spcBef>
                          <a:spcPts val="0"/>
                        </a:spcBef>
                        <a:spcAft>
                          <a:spcPts val="0"/>
                        </a:spcAft>
                        <a:buNone/>
                      </a:pPr>
                      <a:r>
                        <a:rPr lang="en" sz="1800">
                          <a:latin typeface="Poppins ExtraBold"/>
                          <a:ea typeface="Poppins ExtraBold"/>
                          <a:cs typeface="Poppins ExtraBold"/>
                          <a:sym typeface="Poppins ExtraBold"/>
                        </a:rPr>
                        <a:t>4</a:t>
                      </a:r>
                      <a:endParaRPr sz="1800">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800">
                          <a:latin typeface="Anaheim Medium"/>
                          <a:ea typeface="Anaheim Medium"/>
                          <a:cs typeface="Anaheim Medium"/>
                          <a:sym typeface="Anaheim Medium"/>
                        </a:rPr>
                        <a:t>Keith Urban</a:t>
                      </a:r>
                      <a:endParaRPr sz="18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 sz="1500" dirty="0">
                          <a:latin typeface="Anaheim Medium"/>
                          <a:ea typeface="Anaheim Medium"/>
                          <a:cs typeface="Anaheim Medium"/>
                          <a:sym typeface="Anaheim Medium"/>
                        </a:rPr>
                        <a:t>Why’s It Feel So Long</a:t>
                      </a:r>
                      <a:endParaRPr sz="1500" dirty="0">
                        <a:solidFill>
                          <a:schemeClr val="dk1"/>
                        </a:solidFill>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4"/>
                  </a:ext>
                </a:extLst>
              </a:tr>
              <a:tr h="523375">
                <a:tc>
                  <a:txBody>
                    <a:bodyPr/>
                    <a:lstStyle/>
                    <a:p>
                      <a:pPr marL="0" lvl="0" indent="0" algn="ctr" rtl="0">
                        <a:spcBef>
                          <a:spcPts val="0"/>
                        </a:spcBef>
                        <a:spcAft>
                          <a:spcPts val="0"/>
                        </a:spcAft>
                        <a:buNone/>
                      </a:pPr>
                      <a:r>
                        <a:rPr lang="en" sz="1800">
                          <a:latin typeface="Poppins ExtraBold"/>
                          <a:ea typeface="Poppins ExtraBold"/>
                          <a:cs typeface="Poppins ExtraBold"/>
                          <a:sym typeface="Poppins ExtraBold"/>
                        </a:rPr>
                        <a:t>5</a:t>
                      </a:r>
                      <a:endParaRPr sz="1800">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800">
                          <a:latin typeface="Anaheim Medium"/>
                          <a:ea typeface="Anaheim Medium"/>
                          <a:cs typeface="Anaheim Medium"/>
                          <a:sym typeface="Anaheim Medium"/>
                        </a:rPr>
                        <a:t>Demi Lovato</a:t>
                      </a:r>
                      <a:endParaRPr sz="1800">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2">
                  <a:txBody>
                    <a:bodyPr/>
                    <a:lstStyle/>
                    <a:p>
                      <a:pPr marL="0" lvl="0" indent="0" algn="ctr" rtl="0">
                        <a:spcBef>
                          <a:spcPts val="0"/>
                        </a:spcBef>
                        <a:spcAft>
                          <a:spcPts val="0"/>
                        </a:spcAft>
                        <a:buNone/>
                      </a:pPr>
                      <a:r>
                        <a:rPr lang="en" sz="1500" dirty="0">
                          <a:latin typeface="Anaheim Medium"/>
                          <a:ea typeface="Anaheim Medium"/>
                          <a:cs typeface="Anaheim Medium"/>
                          <a:sym typeface="Anaheim Medium"/>
                        </a:rPr>
                        <a:t>Stone Cold</a:t>
                      </a:r>
                      <a:endParaRPr sz="1500" dirty="0">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98"/>
        <p:cNvGrpSpPr/>
        <p:nvPr/>
      </p:nvGrpSpPr>
      <p:grpSpPr>
        <a:xfrm>
          <a:off x="0" y="0"/>
          <a:ext cx="0" cy="0"/>
          <a:chOff x="0" y="0"/>
          <a:chExt cx="0" cy="0"/>
        </a:xfrm>
      </p:grpSpPr>
      <p:sp>
        <p:nvSpPr>
          <p:cNvPr id="3499" name="Google Shape;3499;p31"/>
          <p:cNvSpPr txBox="1">
            <a:spLocks noGrp="1"/>
          </p:cNvSpPr>
          <p:nvPr>
            <p:ph type="title"/>
          </p:nvPr>
        </p:nvSpPr>
        <p:spPr>
          <a:xfrm>
            <a:off x="522925" y="278375"/>
            <a:ext cx="7897200" cy="6393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
              <a:t>TF-IDF  Recommendations</a:t>
            </a:r>
            <a:endParaRPr/>
          </a:p>
        </p:txBody>
      </p:sp>
      <p:graphicFrame>
        <p:nvGraphicFramePr>
          <p:cNvPr id="3500" name="Google Shape;3500;p31"/>
          <p:cNvGraphicFramePr/>
          <p:nvPr/>
        </p:nvGraphicFramePr>
        <p:xfrm>
          <a:off x="393922" y="1057147"/>
          <a:ext cx="8356150" cy="3019655"/>
        </p:xfrm>
        <a:graphic>
          <a:graphicData uri="http://schemas.openxmlformats.org/drawingml/2006/table">
            <a:tbl>
              <a:tblPr firstRow="1" bandRow="1">
                <a:noFill/>
                <a:tableStyleId>{919F22C7-4A8A-4A3F-95C8-0602544A5ABA}</a:tableStyleId>
              </a:tblPr>
              <a:tblGrid>
                <a:gridCol w="1838350">
                  <a:extLst>
                    <a:ext uri="{9D8B030D-6E8A-4147-A177-3AD203B41FA5}">
                      <a16:colId xmlns:a16="http://schemas.microsoft.com/office/drawing/2014/main" val="20000"/>
                    </a:ext>
                  </a:extLst>
                </a:gridCol>
                <a:gridCol w="1642200">
                  <a:extLst>
                    <a:ext uri="{9D8B030D-6E8A-4147-A177-3AD203B41FA5}">
                      <a16:colId xmlns:a16="http://schemas.microsoft.com/office/drawing/2014/main" val="20001"/>
                    </a:ext>
                  </a:extLst>
                </a:gridCol>
                <a:gridCol w="4875600">
                  <a:extLst>
                    <a:ext uri="{9D8B030D-6E8A-4147-A177-3AD203B41FA5}">
                      <a16:colId xmlns:a16="http://schemas.microsoft.com/office/drawing/2014/main" val="20002"/>
                    </a:ext>
                  </a:extLst>
                </a:gridCol>
              </a:tblGrid>
              <a:tr h="550025">
                <a:tc>
                  <a:txBody>
                    <a:bodyPr/>
                    <a:lstStyle/>
                    <a:p>
                      <a:pPr marL="0" marR="0" lvl="0" indent="0" algn="ctr" rtl="0">
                        <a:lnSpc>
                          <a:spcPct val="100000"/>
                        </a:lnSpc>
                        <a:spcBef>
                          <a:spcPts val="0"/>
                        </a:spcBef>
                        <a:spcAft>
                          <a:spcPts val="0"/>
                        </a:spcAft>
                        <a:buClr>
                          <a:srgbClr val="000000"/>
                        </a:buClr>
                        <a:buSzPts val="1800"/>
                        <a:buFont typeface="Arial"/>
                        <a:buNone/>
                      </a:pPr>
                      <a:r>
                        <a:rPr lang="en" sz="1800" b="0">
                          <a:solidFill>
                            <a:schemeClr val="dk1"/>
                          </a:solidFill>
                          <a:latin typeface="Poppins ExtraBold"/>
                          <a:ea typeface="Poppins ExtraBold"/>
                          <a:cs typeface="Poppins ExtraBold"/>
                          <a:sym typeface="Poppins ExtraBold"/>
                        </a:rPr>
                        <a:t>Metric</a:t>
                      </a:r>
                      <a:endParaRPr sz="1800" u="none" strike="noStrike" cap="none">
                        <a:latin typeface="Poppins ExtraBold"/>
                        <a:ea typeface="Poppins ExtraBold"/>
                        <a:cs typeface="Poppins ExtraBold"/>
                        <a:sym typeface="Poppins ExtraBold"/>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b="0">
                          <a:solidFill>
                            <a:schemeClr val="dk1"/>
                          </a:solidFill>
                          <a:latin typeface="Poppins ExtraBold"/>
                          <a:ea typeface="Poppins ExtraBold"/>
                          <a:cs typeface="Poppins ExtraBold"/>
                          <a:sym typeface="Poppins ExtraBold"/>
                        </a:rPr>
                        <a:t>Magnitude</a:t>
                      </a:r>
                      <a:endParaRPr sz="1800" u="none" strike="noStrike" cap="none">
                        <a:solidFill>
                          <a:schemeClr val="dk1"/>
                        </a:solidFill>
                        <a:latin typeface="Poppins ExtraBold"/>
                        <a:ea typeface="Poppins ExtraBold"/>
                        <a:cs typeface="Poppins ExtraBold"/>
                        <a:sym typeface="Poppins ExtraBold"/>
                      </a:endParaRPr>
                    </a:p>
                  </a:txBody>
                  <a:tcPr marL="91450" marR="91450" marT="45725" marB="45725" anchor="ctr">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b="0">
                          <a:solidFill>
                            <a:schemeClr val="dk1"/>
                          </a:solidFill>
                          <a:latin typeface="Poppins ExtraBold"/>
                          <a:ea typeface="Poppins ExtraBold"/>
                          <a:cs typeface="Poppins ExtraBold"/>
                          <a:sym typeface="Poppins ExtraBold"/>
                        </a:rPr>
                        <a:t>Recommendation</a:t>
                      </a:r>
                      <a:endParaRPr sz="1800" u="none" strike="noStrike" cap="none">
                        <a:solidFill>
                          <a:schemeClr val="dk1"/>
                        </a:solidFill>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30475">
                <a:tc>
                  <a:txBody>
                    <a:bodyPr/>
                    <a:lstStyle/>
                    <a:p>
                      <a:pPr marL="0" marR="0" lvl="0" indent="0" algn="ctr" rtl="0">
                        <a:lnSpc>
                          <a:spcPct val="100000"/>
                        </a:lnSpc>
                        <a:spcBef>
                          <a:spcPts val="0"/>
                        </a:spcBef>
                        <a:spcAft>
                          <a:spcPts val="0"/>
                        </a:spcAft>
                        <a:buClr>
                          <a:srgbClr val="000000"/>
                        </a:buClr>
                        <a:buSzPts val="1800"/>
                        <a:buFont typeface="Arial"/>
                        <a:buNone/>
                      </a:pPr>
                      <a:r>
                        <a:rPr lang="en" sz="1800">
                          <a:latin typeface="Poppins ExtraBold"/>
                          <a:ea typeface="Poppins ExtraBold"/>
                          <a:cs typeface="Poppins ExtraBold"/>
                          <a:sym typeface="Poppins ExtraBold"/>
                        </a:rPr>
                        <a:t>Danceability</a:t>
                      </a:r>
                      <a:endParaRPr sz="1800" u="none" strike="noStrike" cap="none">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b="1">
                          <a:latin typeface="Anaheim"/>
                          <a:ea typeface="Anaheim"/>
                          <a:cs typeface="Anaheim"/>
                          <a:sym typeface="Anaheim"/>
                        </a:rPr>
                        <a:t>5.4</a:t>
                      </a:r>
                      <a:endParaRPr sz="1500" b="1" u="none" strike="noStrike" cap="none">
                        <a:latin typeface="Anaheim"/>
                        <a:ea typeface="Anaheim"/>
                        <a:cs typeface="Anaheim"/>
                        <a:sym typeface="Anahei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a:latin typeface="Anaheim Medium"/>
                          <a:ea typeface="Anaheim Medium"/>
                          <a:cs typeface="Anaheim Medium"/>
                          <a:sym typeface="Anaheim Medium"/>
                        </a:rPr>
                        <a:t>Your track should have moderately high danceability. Incorporate clear rhythms, moderate tempos, and catchy, repetitive hooks. Pop, indie, or soft electronic genres may work well.</a:t>
                      </a:r>
                      <a:endParaRPr sz="12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58975">
                <a:tc>
                  <a:txBody>
                    <a:bodyPr/>
                    <a:lstStyle/>
                    <a:p>
                      <a:pPr marL="0" marR="0" lvl="0" indent="0" algn="ctr" rtl="0">
                        <a:lnSpc>
                          <a:spcPct val="100000"/>
                        </a:lnSpc>
                        <a:spcBef>
                          <a:spcPts val="0"/>
                        </a:spcBef>
                        <a:spcAft>
                          <a:spcPts val="0"/>
                        </a:spcAft>
                        <a:buClr>
                          <a:srgbClr val="000000"/>
                        </a:buClr>
                        <a:buSzPts val="1800"/>
                        <a:buFont typeface="Arial"/>
                        <a:buNone/>
                      </a:pPr>
                      <a:r>
                        <a:rPr lang="en" sz="1800">
                          <a:latin typeface="Poppins ExtraBold"/>
                          <a:ea typeface="Poppins ExtraBold"/>
                          <a:cs typeface="Poppins ExtraBold"/>
                          <a:sym typeface="Poppins ExtraBold"/>
                        </a:rPr>
                        <a:t>Loudness</a:t>
                      </a:r>
                      <a:endParaRPr sz="1800" u="none" strike="noStrike" cap="none">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b="1">
                          <a:latin typeface="Anaheim"/>
                          <a:ea typeface="Anaheim"/>
                          <a:cs typeface="Anaheim"/>
                          <a:sym typeface="Anaheim"/>
                        </a:rPr>
                        <a:t>7.7</a:t>
                      </a:r>
                      <a:endParaRPr sz="1500" b="1" u="none" strike="noStrike" cap="none">
                        <a:latin typeface="Anaheim"/>
                        <a:ea typeface="Anaheim"/>
                        <a:cs typeface="Anaheim"/>
                        <a:sym typeface="Anahei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a:latin typeface="Anaheim Medium"/>
                          <a:ea typeface="Anaheim Medium"/>
                          <a:cs typeface="Anaheim Medium"/>
                          <a:sym typeface="Anaheim Medium"/>
                        </a:rPr>
                        <a:t>Your track should have high loudness. Push for maximum impact with strong dynamics and loud instrumentation</a:t>
                      </a:r>
                      <a:endParaRPr sz="12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30475">
                <a:tc>
                  <a:txBody>
                    <a:bodyPr/>
                    <a:lstStyle/>
                    <a:p>
                      <a:pPr marL="0" marR="0" lvl="0" indent="0" algn="ctr" rtl="0">
                        <a:lnSpc>
                          <a:spcPct val="100000"/>
                        </a:lnSpc>
                        <a:spcBef>
                          <a:spcPts val="0"/>
                        </a:spcBef>
                        <a:spcAft>
                          <a:spcPts val="0"/>
                        </a:spcAft>
                        <a:buClr>
                          <a:srgbClr val="000000"/>
                        </a:buClr>
                        <a:buSzPts val="1800"/>
                        <a:buFont typeface="Arial"/>
                        <a:buNone/>
                      </a:pPr>
                      <a:r>
                        <a:rPr lang="en" sz="1800">
                          <a:latin typeface="Poppins ExtraBold"/>
                          <a:ea typeface="Poppins ExtraBold"/>
                          <a:cs typeface="Poppins ExtraBold"/>
                          <a:sym typeface="Poppins ExtraBold"/>
                        </a:rPr>
                        <a:t>Acousticness</a:t>
                      </a:r>
                      <a:endParaRPr sz="1800" u="none" strike="noStrike" cap="none">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500" b="1">
                          <a:latin typeface="Anaheim"/>
                          <a:ea typeface="Anaheim"/>
                          <a:cs typeface="Anaheim"/>
                          <a:sym typeface="Anaheim"/>
                        </a:rPr>
                        <a:t>1.9</a:t>
                      </a:r>
                      <a:endParaRPr sz="1500" b="1" u="none" strike="noStrike" cap="none">
                        <a:latin typeface="Anaheim"/>
                        <a:ea typeface="Anaheim"/>
                        <a:cs typeface="Anaheim"/>
                        <a:sym typeface="Anahei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a:latin typeface="Anaheim Medium"/>
                          <a:ea typeface="Anaheim Medium"/>
                          <a:cs typeface="Anaheim Medium"/>
                          <a:sym typeface="Anaheim Medium"/>
                        </a:rPr>
                        <a:t>Your track should have low acousticness. Emphasize electronic elements over acoustic ones, though some organic sounds may be present.</a:t>
                      </a:r>
                      <a:endParaRPr sz="12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0475">
                <a:tc>
                  <a:txBody>
                    <a:bodyPr/>
                    <a:lstStyle/>
                    <a:p>
                      <a:pPr marL="0" marR="0" lvl="0" indent="0" algn="ctr" rtl="0">
                        <a:lnSpc>
                          <a:spcPct val="100000"/>
                        </a:lnSpc>
                        <a:spcBef>
                          <a:spcPts val="0"/>
                        </a:spcBef>
                        <a:spcAft>
                          <a:spcPts val="0"/>
                        </a:spcAft>
                        <a:buNone/>
                      </a:pPr>
                      <a:r>
                        <a:rPr lang="en" sz="1800">
                          <a:latin typeface="Poppins ExtraBold"/>
                          <a:ea typeface="Poppins ExtraBold"/>
                          <a:cs typeface="Poppins ExtraBold"/>
                          <a:sym typeface="Poppins ExtraBold"/>
                        </a:rPr>
                        <a:t>Energy</a:t>
                      </a:r>
                      <a:endParaRPr sz="1800" u="none" strike="noStrike" cap="none">
                        <a:latin typeface="Poppins ExtraBold"/>
                        <a:ea typeface="Poppins ExtraBold"/>
                        <a:cs typeface="Poppins ExtraBold"/>
                        <a:sym typeface="Poppins ExtraBold"/>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500" b="1">
                          <a:latin typeface="Anaheim"/>
                          <a:ea typeface="Anaheim"/>
                          <a:cs typeface="Anaheim"/>
                          <a:sym typeface="Anaheim"/>
                        </a:rPr>
                        <a:t>6.8</a:t>
                      </a:r>
                      <a:endParaRPr sz="1500" b="1" u="none" strike="noStrike" cap="none">
                        <a:latin typeface="Anaheim"/>
                        <a:ea typeface="Anaheim"/>
                        <a:cs typeface="Anaheim"/>
                        <a:sym typeface="Anahei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1200">
                          <a:latin typeface="Anaheim Medium"/>
                          <a:ea typeface="Anaheim Medium"/>
                          <a:cs typeface="Anaheim Medium"/>
                          <a:sym typeface="Anaheim Medium"/>
                        </a:rPr>
                        <a:t>Your track should have moderately high energy. Use vibrant tempos, energetic beats, and dynamic arrangements. Pop, indie rock, and upbeat R&amp;B are good fits here.</a:t>
                      </a:r>
                      <a:endParaRPr sz="1200" u="none" strike="noStrike" cap="none">
                        <a:latin typeface="Anaheim Medium"/>
                        <a:ea typeface="Anaheim Medium"/>
                        <a:cs typeface="Anaheim Medium"/>
                        <a:sym typeface="Anaheim Medium"/>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theme/theme1.xml><?xml version="1.0" encoding="utf-8"?>
<a:theme xmlns:a="http://schemas.openxmlformats.org/drawingml/2006/main" name="Elegant Workplan by Slidesgo">
  <a:themeElements>
    <a:clrScheme name="Elegant Workplan by Slidesgo">
      <a:dk1>
        <a:srgbClr val="1C343C"/>
      </a:dk1>
      <a:lt1>
        <a:srgbClr val="F0EBE4"/>
      </a:lt1>
      <a:dk2>
        <a:srgbClr val="4C6A78"/>
      </a:dk2>
      <a:lt2>
        <a:srgbClr val="A7B3B2"/>
      </a:lt2>
      <a:accent1>
        <a:srgbClr val="E0B4A4"/>
      </a:accent1>
      <a:accent2>
        <a:srgbClr val="FFFFFF"/>
      </a:accent2>
      <a:accent3>
        <a:srgbClr val="FFFFFF"/>
      </a:accent3>
      <a:accent4>
        <a:srgbClr val="FFFFFF"/>
      </a:accent4>
      <a:accent5>
        <a:srgbClr val="FFFFFF"/>
      </a:accent5>
      <a:accent6>
        <a:srgbClr val="FFFFFF"/>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1501</TotalTime>
  <Words>2403</Words>
  <Application>Microsoft Macintosh PowerPoint</Application>
  <PresentationFormat>On-screen Show (16:9)</PresentationFormat>
  <Paragraphs>272</Paragraphs>
  <Slides>21</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Poppins ExtraBold</vt:lpstr>
      <vt:lpstr>Bebas Neue</vt:lpstr>
      <vt:lpstr>Poppins</vt:lpstr>
      <vt:lpstr>Calibri</vt:lpstr>
      <vt:lpstr>Anaheim</vt:lpstr>
      <vt:lpstr>Anaheim Medium</vt:lpstr>
      <vt:lpstr>Anaheim SemiBold</vt:lpstr>
      <vt:lpstr>Arial</vt:lpstr>
      <vt:lpstr>Arimo</vt:lpstr>
      <vt:lpstr>Elegant Workplan by Slidesgo</vt:lpstr>
      <vt:lpstr>LyricLift</vt:lpstr>
      <vt:lpstr>Music production recommendations in under 2.5 seconds!</vt:lpstr>
      <vt:lpstr>Problem Statement</vt:lpstr>
      <vt:lpstr>Project Plan</vt:lpstr>
      <vt:lpstr>Agenda</vt:lpstr>
      <vt:lpstr>Methodology - Dataset Overview</vt:lpstr>
      <vt:lpstr>Methodology - Text Analysis </vt:lpstr>
      <vt:lpstr>Team Dynamic – Personal Contributions</vt:lpstr>
      <vt:lpstr>Team Dynamic – Collaboration</vt:lpstr>
      <vt:lpstr>Walkthrough - Blinding Lights</vt:lpstr>
      <vt:lpstr>Walkthrough - User Input</vt:lpstr>
      <vt:lpstr>Walkthrough - Top 5 Similar Songs</vt:lpstr>
      <vt:lpstr>Walkthrough - Recommendations</vt:lpstr>
      <vt:lpstr>Reflection</vt:lpstr>
      <vt:lpstr>Conclusion</vt:lpstr>
      <vt:lpstr>Questions?</vt:lpstr>
      <vt:lpstr>Appendix </vt:lpstr>
      <vt:lpstr>BERT- Top 5 Similar Songs</vt:lpstr>
      <vt:lpstr>BERT - Recommendations</vt:lpstr>
      <vt:lpstr>TF–IDF Top 5 Similar Songs</vt:lpstr>
      <vt:lpstr>TF-IDF  Recommendations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Kush Bansal</cp:lastModifiedBy>
  <cp:revision>23</cp:revision>
  <dcterms:modified xsi:type="dcterms:W3CDTF">2025-02-19T05:40:39Z</dcterms:modified>
  <cp:category/>
</cp:coreProperties>
</file>